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5" r:id="rId4"/>
    <p:sldId id="266" r:id="rId5"/>
    <p:sldId id="267" r:id="rId6"/>
    <p:sldId id="268" r:id="rId7"/>
    <p:sldId id="270" r:id="rId8"/>
    <p:sldId id="269" r:id="rId9"/>
    <p:sldId id="271" r:id="rId10"/>
    <p:sldId id="273" r:id="rId11"/>
    <p:sldId id="272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6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372BE4-889D-4B99-8530-E96592FEA9B4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0476F67-0ECB-4D8A-8621-53C5B893F847}">
      <dgm:prSet phldrT="[Text]" custT="1"/>
      <dgm:spPr/>
      <dgm:t>
        <a:bodyPr/>
        <a:lstStyle/>
        <a:p>
          <a:r>
            <a:rPr lang="en-GB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Incident </a:t>
          </a:r>
          <a:r>
            <a:rPr lang="en-GB" sz="280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assessment (situation</a:t>
          </a:r>
          <a:r>
            <a:rPr lang="en-GB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)</a:t>
          </a:r>
        </a:p>
      </dgm:t>
    </dgm:pt>
    <dgm:pt modelId="{909BE906-D42E-4B4F-B111-25FDC4D4DA82}" type="parTrans" cxnId="{1D52F4E8-8DEA-46F8-83EF-F176AE46B2A4}">
      <dgm:prSet/>
      <dgm:spPr/>
      <dgm:t>
        <a:bodyPr/>
        <a:lstStyle/>
        <a:p>
          <a:endParaRPr lang="en-GB" sz="280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486C246-1AD6-4896-83AA-92E6673C68E8}" type="sibTrans" cxnId="{1D52F4E8-8DEA-46F8-83EF-F176AE46B2A4}">
      <dgm:prSet/>
      <dgm:spPr/>
      <dgm:t>
        <a:bodyPr/>
        <a:lstStyle/>
        <a:p>
          <a:endParaRPr lang="en-GB" sz="280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6B9284B-9F78-41D5-82AD-4EB581BBB39E}">
      <dgm:prSet phldrT="[Text]" custT="1"/>
      <dgm:spPr/>
      <dgm:t>
        <a:bodyPr/>
        <a:lstStyle/>
        <a:p>
          <a:r>
            <a:rPr lang="en-GB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Planning and </a:t>
          </a:r>
          <a:r>
            <a:rPr lang="en-GB" sz="280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decision making</a:t>
          </a:r>
          <a:endParaRPr lang="en-GB" sz="28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6E64B65-1364-46FC-9E74-9F0887BF8750}" type="parTrans" cxnId="{B133DA6F-9621-458B-9F13-798D2ED06C36}">
      <dgm:prSet/>
      <dgm:spPr/>
      <dgm:t>
        <a:bodyPr/>
        <a:lstStyle/>
        <a:p>
          <a:endParaRPr lang="en-GB" sz="280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E4240B6-52BD-42A9-A524-9C5F80B2ADD5}" type="sibTrans" cxnId="{B133DA6F-9621-458B-9F13-798D2ED06C36}">
      <dgm:prSet/>
      <dgm:spPr/>
      <dgm:t>
        <a:bodyPr/>
        <a:lstStyle/>
        <a:p>
          <a:endParaRPr lang="en-GB" sz="280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107918F-FED1-4448-A44C-136DB44DC325}">
      <dgm:prSet phldrT="[Text]" custT="1"/>
      <dgm:spPr/>
      <dgm:t>
        <a:bodyPr/>
        <a:lstStyle/>
        <a:p>
          <a:r>
            <a:rPr lang="en-GB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Implementation</a:t>
          </a:r>
        </a:p>
        <a:p>
          <a:r>
            <a:rPr lang="en-GB" sz="280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(operations</a:t>
          </a:r>
          <a:r>
            <a:rPr lang="en-GB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)</a:t>
          </a:r>
        </a:p>
      </dgm:t>
    </dgm:pt>
    <dgm:pt modelId="{902BF780-BD0A-4674-A903-57613BE5BB83}" type="parTrans" cxnId="{2B7A36B7-BE5F-4552-BA21-6BAEB6A4D214}">
      <dgm:prSet/>
      <dgm:spPr/>
      <dgm:t>
        <a:bodyPr/>
        <a:lstStyle/>
        <a:p>
          <a:endParaRPr lang="en-GB" sz="280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DEA0A29-737C-4E38-B7C4-F254E846EF36}" type="sibTrans" cxnId="{2B7A36B7-BE5F-4552-BA21-6BAEB6A4D214}">
      <dgm:prSet/>
      <dgm:spPr/>
      <dgm:t>
        <a:bodyPr/>
        <a:lstStyle/>
        <a:p>
          <a:endParaRPr lang="en-GB" sz="280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36220CA-2643-4F9F-9AA4-DCB80525F251}">
      <dgm:prSet phldrT="[Text]" custT="1"/>
      <dgm:spPr/>
      <dgm:t>
        <a:bodyPr/>
        <a:lstStyle/>
        <a:p>
          <a:r>
            <a:rPr lang="en-GB" sz="2800" b="0" cap="none" spc="0" dirty="0">
              <a:ln w="0"/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Monitoring and </a:t>
          </a:r>
          <a:r>
            <a:rPr lang="en-GB" sz="2800" b="0" cap="none" spc="0" dirty="0" smtClean="0">
              <a:ln w="0"/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review</a:t>
          </a:r>
          <a:endParaRPr lang="en-GB" sz="2800" b="0" cap="none" spc="0" dirty="0">
            <a:ln w="0"/>
            <a:solidFill>
              <a:schemeClr val="tx1"/>
            </a:solidFill>
            <a:effectLst/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A7BA547-5F95-40D5-9B2B-ED86F5F0D3E8}" type="parTrans" cxnId="{A3E5916A-1169-4FCA-B4A7-CD9469AD832E}">
      <dgm:prSet/>
      <dgm:spPr/>
      <dgm:t>
        <a:bodyPr/>
        <a:lstStyle/>
        <a:p>
          <a:endParaRPr lang="en-GB" sz="280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786EDD3-2AF6-486D-A93B-C278A99DC31F}" type="sibTrans" cxnId="{A3E5916A-1169-4FCA-B4A7-CD9469AD832E}">
      <dgm:prSet/>
      <dgm:spPr/>
      <dgm:t>
        <a:bodyPr/>
        <a:lstStyle/>
        <a:p>
          <a:endParaRPr lang="en-GB" sz="280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7AAE393-D27D-4B45-B0C2-1EBB271A0D49}" type="pres">
      <dgm:prSet presAssocID="{84372BE4-889D-4B99-8530-E96592FEA9B4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2C2C8281-E3CF-47E7-916E-E176E2506A5F}" type="pres">
      <dgm:prSet presAssocID="{A0476F67-0ECB-4D8A-8621-53C5B893F847}" presName="dummy" presStyleCnt="0"/>
      <dgm:spPr/>
    </dgm:pt>
    <dgm:pt modelId="{53E7E5E4-A003-46BA-9726-7326873AC257}" type="pres">
      <dgm:prSet presAssocID="{A0476F67-0ECB-4D8A-8621-53C5B893F847}" presName="node" presStyleLbl="revTx" presStyleIdx="0" presStyleCnt="4" custScaleX="11387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25FCA68-0639-4F39-BAAF-660BDC4BEB3C}" type="pres">
      <dgm:prSet presAssocID="{F486C246-1AD6-4896-83AA-92E6673C68E8}" presName="sibTrans" presStyleLbl="node1" presStyleIdx="0" presStyleCnt="4"/>
      <dgm:spPr/>
      <dgm:t>
        <a:bodyPr/>
        <a:lstStyle/>
        <a:p>
          <a:endParaRPr lang="en-GB"/>
        </a:p>
      </dgm:t>
    </dgm:pt>
    <dgm:pt modelId="{97AFF4F9-2CE8-4910-9B73-9826BCF0A115}" type="pres">
      <dgm:prSet presAssocID="{D6B9284B-9F78-41D5-82AD-4EB581BBB39E}" presName="dummy" presStyleCnt="0"/>
      <dgm:spPr/>
    </dgm:pt>
    <dgm:pt modelId="{2BD55023-F1CD-4FC4-9643-17E0CD5AAEA7}" type="pres">
      <dgm:prSet presAssocID="{D6B9284B-9F78-41D5-82AD-4EB581BBB39E}" presName="node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6A2D8C8-3AE1-403F-A2F6-CE93F398E49E}" type="pres">
      <dgm:prSet presAssocID="{2E4240B6-52BD-42A9-A524-9C5F80B2ADD5}" presName="sibTrans" presStyleLbl="node1" presStyleIdx="1" presStyleCnt="4"/>
      <dgm:spPr/>
      <dgm:t>
        <a:bodyPr/>
        <a:lstStyle/>
        <a:p>
          <a:endParaRPr lang="en-GB"/>
        </a:p>
      </dgm:t>
    </dgm:pt>
    <dgm:pt modelId="{AB6B5C3E-0CDF-481E-9107-E48380153DC0}" type="pres">
      <dgm:prSet presAssocID="{D107918F-FED1-4448-A44C-136DB44DC325}" presName="dummy" presStyleCnt="0"/>
      <dgm:spPr/>
    </dgm:pt>
    <dgm:pt modelId="{560FBB3A-6E6A-4837-884F-C05B5ABA4FFB}" type="pres">
      <dgm:prSet presAssocID="{D107918F-FED1-4448-A44C-136DB44DC325}" presName="node" presStyleLbl="revTx" presStyleIdx="2" presStyleCnt="4" custScaleX="14996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FB0FD46-40A8-402A-924D-D8536C52D919}" type="pres">
      <dgm:prSet presAssocID="{9DEA0A29-737C-4E38-B7C4-F254E846EF36}" presName="sibTrans" presStyleLbl="node1" presStyleIdx="2" presStyleCnt="4"/>
      <dgm:spPr/>
      <dgm:t>
        <a:bodyPr/>
        <a:lstStyle/>
        <a:p>
          <a:endParaRPr lang="en-GB"/>
        </a:p>
      </dgm:t>
    </dgm:pt>
    <dgm:pt modelId="{40E4D02A-A449-456B-9AA6-6F2E5776300F}" type="pres">
      <dgm:prSet presAssocID="{136220CA-2643-4F9F-9AA4-DCB80525F251}" presName="dummy" presStyleCnt="0"/>
      <dgm:spPr/>
    </dgm:pt>
    <dgm:pt modelId="{A491C31F-058D-489B-93DC-1E12B147F04B}" type="pres">
      <dgm:prSet presAssocID="{136220CA-2643-4F9F-9AA4-DCB80525F251}" presName="node" presStyleLbl="revTx" presStyleIdx="3" presStyleCnt="4" custScaleX="100127" custScaleY="9914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9DC2B01-71D4-4106-BDDB-1DB98B8A12DA}" type="pres">
      <dgm:prSet presAssocID="{3786EDD3-2AF6-486D-A93B-C278A99DC31F}" presName="sibTrans" presStyleLbl="node1" presStyleIdx="3" presStyleCnt="4"/>
      <dgm:spPr/>
      <dgm:t>
        <a:bodyPr/>
        <a:lstStyle/>
        <a:p>
          <a:endParaRPr lang="en-GB"/>
        </a:p>
      </dgm:t>
    </dgm:pt>
  </dgm:ptLst>
  <dgm:cxnLst>
    <dgm:cxn modelId="{A442879D-80C7-453F-9FBE-78C8A9B00CB8}" type="presOf" srcId="{D6B9284B-9F78-41D5-82AD-4EB581BBB39E}" destId="{2BD55023-F1CD-4FC4-9643-17E0CD5AAEA7}" srcOrd="0" destOrd="0" presId="urn:microsoft.com/office/officeart/2005/8/layout/cycle1"/>
    <dgm:cxn modelId="{7D42E929-8091-4464-B00A-F54FB0722EAE}" type="presOf" srcId="{A0476F67-0ECB-4D8A-8621-53C5B893F847}" destId="{53E7E5E4-A003-46BA-9726-7326873AC257}" srcOrd="0" destOrd="0" presId="urn:microsoft.com/office/officeart/2005/8/layout/cycle1"/>
    <dgm:cxn modelId="{2B7A36B7-BE5F-4552-BA21-6BAEB6A4D214}" srcId="{84372BE4-889D-4B99-8530-E96592FEA9B4}" destId="{D107918F-FED1-4448-A44C-136DB44DC325}" srcOrd="2" destOrd="0" parTransId="{902BF780-BD0A-4674-A903-57613BE5BB83}" sibTransId="{9DEA0A29-737C-4E38-B7C4-F254E846EF36}"/>
    <dgm:cxn modelId="{15DD26BA-ECB0-4303-B6C4-C3843EE545BE}" type="presOf" srcId="{84372BE4-889D-4B99-8530-E96592FEA9B4}" destId="{D7AAE393-D27D-4B45-B0C2-1EBB271A0D49}" srcOrd="0" destOrd="0" presId="urn:microsoft.com/office/officeart/2005/8/layout/cycle1"/>
    <dgm:cxn modelId="{B133DA6F-9621-458B-9F13-798D2ED06C36}" srcId="{84372BE4-889D-4B99-8530-E96592FEA9B4}" destId="{D6B9284B-9F78-41D5-82AD-4EB581BBB39E}" srcOrd="1" destOrd="0" parTransId="{C6E64B65-1364-46FC-9E74-9F0887BF8750}" sibTransId="{2E4240B6-52BD-42A9-A524-9C5F80B2ADD5}"/>
    <dgm:cxn modelId="{018305C1-0B7D-4566-B5AC-62E31E777FFB}" type="presOf" srcId="{2E4240B6-52BD-42A9-A524-9C5F80B2ADD5}" destId="{B6A2D8C8-3AE1-403F-A2F6-CE93F398E49E}" srcOrd="0" destOrd="0" presId="urn:microsoft.com/office/officeart/2005/8/layout/cycle1"/>
    <dgm:cxn modelId="{1D52F4E8-8DEA-46F8-83EF-F176AE46B2A4}" srcId="{84372BE4-889D-4B99-8530-E96592FEA9B4}" destId="{A0476F67-0ECB-4D8A-8621-53C5B893F847}" srcOrd="0" destOrd="0" parTransId="{909BE906-D42E-4B4F-B111-25FDC4D4DA82}" sibTransId="{F486C246-1AD6-4896-83AA-92E6673C68E8}"/>
    <dgm:cxn modelId="{4DF59F0B-BB42-4477-B6C5-D8A7C6C96D4D}" type="presOf" srcId="{D107918F-FED1-4448-A44C-136DB44DC325}" destId="{560FBB3A-6E6A-4837-884F-C05B5ABA4FFB}" srcOrd="0" destOrd="0" presId="urn:microsoft.com/office/officeart/2005/8/layout/cycle1"/>
    <dgm:cxn modelId="{6CD99054-79C9-4300-B44C-CEEB3BAA3F82}" type="presOf" srcId="{9DEA0A29-737C-4E38-B7C4-F254E846EF36}" destId="{EFB0FD46-40A8-402A-924D-D8536C52D919}" srcOrd="0" destOrd="0" presId="urn:microsoft.com/office/officeart/2005/8/layout/cycle1"/>
    <dgm:cxn modelId="{A3E5916A-1169-4FCA-B4A7-CD9469AD832E}" srcId="{84372BE4-889D-4B99-8530-E96592FEA9B4}" destId="{136220CA-2643-4F9F-9AA4-DCB80525F251}" srcOrd="3" destOrd="0" parTransId="{5A7BA547-5F95-40D5-9B2B-ED86F5F0D3E8}" sibTransId="{3786EDD3-2AF6-486D-A93B-C278A99DC31F}"/>
    <dgm:cxn modelId="{9D005C5F-6DD2-446D-A617-22DF0F556EAA}" type="presOf" srcId="{3786EDD3-2AF6-486D-A93B-C278A99DC31F}" destId="{39DC2B01-71D4-4106-BDDB-1DB98B8A12DA}" srcOrd="0" destOrd="0" presId="urn:microsoft.com/office/officeart/2005/8/layout/cycle1"/>
    <dgm:cxn modelId="{50953331-9456-420D-9A0E-B63227A59D79}" type="presOf" srcId="{136220CA-2643-4F9F-9AA4-DCB80525F251}" destId="{A491C31F-058D-489B-93DC-1E12B147F04B}" srcOrd="0" destOrd="0" presId="urn:microsoft.com/office/officeart/2005/8/layout/cycle1"/>
    <dgm:cxn modelId="{853E358A-0DD0-485A-A546-62B136F5F0AF}" type="presOf" srcId="{F486C246-1AD6-4896-83AA-92E6673C68E8}" destId="{B25FCA68-0639-4F39-BAAF-660BDC4BEB3C}" srcOrd="0" destOrd="0" presId="urn:microsoft.com/office/officeart/2005/8/layout/cycle1"/>
    <dgm:cxn modelId="{A0606918-B232-40B4-9FB6-1E96625F6670}" type="presParOf" srcId="{D7AAE393-D27D-4B45-B0C2-1EBB271A0D49}" destId="{2C2C8281-E3CF-47E7-916E-E176E2506A5F}" srcOrd="0" destOrd="0" presId="urn:microsoft.com/office/officeart/2005/8/layout/cycle1"/>
    <dgm:cxn modelId="{D0ACE216-D16F-4D58-A12B-E0785FE5EC48}" type="presParOf" srcId="{D7AAE393-D27D-4B45-B0C2-1EBB271A0D49}" destId="{53E7E5E4-A003-46BA-9726-7326873AC257}" srcOrd="1" destOrd="0" presId="urn:microsoft.com/office/officeart/2005/8/layout/cycle1"/>
    <dgm:cxn modelId="{A6574C58-0574-48AE-8BE2-9B7BACE25997}" type="presParOf" srcId="{D7AAE393-D27D-4B45-B0C2-1EBB271A0D49}" destId="{B25FCA68-0639-4F39-BAAF-660BDC4BEB3C}" srcOrd="2" destOrd="0" presId="urn:microsoft.com/office/officeart/2005/8/layout/cycle1"/>
    <dgm:cxn modelId="{BE1B2F77-CED7-4348-A04D-481E79C4FC66}" type="presParOf" srcId="{D7AAE393-D27D-4B45-B0C2-1EBB271A0D49}" destId="{97AFF4F9-2CE8-4910-9B73-9826BCF0A115}" srcOrd="3" destOrd="0" presId="urn:microsoft.com/office/officeart/2005/8/layout/cycle1"/>
    <dgm:cxn modelId="{05227E0A-E3A6-488D-B4B8-AAA653C8A28D}" type="presParOf" srcId="{D7AAE393-D27D-4B45-B0C2-1EBB271A0D49}" destId="{2BD55023-F1CD-4FC4-9643-17E0CD5AAEA7}" srcOrd="4" destOrd="0" presId="urn:microsoft.com/office/officeart/2005/8/layout/cycle1"/>
    <dgm:cxn modelId="{2888E9E0-69EA-4CE8-8258-B32578A17940}" type="presParOf" srcId="{D7AAE393-D27D-4B45-B0C2-1EBB271A0D49}" destId="{B6A2D8C8-3AE1-403F-A2F6-CE93F398E49E}" srcOrd="5" destOrd="0" presId="urn:microsoft.com/office/officeart/2005/8/layout/cycle1"/>
    <dgm:cxn modelId="{863E537B-621F-4E11-A868-48414AEFD1B6}" type="presParOf" srcId="{D7AAE393-D27D-4B45-B0C2-1EBB271A0D49}" destId="{AB6B5C3E-0CDF-481E-9107-E48380153DC0}" srcOrd="6" destOrd="0" presId="urn:microsoft.com/office/officeart/2005/8/layout/cycle1"/>
    <dgm:cxn modelId="{4E3459D1-53E2-417B-993A-4A1D584A41E2}" type="presParOf" srcId="{D7AAE393-D27D-4B45-B0C2-1EBB271A0D49}" destId="{560FBB3A-6E6A-4837-884F-C05B5ABA4FFB}" srcOrd="7" destOrd="0" presId="urn:microsoft.com/office/officeart/2005/8/layout/cycle1"/>
    <dgm:cxn modelId="{1A3C3924-9945-4575-8CDB-D095E8347A44}" type="presParOf" srcId="{D7AAE393-D27D-4B45-B0C2-1EBB271A0D49}" destId="{EFB0FD46-40A8-402A-924D-D8536C52D919}" srcOrd="8" destOrd="0" presId="urn:microsoft.com/office/officeart/2005/8/layout/cycle1"/>
    <dgm:cxn modelId="{737A1D83-9A3F-4594-A565-FA7DFDD424FD}" type="presParOf" srcId="{D7AAE393-D27D-4B45-B0C2-1EBB271A0D49}" destId="{40E4D02A-A449-456B-9AA6-6F2E5776300F}" srcOrd="9" destOrd="0" presId="urn:microsoft.com/office/officeart/2005/8/layout/cycle1"/>
    <dgm:cxn modelId="{90D67D19-7AFD-41FB-8D85-CE8A50BE3336}" type="presParOf" srcId="{D7AAE393-D27D-4B45-B0C2-1EBB271A0D49}" destId="{A491C31F-058D-489B-93DC-1E12B147F04B}" srcOrd="10" destOrd="0" presId="urn:microsoft.com/office/officeart/2005/8/layout/cycle1"/>
    <dgm:cxn modelId="{590A72C5-D311-4DFB-8158-3C571ECDEF5A}" type="presParOf" srcId="{D7AAE393-D27D-4B45-B0C2-1EBB271A0D49}" destId="{39DC2B01-71D4-4106-BDDB-1DB98B8A12DA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626605-6AEE-4093-A262-0CE7BB547A8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D84ADF-B242-4283-820D-58FB9DED48CA}">
      <dgm:prSet phldrT="[Text]"/>
      <dgm:spPr/>
      <dgm:t>
        <a:bodyPr/>
        <a:lstStyle/>
        <a:p>
          <a:r>
            <a:rPr lang="en-GB" dirty="0"/>
            <a:t>Command Function</a:t>
          </a:r>
        </a:p>
      </dgm:t>
    </dgm:pt>
    <dgm:pt modelId="{25B15468-D715-4B38-AC3F-E1F3BD5E0C32}" type="parTrans" cxnId="{4821933D-5A13-42CC-A44F-A9C0EB50524B}">
      <dgm:prSet/>
      <dgm:spPr/>
      <dgm:t>
        <a:bodyPr/>
        <a:lstStyle/>
        <a:p>
          <a:endParaRPr lang="en-GB"/>
        </a:p>
      </dgm:t>
    </dgm:pt>
    <dgm:pt modelId="{3160FF30-5841-428A-B001-38FFB17C262F}" type="sibTrans" cxnId="{4821933D-5A13-42CC-A44F-A9C0EB50524B}">
      <dgm:prSet/>
      <dgm:spPr/>
      <dgm:t>
        <a:bodyPr/>
        <a:lstStyle/>
        <a:p>
          <a:endParaRPr lang="en-GB"/>
        </a:p>
      </dgm:t>
    </dgm:pt>
    <dgm:pt modelId="{9D68DCDA-ED02-40DA-9347-9E14C906990A}">
      <dgm:prSet phldrT="[Text]"/>
      <dgm:spPr/>
      <dgm:t>
        <a:bodyPr/>
        <a:lstStyle/>
        <a:p>
          <a:r>
            <a:rPr lang="en-GB" dirty="0"/>
            <a:t>Planning Function</a:t>
          </a:r>
        </a:p>
      </dgm:t>
    </dgm:pt>
    <dgm:pt modelId="{65C3E786-8BDE-495A-9EAD-DB0A7A11F384}" type="parTrans" cxnId="{ABDBF9A4-2C7C-4B4A-8E34-6114EF0BF010}">
      <dgm:prSet/>
      <dgm:spPr/>
      <dgm:t>
        <a:bodyPr/>
        <a:lstStyle/>
        <a:p>
          <a:endParaRPr lang="en-GB"/>
        </a:p>
      </dgm:t>
    </dgm:pt>
    <dgm:pt modelId="{4B27F085-510B-4DF3-AEC8-9962BA015EBE}" type="sibTrans" cxnId="{ABDBF9A4-2C7C-4B4A-8E34-6114EF0BF010}">
      <dgm:prSet/>
      <dgm:spPr/>
      <dgm:t>
        <a:bodyPr/>
        <a:lstStyle/>
        <a:p>
          <a:endParaRPr lang="en-GB"/>
        </a:p>
      </dgm:t>
    </dgm:pt>
    <dgm:pt modelId="{40E653B4-973E-4089-89FB-F70127C2283B}">
      <dgm:prSet phldrT="[Text]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GB" dirty="0"/>
            <a:t>Logistics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GB" dirty="0"/>
            <a:t>Function</a:t>
          </a:r>
        </a:p>
      </dgm:t>
    </dgm:pt>
    <dgm:pt modelId="{F2A5E286-0802-4D11-ACB0-868A5730A118}" type="parTrans" cxnId="{7A726B66-84DD-4312-9B9D-1C3190D1B425}">
      <dgm:prSet/>
      <dgm:spPr/>
      <dgm:t>
        <a:bodyPr/>
        <a:lstStyle/>
        <a:p>
          <a:endParaRPr lang="en-GB"/>
        </a:p>
      </dgm:t>
    </dgm:pt>
    <dgm:pt modelId="{EE01749E-1A32-4BF6-ABCE-E62BF6095AF9}" type="sibTrans" cxnId="{7A726B66-84DD-4312-9B9D-1C3190D1B425}">
      <dgm:prSet/>
      <dgm:spPr/>
      <dgm:t>
        <a:bodyPr/>
        <a:lstStyle/>
        <a:p>
          <a:endParaRPr lang="en-GB"/>
        </a:p>
      </dgm:t>
    </dgm:pt>
    <dgm:pt modelId="{E8131191-A12A-472E-823F-274D786F9126}">
      <dgm:prSet phldrT="[Text]"/>
      <dgm:spPr/>
      <dgm:t>
        <a:bodyPr/>
        <a:lstStyle/>
        <a:p>
          <a:r>
            <a:rPr lang="en-GB" dirty="0"/>
            <a:t>Finance Function</a:t>
          </a:r>
        </a:p>
      </dgm:t>
    </dgm:pt>
    <dgm:pt modelId="{3925D44F-82FE-4DBA-A13C-0512FA250244}" type="parTrans" cxnId="{A66D332C-9228-4F0E-A551-3B14A74184D2}">
      <dgm:prSet/>
      <dgm:spPr/>
      <dgm:t>
        <a:bodyPr/>
        <a:lstStyle/>
        <a:p>
          <a:endParaRPr lang="en-GB"/>
        </a:p>
      </dgm:t>
    </dgm:pt>
    <dgm:pt modelId="{31F9555D-2DDD-4C70-B186-1AACD5081AF4}" type="sibTrans" cxnId="{A66D332C-9228-4F0E-A551-3B14A74184D2}">
      <dgm:prSet/>
      <dgm:spPr/>
      <dgm:t>
        <a:bodyPr/>
        <a:lstStyle/>
        <a:p>
          <a:endParaRPr lang="en-GB"/>
        </a:p>
      </dgm:t>
    </dgm:pt>
    <dgm:pt modelId="{89E7AC53-F409-4078-9B31-8D814C4ED8F5}">
      <dgm:prSet/>
      <dgm:spPr/>
      <dgm:t>
        <a:bodyPr/>
        <a:lstStyle/>
        <a:p>
          <a:r>
            <a:rPr lang="en-GB" dirty="0"/>
            <a:t>Operations Function</a:t>
          </a:r>
        </a:p>
      </dgm:t>
    </dgm:pt>
    <dgm:pt modelId="{68F262B0-14DF-4B59-AD27-C7C67D3FEAC1}" type="parTrans" cxnId="{B1C0D7A7-C478-4721-87AC-CD3E435B94E4}">
      <dgm:prSet/>
      <dgm:spPr/>
      <dgm:t>
        <a:bodyPr/>
        <a:lstStyle/>
        <a:p>
          <a:endParaRPr lang="en-GB"/>
        </a:p>
      </dgm:t>
    </dgm:pt>
    <dgm:pt modelId="{2815BE89-0A4C-4A85-B9E7-DD9945C236CC}" type="sibTrans" cxnId="{B1C0D7A7-C478-4721-87AC-CD3E435B94E4}">
      <dgm:prSet/>
      <dgm:spPr/>
      <dgm:t>
        <a:bodyPr/>
        <a:lstStyle/>
        <a:p>
          <a:endParaRPr lang="en-GB"/>
        </a:p>
      </dgm:t>
    </dgm:pt>
    <dgm:pt modelId="{4066761D-3CBD-4850-B2A6-4EDED30A4714}" type="pres">
      <dgm:prSet presAssocID="{EC626605-6AEE-4093-A262-0CE7BB547A8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312CD821-4910-426D-8FE4-4AD4B520D211}" type="pres">
      <dgm:prSet presAssocID="{91D84ADF-B242-4283-820D-58FB9DED48CA}" presName="hierRoot1" presStyleCnt="0">
        <dgm:presLayoutVars>
          <dgm:hierBranch val="init"/>
        </dgm:presLayoutVars>
      </dgm:prSet>
      <dgm:spPr/>
    </dgm:pt>
    <dgm:pt modelId="{8E91A6C9-CD3F-47A2-85CF-B6247E202B9F}" type="pres">
      <dgm:prSet presAssocID="{91D84ADF-B242-4283-820D-58FB9DED48CA}" presName="rootComposite1" presStyleCnt="0"/>
      <dgm:spPr/>
    </dgm:pt>
    <dgm:pt modelId="{FC1EAB21-14D6-44D5-A319-86CB0CF28264}" type="pres">
      <dgm:prSet presAssocID="{91D84ADF-B242-4283-820D-58FB9DED48CA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F5D6265-0B29-4766-9991-46FD8EA9A80F}" type="pres">
      <dgm:prSet presAssocID="{91D84ADF-B242-4283-820D-58FB9DED48CA}" presName="rootConnector1" presStyleLbl="node1" presStyleIdx="0" presStyleCnt="0"/>
      <dgm:spPr/>
      <dgm:t>
        <a:bodyPr/>
        <a:lstStyle/>
        <a:p>
          <a:endParaRPr lang="en-GB"/>
        </a:p>
      </dgm:t>
    </dgm:pt>
    <dgm:pt modelId="{B2849F8A-EC8D-4FFA-A417-592C49FEC03F}" type="pres">
      <dgm:prSet presAssocID="{91D84ADF-B242-4283-820D-58FB9DED48CA}" presName="hierChild2" presStyleCnt="0"/>
      <dgm:spPr/>
    </dgm:pt>
    <dgm:pt modelId="{F47B617D-F799-4B2C-9A42-6F00F0EA1EBD}" type="pres">
      <dgm:prSet presAssocID="{65C3E786-8BDE-495A-9EAD-DB0A7A11F384}" presName="Name37" presStyleLbl="parChTrans1D2" presStyleIdx="0" presStyleCnt="4"/>
      <dgm:spPr/>
      <dgm:t>
        <a:bodyPr/>
        <a:lstStyle/>
        <a:p>
          <a:endParaRPr lang="en-GB"/>
        </a:p>
      </dgm:t>
    </dgm:pt>
    <dgm:pt modelId="{8FAC5B4C-D521-404A-B2C0-BF3906D1B6BA}" type="pres">
      <dgm:prSet presAssocID="{9D68DCDA-ED02-40DA-9347-9E14C906990A}" presName="hierRoot2" presStyleCnt="0">
        <dgm:presLayoutVars>
          <dgm:hierBranch val="init"/>
        </dgm:presLayoutVars>
      </dgm:prSet>
      <dgm:spPr/>
    </dgm:pt>
    <dgm:pt modelId="{EB74222A-F5F4-445B-8FAA-278CD10D7004}" type="pres">
      <dgm:prSet presAssocID="{9D68DCDA-ED02-40DA-9347-9E14C906990A}" presName="rootComposite" presStyleCnt="0"/>
      <dgm:spPr/>
    </dgm:pt>
    <dgm:pt modelId="{38E78953-1BA8-43E0-9357-EFF20754D8F4}" type="pres">
      <dgm:prSet presAssocID="{9D68DCDA-ED02-40DA-9347-9E14C906990A}" presName="rootText" presStyleLbl="node2" presStyleIdx="0" presStyleCnt="4" custLinFactX="33187" custLinFactNeighborX="100000" custLinFactNeighborY="187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3CF1A4E-6445-4FD6-8A98-5FD3C058A257}" type="pres">
      <dgm:prSet presAssocID="{9D68DCDA-ED02-40DA-9347-9E14C906990A}" presName="rootConnector" presStyleLbl="node2" presStyleIdx="0" presStyleCnt="4"/>
      <dgm:spPr/>
      <dgm:t>
        <a:bodyPr/>
        <a:lstStyle/>
        <a:p>
          <a:endParaRPr lang="en-GB"/>
        </a:p>
      </dgm:t>
    </dgm:pt>
    <dgm:pt modelId="{2AC4A03B-D18D-4FA1-9057-6FEB7AB91C54}" type="pres">
      <dgm:prSet presAssocID="{9D68DCDA-ED02-40DA-9347-9E14C906990A}" presName="hierChild4" presStyleCnt="0"/>
      <dgm:spPr/>
    </dgm:pt>
    <dgm:pt modelId="{872F253E-D514-486E-BECE-AA79F30D508D}" type="pres">
      <dgm:prSet presAssocID="{9D68DCDA-ED02-40DA-9347-9E14C906990A}" presName="hierChild5" presStyleCnt="0"/>
      <dgm:spPr/>
    </dgm:pt>
    <dgm:pt modelId="{BB839495-BC57-42DB-9BFC-A39249919856}" type="pres">
      <dgm:prSet presAssocID="{68F262B0-14DF-4B59-AD27-C7C67D3FEAC1}" presName="Name37" presStyleLbl="parChTrans1D2" presStyleIdx="1" presStyleCnt="4"/>
      <dgm:spPr/>
      <dgm:t>
        <a:bodyPr/>
        <a:lstStyle/>
        <a:p>
          <a:endParaRPr lang="en-GB"/>
        </a:p>
      </dgm:t>
    </dgm:pt>
    <dgm:pt modelId="{FCB9B65D-FC9D-4B7D-8CCC-A3B8ECA8592F}" type="pres">
      <dgm:prSet presAssocID="{89E7AC53-F409-4078-9B31-8D814C4ED8F5}" presName="hierRoot2" presStyleCnt="0">
        <dgm:presLayoutVars>
          <dgm:hierBranch val="init"/>
        </dgm:presLayoutVars>
      </dgm:prSet>
      <dgm:spPr/>
    </dgm:pt>
    <dgm:pt modelId="{1D81972C-7DE8-4F37-9559-325254D0D632}" type="pres">
      <dgm:prSet presAssocID="{89E7AC53-F409-4078-9B31-8D814C4ED8F5}" presName="rootComposite" presStyleCnt="0"/>
      <dgm:spPr/>
    </dgm:pt>
    <dgm:pt modelId="{85F5E7CF-D020-45AA-8A53-6780475832D6}" type="pres">
      <dgm:prSet presAssocID="{89E7AC53-F409-4078-9B31-8D814C4ED8F5}" presName="rootText" presStyleLbl="node2" presStyleIdx="1" presStyleCnt="4" custLinFactNeighborX="-96997" custLinFactNeighborY="187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06B062F-9EDF-42F1-B966-73873EA80AAF}" type="pres">
      <dgm:prSet presAssocID="{89E7AC53-F409-4078-9B31-8D814C4ED8F5}" presName="rootConnector" presStyleLbl="node2" presStyleIdx="1" presStyleCnt="4"/>
      <dgm:spPr/>
      <dgm:t>
        <a:bodyPr/>
        <a:lstStyle/>
        <a:p>
          <a:endParaRPr lang="en-GB"/>
        </a:p>
      </dgm:t>
    </dgm:pt>
    <dgm:pt modelId="{4A6D82F3-21E9-4598-9BEC-702DF26193D9}" type="pres">
      <dgm:prSet presAssocID="{89E7AC53-F409-4078-9B31-8D814C4ED8F5}" presName="hierChild4" presStyleCnt="0"/>
      <dgm:spPr/>
    </dgm:pt>
    <dgm:pt modelId="{DC05EC8E-0F28-441E-953A-776F2509E6D1}" type="pres">
      <dgm:prSet presAssocID="{89E7AC53-F409-4078-9B31-8D814C4ED8F5}" presName="hierChild5" presStyleCnt="0"/>
      <dgm:spPr/>
    </dgm:pt>
    <dgm:pt modelId="{9C71437A-F9FD-4DEF-B8A9-77B1FDE52E87}" type="pres">
      <dgm:prSet presAssocID="{F2A5E286-0802-4D11-ACB0-868A5730A118}" presName="Name37" presStyleLbl="parChTrans1D2" presStyleIdx="2" presStyleCnt="4"/>
      <dgm:spPr/>
      <dgm:t>
        <a:bodyPr/>
        <a:lstStyle/>
        <a:p>
          <a:endParaRPr lang="en-GB"/>
        </a:p>
      </dgm:t>
    </dgm:pt>
    <dgm:pt modelId="{1E221CA1-F435-4E9C-8C65-AFEC5D9F0F5C}" type="pres">
      <dgm:prSet presAssocID="{40E653B4-973E-4089-89FB-F70127C2283B}" presName="hierRoot2" presStyleCnt="0">
        <dgm:presLayoutVars>
          <dgm:hierBranch val="init"/>
        </dgm:presLayoutVars>
      </dgm:prSet>
      <dgm:spPr/>
    </dgm:pt>
    <dgm:pt modelId="{92902763-6A4A-4371-AD5E-9873AD2CCD53}" type="pres">
      <dgm:prSet presAssocID="{40E653B4-973E-4089-89FB-F70127C2283B}" presName="rootComposite" presStyleCnt="0"/>
      <dgm:spPr/>
    </dgm:pt>
    <dgm:pt modelId="{6FBFACD9-3D50-41F5-8B9E-74B9755372E8}" type="pres">
      <dgm:prSet presAssocID="{40E653B4-973E-4089-89FB-F70127C2283B}" presName="rootText" presStyleLbl="node2" presStyleIdx="2" presStyleCnt="4" custLinFactNeighborX="4711" custLinFactNeighborY="187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46AF03D-0099-4109-9BE4-11FF323BA6C3}" type="pres">
      <dgm:prSet presAssocID="{40E653B4-973E-4089-89FB-F70127C2283B}" presName="rootConnector" presStyleLbl="node2" presStyleIdx="2" presStyleCnt="4"/>
      <dgm:spPr/>
      <dgm:t>
        <a:bodyPr/>
        <a:lstStyle/>
        <a:p>
          <a:endParaRPr lang="en-GB"/>
        </a:p>
      </dgm:t>
    </dgm:pt>
    <dgm:pt modelId="{68B42C9B-4FCC-41FE-8F6F-A610DFBEFC5E}" type="pres">
      <dgm:prSet presAssocID="{40E653B4-973E-4089-89FB-F70127C2283B}" presName="hierChild4" presStyleCnt="0"/>
      <dgm:spPr/>
    </dgm:pt>
    <dgm:pt modelId="{C3F64BC3-AC04-4B67-81E8-4909ED662C06}" type="pres">
      <dgm:prSet presAssocID="{40E653B4-973E-4089-89FB-F70127C2283B}" presName="hierChild5" presStyleCnt="0"/>
      <dgm:spPr/>
    </dgm:pt>
    <dgm:pt modelId="{B81F56B5-BA20-47EF-B920-749A017941ED}" type="pres">
      <dgm:prSet presAssocID="{3925D44F-82FE-4DBA-A13C-0512FA250244}" presName="Name37" presStyleLbl="parChTrans1D2" presStyleIdx="3" presStyleCnt="4"/>
      <dgm:spPr/>
      <dgm:t>
        <a:bodyPr/>
        <a:lstStyle/>
        <a:p>
          <a:endParaRPr lang="en-GB"/>
        </a:p>
      </dgm:t>
    </dgm:pt>
    <dgm:pt modelId="{03197D51-7792-41F7-9C35-B45330773C3F}" type="pres">
      <dgm:prSet presAssocID="{E8131191-A12A-472E-823F-274D786F9126}" presName="hierRoot2" presStyleCnt="0">
        <dgm:presLayoutVars>
          <dgm:hierBranch val="init"/>
        </dgm:presLayoutVars>
      </dgm:prSet>
      <dgm:spPr/>
    </dgm:pt>
    <dgm:pt modelId="{C05F4422-CD6B-4A53-9D45-2E1C8CB57482}" type="pres">
      <dgm:prSet presAssocID="{E8131191-A12A-472E-823F-274D786F9126}" presName="rootComposite" presStyleCnt="0"/>
      <dgm:spPr/>
    </dgm:pt>
    <dgm:pt modelId="{FEF7E625-78C6-4699-9780-4480B0CC31C0}" type="pres">
      <dgm:prSet presAssocID="{E8131191-A12A-472E-823F-274D786F9126}" presName="rootText" presStyleLbl="node2" presStyleIdx="3" presStyleCnt="4" custLinFactNeighborX="-3444" custLinFactNeighborY="187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9444466-3C4D-4163-B793-AA30BCC75F30}" type="pres">
      <dgm:prSet presAssocID="{E8131191-A12A-472E-823F-274D786F9126}" presName="rootConnector" presStyleLbl="node2" presStyleIdx="3" presStyleCnt="4"/>
      <dgm:spPr/>
      <dgm:t>
        <a:bodyPr/>
        <a:lstStyle/>
        <a:p>
          <a:endParaRPr lang="en-GB"/>
        </a:p>
      </dgm:t>
    </dgm:pt>
    <dgm:pt modelId="{A9C9C537-AF57-4A97-A8F5-B36DCACB2633}" type="pres">
      <dgm:prSet presAssocID="{E8131191-A12A-472E-823F-274D786F9126}" presName="hierChild4" presStyleCnt="0"/>
      <dgm:spPr/>
    </dgm:pt>
    <dgm:pt modelId="{25ACDFC2-DAF3-4B27-B372-D6F1216C479A}" type="pres">
      <dgm:prSet presAssocID="{E8131191-A12A-472E-823F-274D786F9126}" presName="hierChild5" presStyleCnt="0"/>
      <dgm:spPr/>
    </dgm:pt>
    <dgm:pt modelId="{CAF1E0A6-0329-41A3-B0A0-AE493B2494FF}" type="pres">
      <dgm:prSet presAssocID="{91D84ADF-B242-4283-820D-58FB9DED48CA}" presName="hierChild3" presStyleCnt="0"/>
      <dgm:spPr/>
    </dgm:pt>
  </dgm:ptLst>
  <dgm:cxnLst>
    <dgm:cxn modelId="{9E4D8C3F-5C1B-47B8-9B32-60A7D36FA358}" type="presOf" srcId="{65C3E786-8BDE-495A-9EAD-DB0A7A11F384}" destId="{F47B617D-F799-4B2C-9A42-6F00F0EA1EBD}" srcOrd="0" destOrd="0" presId="urn:microsoft.com/office/officeart/2005/8/layout/orgChart1"/>
    <dgm:cxn modelId="{FA7BD529-CC90-4717-B1C3-A4754448C051}" type="presOf" srcId="{E8131191-A12A-472E-823F-274D786F9126}" destId="{FEF7E625-78C6-4699-9780-4480B0CC31C0}" srcOrd="0" destOrd="0" presId="urn:microsoft.com/office/officeart/2005/8/layout/orgChart1"/>
    <dgm:cxn modelId="{23DD401A-90F3-46C2-949F-2BEDB1515691}" type="presOf" srcId="{40E653B4-973E-4089-89FB-F70127C2283B}" destId="{6FBFACD9-3D50-41F5-8B9E-74B9755372E8}" srcOrd="0" destOrd="0" presId="urn:microsoft.com/office/officeart/2005/8/layout/orgChart1"/>
    <dgm:cxn modelId="{ABDBF9A4-2C7C-4B4A-8E34-6114EF0BF010}" srcId="{91D84ADF-B242-4283-820D-58FB9DED48CA}" destId="{9D68DCDA-ED02-40DA-9347-9E14C906990A}" srcOrd="0" destOrd="0" parTransId="{65C3E786-8BDE-495A-9EAD-DB0A7A11F384}" sibTransId="{4B27F085-510B-4DF3-AEC8-9962BA015EBE}"/>
    <dgm:cxn modelId="{AE377843-B22E-4145-9510-F017513610B3}" type="presOf" srcId="{89E7AC53-F409-4078-9B31-8D814C4ED8F5}" destId="{85F5E7CF-D020-45AA-8A53-6780475832D6}" srcOrd="0" destOrd="0" presId="urn:microsoft.com/office/officeart/2005/8/layout/orgChart1"/>
    <dgm:cxn modelId="{4821933D-5A13-42CC-A44F-A9C0EB50524B}" srcId="{EC626605-6AEE-4093-A262-0CE7BB547A8B}" destId="{91D84ADF-B242-4283-820D-58FB9DED48CA}" srcOrd="0" destOrd="0" parTransId="{25B15468-D715-4B38-AC3F-E1F3BD5E0C32}" sibTransId="{3160FF30-5841-428A-B001-38FFB17C262F}"/>
    <dgm:cxn modelId="{5740499A-D0FC-481E-8B8C-9DE2B5A0690B}" type="presOf" srcId="{E8131191-A12A-472E-823F-274D786F9126}" destId="{79444466-3C4D-4163-B793-AA30BCC75F30}" srcOrd="1" destOrd="0" presId="urn:microsoft.com/office/officeart/2005/8/layout/orgChart1"/>
    <dgm:cxn modelId="{A05F5662-96B6-410F-BFF3-BB1C8E218A60}" type="presOf" srcId="{EC626605-6AEE-4093-A262-0CE7BB547A8B}" destId="{4066761D-3CBD-4850-B2A6-4EDED30A4714}" srcOrd="0" destOrd="0" presId="urn:microsoft.com/office/officeart/2005/8/layout/orgChart1"/>
    <dgm:cxn modelId="{B1C0D7A7-C478-4721-87AC-CD3E435B94E4}" srcId="{91D84ADF-B242-4283-820D-58FB9DED48CA}" destId="{89E7AC53-F409-4078-9B31-8D814C4ED8F5}" srcOrd="1" destOrd="0" parTransId="{68F262B0-14DF-4B59-AD27-C7C67D3FEAC1}" sibTransId="{2815BE89-0A4C-4A85-B9E7-DD9945C236CC}"/>
    <dgm:cxn modelId="{96BF6FBA-F1E9-488D-B1D9-83EF08DF914B}" type="presOf" srcId="{40E653B4-973E-4089-89FB-F70127C2283B}" destId="{D46AF03D-0099-4109-9BE4-11FF323BA6C3}" srcOrd="1" destOrd="0" presId="urn:microsoft.com/office/officeart/2005/8/layout/orgChart1"/>
    <dgm:cxn modelId="{2AE14FC7-A906-453D-A9C6-63DC20331DA7}" type="presOf" srcId="{3925D44F-82FE-4DBA-A13C-0512FA250244}" destId="{B81F56B5-BA20-47EF-B920-749A017941ED}" srcOrd="0" destOrd="0" presId="urn:microsoft.com/office/officeart/2005/8/layout/orgChart1"/>
    <dgm:cxn modelId="{5EB0798C-E003-4D4E-BE05-F3B10FF54073}" type="presOf" srcId="{91D84ADF-B242-4283-820D-58FB9DED48CA}" destId="{FC1EAB21-14D6-44D5-A319-86CB0CF28264}" srcOrd="0" destOrd="0" presId="urn:microsoft.com/office/officeart/2005/8/layout/orgChart1"/>
    <dgm:cxn modelId="{D9BE90E1-E829-41F7-8A7A-D52501F515D9}" type="presOf" srcId="{9D68DCDA-ED02-40DA-9347-9E14C906990A}" destId="{43CF1A4E-6445-4FD6-8A98-5FD3C058A257}" srcOrd="1" destOrd="0" presId="urn:microsoft.com/office/officeart/2005/8/layout/orgChart1"/>
    <dgm:cxn modelId="{7A726B66-84DD-4312-9B9D-1C3190D1B425}" srcId="{91D84ADF-B242-4283-820D-58FB9DED48CA}" destId="{40E653B4-973E-4089-89FB-F70127C2283B}" srcOrd="2" destOrd="0" parTransId="{F2A5E286-0802-4D11-ACB0-868A5730A118}" sibTransId="{EE01749E-1A32-4BF6-ABCE-E62BF6095AF9}"/>
    <dgm:cxn modelId="{A66D332C-9228-4F0E-A551-3B14A74184D2}" srcId="{91D84ADF-B242-4283-820D-58FB9DED48CA}" destId="{E8131191-A12A-472E-823F-274D786F9126}" srcOrd="3" destOrd="0" parTransId="{3925D44F-82FE-4DBA-A13C-0512FA250244}" sibTransId="{31F9555D-2DDD-4C70-B186-1AACD5081AF4}"/>
    <dgm:cxn modelId="{824DB14E-4C66-4659-8257-AD6606EEA8C8}" type="presOf" srcId="{89E7AC53-F409-4078-9B31-8D814C4ED8F5}" destId="{406B062F-9EDF-42F1-B966-73873EA80AAF}" srcOrd="1" destOrd="0" presId="urn:microsoft.com/office/officeart/2005/8/layout/orgChart1"/>
    <dgm:cxn modelId="{0EFB17C9-9E62-4411-B126-4DD0157C5A86}" type="presOf" srcId="{9D68DCDA-ED02-40DA-9347-9E14C906990A}" destId="{38E78953-1BA8-43E0-9357-EFF20754D8F4}" srcOrd="0" destOrd="0" presId="urn:microsoft.com/office/officeart/2005/8/layout/orgChart1"/>
    <dgm:cxn modelId="{EBC0CC59-5162-44A4-AC1A-F8C36EF15D0B}" type="presOf" srcId="{91D84ADF-B242-4283-820D-58FB9DED48CA}" destId="{AF5D6265-0B29-4766-9991-46FD8EA9A80F}" srcOrd="1" destOrd="0" presId="urn:microsoft.com/office/officeart/2005/8/layout/orgChart1"/>
    <dgm:cxn modelId="{77020B8B-E9CE-4725-B6E1-C3D4A1EF7683}" type="presOf" srcId="{F2A5E286-0802-4D11-ACB0-868A5730A118}" destId="{9C71437A-F9FD-4DEF-B8A9-77B1FDE52E87}" srcOrd="0" destOrd="0" presId="urn:microsoft.com/office/officeart/2005/8/layout/orgChart1"/>
    <dgm:cxn modelId="{A90E569D-F649-4BF5-A2B1-8A516AD89658}" type="presOf" srcId="{68F262B0-14DF-4B59-AD27-C7C67D3FEAC1}" destId="{BB839495-BC57-42DB-9BFC-A39249919856}" srcOrd="0" destOrd="0" presId="urn:microsoft.com/office/officeart/2005/8/layout/orgChart1"/>
    <dgm:cxn modelId="{7B1E6B81-D715-44A7-9B81-6481A31D2E82}" type="presParOf" srcId="{4066761D-3CBD-4850-B2A6-4EDED30A4714}" destId="{312CD821-4910-426D-8FE4-4AD4B520D211}" srcOrd="0" destOrd="0" presId="urn:microsoft.com/office/officeart/2005/8/layout/orgChart1"/>
    <dgm:cxn modelId="{A6B86F9F-FF70-4DD0-AD79-36826ADEF0D6}" type="presParOf" srcId="{312CD821-4910-426D-8FE4-4AD4B520D211}" destId="{8E91A6C9-CD3F-47A2-85CF-B6247E202B9F}" srcOrd="0" destOrd="0" presId="urn:microsoft.com/office/officeart/2005/8/layout/orgChart1"/>
    <dgm:cxn modelId="{39FDE993-6662-4D12-8C7A-0A0074A5BA53}" type="presParOf" srcId="{8E91A6C9-CD3F-47A2-85CF-B6247E202B9F}" destId="{FC1EAB21-14D6-44D5-A319-86CB0CF28264}" srcOrd="0" destOrd="0" presId="urn:microsoft.com/office/officeart/2005/8/layout/orgChart1"/>
    <dgm:cxn modelId="{918CD623-7222-4B77-8ADA-AD74EBF45411}" type="presParOf" srcId="{8E91A6C9-CD3F-47A2-85CF-B6247E202B9F}" destId="{AF5D6265-0B29-4766-9991-46FD8EA9A80F}" srcOrd="1" destOrd="0" presId="urn:microsoft.com/office/officeart/2005/8/layout/orgChart1"/>
    <dgm:cxn modelId="{53A76351-D5F2-4F40-99E6-795BF350E0B7}" type="presParOf" srcId="{312CD821-4910-426D-8FE4-4AD4B520D211}" destId="{B2849F8A-EC8D-4FFA-A417-592C49FEC03F}" srcOrd="1" destOrd="0" presId="urn:microsoft.com/office/officeart/2005/8/layout/orgChart1"/>
    <dgm:cxn modelId="{6D2E420A-C8C8-4AF5-BF81-FF00ADCE6A70}" type="presParOf" srcId="{B2849F8A-EC8D-4FFA-A417-592C49FEC03F}" destId="{F47B617D-F799-4B2C-9A42-6F00F0EA1EBD}" srcOrd="0" destOrd="0" presId="urn:microsoft.com/office/officeart/2005/8/layout/orgChart1"/>
    <dgm:cxn modelId="{61F72F14-2CAD-4430-B07E-AD8D9067950C}" type="presParOf" srcId="{B2849F8A-EC8D-4FFA-A417-592C49FEC03F}" destId="{8FAC5B4C-D521-404A-B2C0-BF3906D1B6BA}" srcOrd="1" destOrd="0" presId="urn:microsoft.com/office/officeart/2005/8/layout/orgChart1"/>
    <dgm:cxn modelId="{8321E935-5387-4374-847C-0CD6259A4079}" type="presParOf" srcId="{8FAC5B4C-D521-404A-B2C0-BF3906D1B6BA}" destId="{EB74222A-F5F4-445B-8FAA-278CD10D7004}" srcOrd="0" destOrd="0" presId="urn:microsoft.com/office/officeart/2005/8/layout/orgChart1"/>
    <dgm:cxn modelId="{2700F29A-15EB-4BF2-8B42-321EF6063A60}" type="presParOf" srcId="{EB74222A-F5F4-445B-8FAA-278CD10D7004}" destId="{38E78953-1BA8-43E0-9357-EFF20754D8F4}" srcOrd="0" destOrd="0" presId="urn:microsoft.com/office/officeart/2005/8/layout/orgChart1"/>
    <dgm:cxn modelId="{10C8FF64-9399-47DF-98A9-541CBAE89656}" type="presParOf" srcId="{EB74222A-F5F4-445B-8FAA-278CD10D7004}" destId="{43CF1A4E-6445-4FD6-8A98-5FD3C058A257}" srcOrd="1" destOrd="0" presId="urn:microsoft.com/office/officeart/2005/8/layout/orgChart1"/>
    <dgm:cxn modelId="{7249C619-BD7F-4C76-A8F4-F633F626114C}" type="presParOf" srcId="{8FAC5B4C-D521-404A-B2C0-BF3906D1B6BA}" destId="{2AC4A03B-D18D-4FA1-9057-6FEB7AB91C54}" srcOrd="1" destOrd="0" presId="urn:microsoft.com/office/officeart/2005/8/layout/orgChart1"/>
    <dgm:cxn modelId="{0DF84A2C-2F8D-49AB-B0D6-439A3E0B49F4}" type="presParOf" srcId="{8FAC5B4C-D521-404A-B2C0-BF3906D1B6BA}" destId="{872F253E-D514-486E-BECE-AA79F30D508D}" srcOrd="2" destOrd="0" presId="urn:microsoft.com/office/officeart/2005/8/layout/orgChart1"/>
    <dgm:cxn modelId="{3C968733-F94C-4040-977A-813DB1FF6F64}" type="presParOf" srcId="{B2849F8A-EC8D-4FFA-A417-592C49FEC03F}" destId="{BB839495-BC57-42DB-9BFC-A39249919856}" srcOrd="2" destOrd="0" presId="urn:microsoft.com/office/officeart/2005/8/layout/orgChart1"/>
    <dgm:cxn modelId="{51869321-0281-4DFD-BE37-F1747D7CA692}" type="presParOf" srcId="{B2849F8A-EC8D-4FFA-A417-592C49FEC03F}" destId="{FCB9B65D-FC9D-4B7D-8CCC-A3B8ECA8592F}" srcOrd="3" destOrd="0" presId="urn:microsoft.com/office/officeart/2005/8/layout/orgChart1"/>
    <dgm:cxn modelId="{00A023C2-31ED-4134-B00D-0A27DAAE8731}" type="presParOf" srcId="{FCB9B65D-FC9D-4B7D-8CCC-A3B8ECA8592F}" destId="{1D81972C-7DE8-4F37-9559-325254D0D632}" srcOrd="0" destOrd="0" presId="urn:microsoft.com/office/officeart/2005/8/layout/orgChart1"/>
    <dgm:cxn modelId="{E6B2B932-0382-4CA3-A162-078AD39E5FAD}" type="presParOf" srcId="{1D81972C-7DE8-4F37-9559-325254D0D632}" destId="{85F5E7CF-D020-45AA-8A53-6780475832D6}" srcOrd="0" destOrd="0" presId="urn:microsoft.com/office/officeart/2005/8/layout/orgChart1"/>
    <dgm:cxn modelId="{10881753-EACB-4774-A32A-91DEDD799E60}" type="presParOf" srcId="{1D81972C-7DE8-4F37-9559-325254D0D632}" destId="{406B062F-9EDF-42F1-B966-73873EA80AAF}" srcOrd="1" destOrd="0" presId="urn:microsoft.com/office/officeart/2005/8/layout/orgChart1"/>
    <dgm:cxn modelId="{0147ABCA-832F-45C5-82E4-F4EAFF770BFF}" type="presParOf" srcId="{FCB9B65D-FC9D-4B7D-8CCC-A3B8ECA8592F}" destId="{4A6D82F3-21E9-4598-9BEC-702DF26193D9}" srcOrd="1" destOrd="0" presId="urn:microsoft.com/office/officeart/2005/8/layout/orgChart1"/>
    <dgm:cxn modelId="{D75194E6-6C10-4134-BE79-603C30DD1FE8}" type="presParOf" srcId="{FCB9B65D-FC9D-4B7D-8CCC-A3B8ECA8592F}" destId="{DC05EC8E-0F28-441E-953A-776F2509E6D1}" srcOrd="2" destOrd="0" presId="urn:microsoft.com/office/officeart/2005/8/layout/orgChart1"/>
    <dgm:cxn modelId="{D1264CAB-461B-428C-A4B6-BF0EE921F17B}" type="presParOf" srcId="{B2849F8A-EC8D-4FFA-A417-592C49FEC03F}" destId="{9C71437A-F9FD-4DEF-B8A9-77B1FDE52E87}" srcOrd="4" destOrd="0" presId="urn:microsoft.com/office/officeart/2005/8/layout/orgChart1"/>
    <dgm:cxn modelId="{FC8FD7A0-CFC1-42C5-A384-36EAABF08FC6}" type="presParOf" srcId="{B2849F8A-EC8D-4FFA-A417-592C49FEC03F}" destId="{1E221CA1-F435-4E9C-8C65-AFEC5D9F0F5C}" srcOrd="5" destOrd="0" presId="urn:microsoft.com/office/officeart/2005/8/layout/orgChart1"/>
    <dgm:cxn modelId="{D5AA2FF6-9EB1-4419-95CD-1866CC5EC11D}" type="presParOf" srcId="{1E221CA1-F435-4E9C-8C65-AFEC5D9F0F5C}" destId="{92902763-6A4A-4371-AD5E-9873AD2CCD53}" srcOrd="0" destOrd="0" presId="urn:microsoft.com/office/officeart/2005/8/layout/orgChart1"/>
    <dgm:cxn modelId="{042B51FA-AB52-432B-BFD4-C11B1527E664}" type="presParOf" srcId="{92902763-6A4A-4371-AD5E-9873AD2CCD53}" destId="{6FBFACD9-3D50-41F5-8B9E-74B9755372E8}" srcOrd="0" destOrd="0" presId="urn:microsoft.com/office/officeart/2005/8/layout/orgChart1"/>
    <dgm:cxn modelId="{8F484414-8CDF-4050-AA1F-C63B04FA8E33}" type="presParOf" srcId="{92902763-6A4A-4371-AD5E-9873AD2CCD53}" destId="{D46AF03D-0099-4109-9BE4-11FF323BA6C3}" srcOrd="1" destOrd="0" presId="urn:microsoft.com/office/officeart/2005/8/layout/orgChart1"/>
    <dgm:cxn modelId="{B153E503-A675-40C0-AC6C-94F352AF449E}" type="presParOf" srcId="{1E221CA1-F435-4E9C-8C65-AFEC5D9F0F5C}" destId="{68B42C9B-4FCC-41FE-8F6F-A610DFBEFC5E}" srcOrd="1" destOrd="0" presId="urn:microsoft.com/office/officeart/2005/8/layout/orgChart1"/>
    <dgm:cxn modelId="{31A48002-28C9-4A23-A3B9-F6EF64711D92}" type="presParOf" srcId="{1E221CA1-F435-4E9C-8C65-AFEC5D9F0F5C}" destId="{C3F64BC3-AC04-4B67-81E8-4909ED662C06}" srcOrd="2" destOrd="0" presId="urn:microsoft.com/office/officeart/2005/8/layout/orgChart1"/>
    <dgm:cxn modelId="{6AFA456E-1921-40A6-9535-A278BFA46DA2}" type="presParOf" srcId="{B2849F8A-EC8D-4FFA-A417-592C49FEC03F}" destId="{B81F56B5-BA20-47EF-B920-749A017941ED}" srcOrd="6" destOrd="0" presId="urn:microsoft.com/office/officeart/2005/8/layout/orgChart1"/>
    <dgm:cxn modelId="{19798F4F-ABE5-4DBA-82AB-888A352ECDC0}" type="presParOf" srcId="{B2849F8A-EC8D-4FFA-A417-592C49FEC03F}" destId="{03197D51-7792-41F7-9C35-B45330773C3F}" srcOrd="7" destOrd="0" presId="urn:microsoft.com/office/officeart/2005/8/layout/orgChart1"/>
    <dgm:cxn modelId="{4B72C87C-F8A8-4A7F-BB6C-40550F3128E0}" type="presParOf" srcId="{03197D51-7792-41F7-9C35-B45330773C3F}" destId="{C05F4422-CD6B-4A53-9D45-2E1C8CB57482}" srcOrd="0" destOrd="0" presId="urn:microsoft.com/office/officeart/2005/8/layout/orgChart1"/>
    <dgm:cxn modelId="{12775377-5F88-494A-A622-D1630EB5B550}" type="presParOf" srcId="{C05F4422-CD6B-4A53-9D45-2E1C8CB57482}" destId="{FEF7E625-78C6-4699-9780-4480B0CC31C0}" srcOrd="0" destOrd="0" presId="urn:microsoft.com/office/officeart/2005/8/layout/orgChart1"/>
    <dgm:cxn modelId="{E8C49759-9E78-45B8-81BC-55081EC17A2D}" type="presParOf" srcId="{C05F4422-CD6B-4A53-9D45-2E1C8CB57482}" destId="{79444466-3C4D-4163-B793-AA30BCC75F30}" srcOrd="1" destOrd="0" presId="urn:microsoft.com/office/officeart/2005/8/layout/orgChart1"/>
    <dgm:cxn modelId="{DF00717D-B31E-4B41-A1FA-94753A6B776C}" type="presParOf" srcId="{03197D51-7792-41F7-9C35-B45330773C3F}" destId="{A9C9C537-AF57-4A97-A8F5-B36DCACB2633}" srcOrd="1" destOrd="0" presId="urn:microsoft.com/office/officeart/2005/8/layout/orgChart1"/>
    <dgm:cxn modelId="{AED5B355-2733-4C09-80E1-6798E09B0834}" type="presParOf" srcId="{03197D51-7792-41F7-9C35-B45330773C3F}" destId="{25ACDFC2-DAF3-4B27-B372-D6F1216C479A}" srcOrd="2" destOrd="0" presId="urn:microsoft.com/office/officeart/2005/8/layout/orgChart1"/>
    <dgm:cxn modelId="{8840F08C-3DDD-442A-94C8-CEA08124E7F4}" type="presParOf" srcId="{312CD821-4910-426D-8FE4-4AD4B520D211}" destId="{CAF1E0A6-0329-41A3-B0A0-AE493B2494F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C79436-F3E5-4A18-A111-D1C37DFB26D7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3CCD3B9F-0155-4B96-BEDC-660B5E23CB1B}">
      <dgm:prSet phldrT="[Text]"/>
      <dgm:spPr/>
      <dgm:t>
        <a:bodyPr/>
        <a:lstStyle/>
        <a:p>
          <a:r>
            <a:rPr lang="en-GB" dirty="0"/>
            <a:t>Operations Function</a:t>
          </a:r>
        </a:p>
      </dgm:t>
    </dgm:pt>
    <dgm:pt modelId="{37DA4714-035C-4C2A-8B9F-8BD71312542C}" type="parTrans" cxnId="{990C4018-A957-4776-A87D-46EF955C64B4}">
      <dgm:prSet/>
      <dgm:spPr/>
      <dgm:t>
        <a:bodyPr/>
        <a:lstStyle/>
        <a:p>
          <a:endParaRPr lang="en-GB"/>
        </a:p>
      </dgm:t>
    </dgm:pt>
    <dgm:pt modelId="{5712C8C6-BF8A-45C2-B015-CFD541F7813F}" type="sibTrans" cxnId="{990C4018-A957-4776-A87D-46EF955C64B4}">
      <dgm:prSet/>
      <dgm:spPr/>
      <dgm:t>
        <a:bodyPr/>
        <a:lstStyle/>
        <a:p>
          <a:endParaRPr lang="en-GB"/>
        </a:p>
      </dgm:t>
    </dgm:pt>
    <dgm:pt modelId="{9A63F960-454E-424A-B245-51246FE3391E}">
      <dgm:prSet phldrT="[Text]"/>
      <dgm:spPr/>
      <dgm:t>
        <a:bodyPr/>
        <a:lstStyle/>
        <a:p>
          <a:r>
            <a:rPr lang="en-GB" dirty="0"/>
            <a:t>Aviation Division</a:t>
          </a:r>
        </a:p>
      </dgm:t>
    </dgm:pt>
    <dgm:pt modelId="{2F931C37-E672-4386-9504-B8A7DA2DEBFE}" type="parTrans" cxnId="{46244A81-7962-4F78-A0CC-4BA64202C004}">
      <dgm:prSet/>
      <dgm:spPr/>
      <dgm:t>
        <a:bodyPr/>
        <a:lstStyle/>
        <a:p>
          <a:endParaRPr lang="en-GB"/>
        </a:p>
      </dgm:t>
    </dgm:pt>
    <dgm:pt modelId="{DAC19569-60C1-4CED-8B24-DD7A0F6C0374}" type="sibTrans" cxnId="{46244A81-7962-4F78-A0CC-4BA64202C004}">
      <dgm:prSet/>
      <dgm:spPr/>
      <dgm:t>
        <a:bodyPr/>
        <a:lstStyle/>
        <a:p>
          <a:endParaRPr lang="en-GB"/>
        </a:p>
      </dgm:t>
    </dgm:pt>
    <dgm:pt modelId="{EA5C171D-50D0-4945-AA91-860B938468D1}">
      <dgm:prSet phldrT="[Text]"/>
      <dgm:spPr/>
      <dgm:t>
        <a:bodyPr/>
        <a:lstStyle/>
        <a:p>
          <a:r>
            <a:rPr lang="en-GB" dirty="0"/>
            <a:t>Health &amp; Safety</a:t>
          </a:r>
        </a:p>
      </dgm:t>
    </dgm:pt>
    <dgm:pt modelId="{DF313BDE-993A-4084-B667-F7E058B2E00E}" type="parTrans" cxnId="{0F3CE1FB-AF41-4EAD-A149-33F3924F9ABA}">
      <dgm:prSet/>
      <dgm:spPr/>
      <dgm:t>
        <a:bodyPr/>
        <a:lstStyle/>
        <a:p>
          <a:endParaRPr lang="en-GB"/>
        </a:p>
      </dgm:t>
    </dgm:pt>
    <dgm:pt modelId="{607FD26A-C725-4650-AB79-3C8247D61068}" type="sibTrans" cxnId="{0F3CE1FB-AF41-4EAD-A149-33F3924F9ABA}">
      <dgm:prSet/>
      <dgm:spPr/>
      <dgm:t>
        <a:bodyPr/>
        <a:lstStyle/>
        <a:p>
          <a:endParaRPr lang="en-GB"/>
        </a:p>
      </dgm:t>
    </dgm:pt>
    <dgm:pt modelId="{5E11293C-37F5-4A4A-BB0F-2C3BEEC528FF}">
      <dgm:prSet phldrT="[Text]"/>
      <dgm:spPr/>
      <dgm:t>
        <a:bodyPr/>
        <a:lstStyle/>
        <a:p>
          <a:r>
            <a:rPr lang="en-GB" dirty="0"/>
            <a:t>Waste Management</a:t>
          </a:r>
        </a:p>
      </dgm:t>
    </dgm:pt>
    <dgm:pt modelId="{6A01930F-73A6-4FF5-B803-5A0CEC30D263}" type="parTrans" cxnId="{47A2D083-94DA-4E76-9DAF-3F5B1DDCF468}">
      <dgm:prSet/>
      <dgm:spPr/>
      <dgm:t>
        <a:bodyPr/>
        <a:lstStyle/>
        <a:p>
          <a:endParaRPr lang="en-GB"/>
        </a:p>
      </dgm:t>
    </dgm:pt>
    <dgm:pt modelId="{903BC739-E88D-4FC8-B748-B6A5C20ADF59}" type="sibTrans" cxnId="{47A2D083-94DA-4E76-9DAF-3F5B1DDCF468}">
      <dgm:prSet/>
      <dgm:spPr/>
      <dgm:t>
        <a:bodyPr/>
        <a:lstStyle/>
        <a:p>
          <a:endParaRPr lang="en-GB"/>
        </a:p>
      </dgm:t>
    </dgm:pt>
    <dgm:pt modelId="{C6E44C64-1DFB-4738-A62F-7FA3F5B54406}">
      <dgm:prSet/>
      <dgm:spPr/>
      <dgm:t>
        <a:bodyPr/>
        <a:lstStyle/>
        <a:p>
          <a:r>
            <a:rPr lang="en-GB" dirty="0"/>
            <a:t>Shoreline Division</a:t>
          </a:r>
        </a:p>
      </dgm:t>
    </dgm:pt>
    <dgm:pt modelId="{563237C1-E8EB-4F19-9129-5F2A30A9C5FE}" type="parTrans" cxnId="{B25E9532-4F12-4277-B865-A095701FAFD5}">
      <dgm:prSet/>
      <dgm:spPr/>
      <dgm:t>
        <a:bodyPr/>
        <a:lstStyle/>
        <a:p>
          <a:endParaRPr lang="en-GB"/>
        </a:p>
      </dgm:t>
    </dgm:pt>
    <dgm:pt modelId="{EDCBEF6F-6E10-4269-A014-2A0745BA9788}" type="sibTrans" cxnId="{B25E9532-4F12-4277-B865-A095701FAFD5}">
      <dgm:prSet/>
      <dgm:spPr/>
      <dgm:t>
        <a:bodyPr/>
        <a:lstStyle/>
        <a:p>
          <a:endParaRPr lang="en-GB"/>
        </a:p>
      </dgm:t>
    </dgm:pt>
    <dgm:pt modelId="{D3E8AE40-5B31-4509-B715-A778D79A398A}">
      <dgm:prSet/>
      <dgm:spPr/>
      <dgm:t>
        <a:bodyPr/>
        <a:lstStyle/>
        <a:p>
          <a:r>
            <a:rPr lang="en-GB" dirty="0"/>
            <a:t>Wildlife Division</a:t>
          </a:r>
        </a:p>
      </dgm:t>
    </dgm:pt>
    <dgm:pt modelId="{AF2BA4CF-99CE-403B-BF8A-C89D08D1D0FC}" type="parTrans" cxnId="{B1335973-114D-4380-8FA9-3C3E919C37D2}">
      <dgm:prSet/>
      <dgm:spPr/>
      <dgm:t>
        <a:bodyPr/>
        <a:lstStyle/>
        <a:p>
          <a:endParaRPr lang="en-GB"/>
        </a:p>
      </dgm:t>
    </dgm:pt>
    <dgm:pt modelId="{4031A27E-69F1-44D1-A24B-B364F91ED427}" type="sibTrans" cxnId="{B1335973-114D-4380-8FA9-3C3E919C37D2}">
      <dgm:prSet/>
      <dgm:spPr/>
      <dgm:t>
        <a:bodyPr/>
        <a:lstStyle/>
        <a:p>
          <a:endParaRPr lang="en-GB"/>
        </a:p>
      </dgm:t>
    </dgm:pt>
    <dgm:pt modelId="{AE6815D7-C177-4CFE-9836-4D1D1D76EC2E}">
      <dgm:prSet/>
      <dgm:spPr/>
      <dgm:t>
        <a:bodyPr/>
        <a:lstStyle/>
        <a:p>
          <a:r>
            <a:rPr lang="en-GB" dirty="0"/>
            <a:t>Marine Division</a:t>
          </a:r>
        </a:p>
      </dgm:t>
    </dgm:pt>
    <dgm:pt modelId="{287C2354-E929-4341-A4A5-4852CFAC96FE}" type="parTrans" cxnId="{FD9D57AF-A2C5-475B-AC73-177E4B0C0FBA}">
      <dgm:prSet/>
      <dgm:spPr/>
      <dgm:t>
        <a:bodyPr/>
        <a:lstStyle/>
        <a:p>
          <a:endParaRPr lang="en-GB"/>
        </a:p>
      </dgm:t>
    </dgm:pt>
    <dgm:pt modelId="{ADFD55D9-84A5-4FBF-B3A9-12EEEFD485C0}" type="sibTrans" cxnId="{FD9D57AF-A2C5-475B-AC73-177E4B0C0FBA}">
      <dgm:prSet/>
      <dgm:spPr/>
      <dgm:t>
        <a:bodyPr/>
        <a:lstStyle/>
        <a:p>
          <a:endParaRPr lang="en-GB"/>
        </a:p>
      </dgm:t>
    </dgm:pt>
    <dgm:pt modelId="{9614D218-D6D8-4060-B178-B5F5FC71F19D}">
      <dgm:prSet/>
      <dgm:spPr/>
      <dgm:t>
        <a:bodyPr/>
        <a:lstStyle/>
        <a:p>
          <a:r>
            <a:rPr lang="en-GB" dirty="0"/>
            <a:t>Aerial Dispersants</a:t>
          </a:r>
        </a:p>
      </dgm:t>
    </dgm:pt>
    <dgm:pt modelId="{D372FCF6-3CB6-4758-A052-501D5878AD2D}" type="parTrans" cxnId="{AAD9A032-76EB-4422-B2ED-9C1A6B0A9E88}">
      <dgm:prSet/>
      <dgm:spPr/>
      <dgm:t>
        <a:bodyPr/>
        <a:lstStyle/>
        <a:p>
          <a:endParaRPr lang="en-GB"/>
        </a:p>
      </dgm:t>
    </dgm:pt>
    <dgm:pt modelId="{F4DEB5F0-A737-468B-B53D-FAB6A1F9EDFF}" type="sibTrans" cxnId="{AAD9A032-76EB-4422-B2ED-9C1A6B0A9E88}">
      <dgm:prSet/>
      <dgm:spPr/>
      <dgm:t>
        <a:bodyPr/>
        <a:lstStyle/>
        <a:p>
          <a:endParaRPr lang="en-GB"/>
        </a:p>
      </dgm:t>
    </dgm:pt>
    <dgm:pt modelId="{32E2B80B-47FD-4D14-ACD3-2C708A75819A}">
      <dgm:prSet/>
      <dgm:spPr/>
      <dgm:t>
        <a:bodyPr/>
        <a:lstStyle/>
        <a:p>
          <a:r>
            <a:rPr lang="en-GB" dirty="0"/>
            <a:t>Aerial Surveillance</a:t>
          </a:r>
        </a:p>
      </dgm:t>
    </dgm:pt>
    <dgm:pt modelId="{4922424C-8F40-4BC3-BEA4-887D74CACA1B}" type="parTrans" cxnId="{54180DFC-1DE2-493B-A9F2-676263CED656}">
      <dgm:prSet/>
      <dgm:spPr/>
      <dgm:t>
        <a:bodyPr/>
        <a:lstStyle/>
        <a:p>
          <a:endParaRPr lang="en-GB"/>
        </a:p>
      </dgm:t>
    </dgm:pt>
    <dgm:pt modelId="{3876DA41-2CF4-4AF1-A98C-32E98BBE8102}" type="sibTrans" cxnId="{54180DFC-1DE2-493B-A9F2-676263CED656}">
      <dgm:prSet/>
      <dgm:spPr/>
      <dgm:t>
        <a:bodyPr/>
        <a:lstStyle/>
        <a:p>
          <a:endParaRPr lang="en-GB"/>
        </a:p>
      </dgm:t>
    </dgm:pt>
    <dgm:pt modelId="{A749870E-BB2D-4DE5-8BB3-A8A72BD2844D}">
      <dgm:prSet/>
      <dgm:spPr/>
      <dgm:t>
        <a:bodyPr/>
        <a:lstStyle/>
        <a:p>
          <a:r>
            <a:rPr lang="en-GB" dirty="0"/>
            <a:t>Marine Containment &amp; Recovery</a:t>
          </a:r>
        </a:p>
      </dgm:t>
    </dgm:pt>
    <dgm:pt modelId="{5A8D206C-9E76-48A8-BB9C-8B2462488A75}" type="parTrans" cxnId="{B4E11DD5-493F-4D1A-A7E9-BFF823AC1FFC}">
      <dgm:prSet/>
      <dgm:spPr/>
      <dgm:t>
        <a:bodyPr/>
        <a:lstStyle/>
        <a:p>
          <a:endParaRPr lang="en-GB"/>
        </a:p>
      </dgm:t>
    </dgm:pt>
    <dgm:pt modelId="{5D956A50-EC14-4EE2-99F5-9885225B2AC3}" type="sibTrans" cxnId="{B4E11DD5-493F-4D1A-A7E9-BFF823AC1FFC}">
      <dgm:prSet/>
      <dgm:spPr/>
      <dgm:t>
        <a:bodyPr/>
        <a:lstStyle/>
        <a:p>
          <a:endParaRPr lang="en-GB"/>
        </a:p>
      </dgm:t>
    </dgm:pt>
    <dgm:pt modelId="{F008FFF6-01B7-4A92-ABCE-817DF3123030}">
      <dgm:prSet/>
      <dgm:spPr/>
      <dgm:t>
        <a:bodyPr/>
        <a:lstStyle/>
        <a:p>
          <a:r>
            <a:rPr lang="en-GB" dirty="0"/>
            <a:t>Marine Dispersants</a:t>
          </a:r>
        </a:p>
      </dgm:t>
    </dgm:pt>
    <dgm:pt modelId="{0DDDD8C4-764C-4DCF-A0A4-A850DA48756E}" type="parTrans" cxnId="{7952198B-FDF4-4A28-B4D7-937144604A1F}">
      <dgm:prSet/>
      <dgm:spPr/>
      <dgm:t>
        <a:bodyPr/>
        <a:lstStyle/>
        <a:p>
          <a:endParaRPr lang="en-GB"/>
        </a:p>
      </dgm:t>
    </dgm:pt>
    <dgm:pt modelId="{5B1051F0-B489-45D2-A5B1-C7AB64D4418A}" type="sibTrans" cxnId="{7952198B-FDF4-4A28-B4D7-937144604A1F}">
      <dgm:prSet/>
      <dgm:spPr/>
      <dgm:t>
        <a:bodyPr/>
        <a:lstStyle/>
        <a:p>
          <a:endParaRPr lang="en-GB"/>
        </a:p>
      </dgm:t>
    </dgm:pt>
    <dgm:pt modelId="{A33E03BE-9A74-417C-B8A9-C0195B7945E7}">
      <dgm:prSet/>
      <dgm:spPr/>
      <dgm:t>
        <a:bodyPr/>
        <a:lstStyle/>
        <a:p>
          <a:r>
            <a:rPr lang="en-GB" dirty="0"/>
            <a:t>Sector A</a:t>
          </a:r>
        </a:p>
      </dgm:t>
    </dgm:pt>
    <dgm:pt modelId="{F3F9488F-5551-4357-9517-6FE9C119093F}" type="parTrans" cxnId="{2E98AD3A-1228-4C5F-81EF-F99BEFC2C270}">
      <dgm:prSet/>
      <dgm:spPr/>
      <dgm:t>
        <a:bodyPr/>
        <a:lstStyle/>
        <a:p>
          <a:endParaRPr lang="en-GB"/>
        </a:p>
      </dgm:t>
    </dgm:pt>
    <dgm:pt modelId="{4D7B81C4-890F-41F5-A70D-1FFBA263F611}" type="sibTrans" cxnId="{2E98AD3A-1228-4C5F-81EF-F99BEFC2C270}">
      <dgm:prSet/>
      <dgm:spPr/>
      <dgm:t>
        <a:bodyPr/>
        <a:lstStyle/>
        <a:p>
          <a:endParaRPr lang="en-GB"/>
        </a:p>
      </dgm:t>
    </dgm:pt>
    <dgm:pt modelId="{39813285-D3AB-4F76-AF56-7E30F5F7351D}">
      <dgm:prSet/>
      <dgm:spPr/>
      <dgm:t>
        <a:bodyPr/>
        <a:lstStyle/>
        <a:p>
          <a:r>
            <a:rPr lang="en-GB" dirty="0"/>
            <a:t>Sector B</a:t>
          </a:r>
        </a:p>
      </dgm:t>
    </dgm:pt>
    <dgm:pt modelId="{54EBBE6F-04EB-4F2B-973F-4E9D81D4EB12}" type="parTrans" cxnId="{5B3B2688-156E-427D-8905-D803CDDA4E91}">
      <dgm:prSet/>
      <dgm:spPr/>
      <dgm:t>
        <a:bodyPr/>
        <a:lstStyle/>
        <a:p>
          <a:endParaRPr lang="en-GB"/>
        </a:p>
      </dgm:t>
    </dgm:pt>
    <dgm:pt modelId="{3D2DD3D0-B9C8-4B5A-B639-CD6F7D2814A2}" type="sibTrans" cxnId="{5B3B2688-156E-427D-8905-D803CDDA4E91}">
      <dgm:prSet/>
      <dgm:spPr/>
      <dgm:t>
        <a:bodyPr/>
        <a:lstStyle/>
        <a:p>
          <a:endParaRPr lang="en-GB"/>
        </a:p>
      </dgm:t>
    </dgm:pt>
    <dgm:pt modelId="{3C9B4CBF-887C-42E9-860A-DF2EFF39AFC7}">
      <dgm:prSet/>
      <dgm:spPr/>
      <dgm:t>
        <a:bodyPr/>
        <a:lstStyle/>
        <a:p>
          <a:r>
            <a:rPr lang="en-GB" dirty="0"/>
            <a:t>Response Team B</a:t>
          </a:r>
        </a:p>
      </dgm:t>
    </dgm:pt>
    <dgm:pt modelId="{5357F69D-47AD-47A7-8B2F-DD5B7B4B32ED}" type="parTrans" cxnId="{6A4FF4CF-A94C-4A32-812F-2029AB44902D}">
      <dgm:prSet/>
      <dgm:spPr/>
      <dgm:t>
        <a:bodyPr/>
        <a:lstStyle/>
        <a:p>
          <a:endParaRPr lang="en-GB"/>
        </a:p>
      </dgm:t>
    </dgm:pt>
    <dgm:pt modelId="{E587B8B0-D0F9-4576-8D02-87ACEF8946F8}" type="sibTrans" cxnId="{6A4FF4CF-A94C-4A32-812F-2029AB44902D}">
      <dgm:prSet/>
      <dgm:spPr/>
      <dgm:t>
        <a:bodyPr/>
        <a:lstStyle/>
        <a:p>
          <a:endParaRPr lang="en-GB"/>
        </a:p>
      </dgm:t>
    </dgm:pt>
    <dgm:pt modelId="{CD12D704-195A-46A6-BA45-95B0CDDCD753}">
      <dgm:prSet/>
      <dgm:spPr/>
      <dgm:t>
        <a:bodyPr/>
        <a:lstStyle/>
        <a:p>
          <a:r>
            <a:rPr lang="en-GB" dirty="0"/>
            <a:t>Response Team A</a:t>
          </a:r>
        </a:p>
      </dgm:t>
    </dgm:pt>
    <dgm:pt modelId="{736C3FF6-ECF4-4606-983F-1474F41F86ED}" type="parTrans" cxnId="{8B480615-C16E-40F0-98B3-F569720F2138}">
      <dgm:prSet/>
      <dgm:spPr/>
      <dgm:t>
        <a:bodyPr/>
        <a:lstStyle/>
        <a:p>
          <a:endParaRPr lang="en-GB"/>
        </a:p>
      </dgm:t>
    </dgm:pt>
    <dgm:pt modelId="{CAB24EE8-20EA-4955-AFF5-8FDAD5380DC0}" type="sibTrans" cxnId="{8B480615-C16E-40F0-98B3-F569720F2138}">
      <dgm:prSet/>
      <dgm:spPr/>
      <dgm:t>
        <a:bodyPr/>
        <a:lstStyle/>
        <a:p>
          <a:endParaRPr lang="en-GB"/>
        </a:p>
      </dgm:t>
    </dgm:pt>
    <dgm:pt modelId="{DA8B3A31-3693-49AE-A2EC-B22FE02CCACF}">
      <dgm:prSet/>
      <dgm:spPr/>
      <dgm:t>
        <a:bodyPr/>
        <a:lstStyle/>
        <a:p>
          <a:r>
            <a:rPr lang="en-GB" dirty="0"/>
            <a:t>Response Team A</a:t>
          </a:r>
        </a:p>
      </dgm:t>
    </dgm:pt>
    <dgm:pt modelId="{5C5800E7-5F8A-4CE3-B063-16B5CCE326B9}" type="parTrans" cxnId="{B7E77DF4-7AD8-492D-814C-884B38D66DF4}">
      <dgm:prSet/>
      <dgm:spPr/>
      <dgm:t>
        <a:bodyPr/>
        <a:lstStyle/>
        <a:p>
          <a:endParaRPr lang="en-GB"/>
        </a:p>
      </dgm:t>
    </dgm:pt>
    <dgm:pt modelId="{C076DBFB-9CDB-40D2-8814-66F6210CC813}" type="sibTrans" cxnId="{B7E77DF4-7AD8-492D-814C-884B38D66DF4}">
      <dgm:prSet/>
      <dgm:spPr/>
      <dgm:t>
        <a:bodyPr/>
        <a:lstStyle/>
        <a:p>
          <a:endParaRPr lang="en-GB"/>
        </a:p>
      </dgm:t>
    </dgm:pt>
    <dgm:pt modelId="{ABE66474-5B17-4257-8B71-F5E2DBC34454}">
      <dgm:prSet/>
      <dgm:spPr/>
      <dgm:t>
        <a:bodyPr/>
        <a:lstStyle/>
        <a:p>
          <a:r>
            <a:rPr lang="en-GB" dirty="0"/>
            <a:t>Response Team B</a:t>
          </a:r>
        </a:p>
      </dgm:t>
    </dgm:pt>
    <dgm:pt modelId="{0DF0A041-E702-49D6-BDA6-A6674D477D64}" type="parTrans" cxnId="{05A3738F-02B4-4C0A-B94A-3D2D8D455B8F}">
      <dgm:prSet/>
      <dgm:spPr/>
      <dgm:t>
        <a:bodyPr/>
        <a:lstStyle/>
        <a:p>
          <a:endParaRPr lang="en-GB"/>
        </a:p>
      </dgm:t>
    </dgm:pt>
    <dgm:pt modelId="{D67A9959-8B3C-46D4-A2FD-4828E9C78533}" type="sibTrans" cxnId="{05A3738F-02B4-4C0A-B94A-3D2D8D455B8F}">
      <dgm:prSet/>
      <dgm:spPr/>
      <dgm:t>
        <a:bodyPr/>
        <a:lstStyle/>
        <a:p>
          <a:endParaRPr lang="en-GB"/>
        </a:p>
      </dgm:t>
    </dgm:pt>
    <dgm:pt modelId="{BB9F6E60-6B80-4494-B948-96FF4530D9D1}" type="pres">
      <dgm:prSet presAssocID="{1DC79436-F3E5-4A18-A111-D1C37DFB26D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A1C94215-96A3-4CA5-8021-10142D81C8B6}" type="pres">
      <dgm:prSet presAssocID="{3CCD3B9F-0155-4B96-BEDC-660B5E23CB1B}" presName="hierRoot1" presStyleCnt="0">
        <dgm:presLayoutVars>
          <dgm:hierBranch val="init"/>
        </dgm:presLayoutVars>
      </dgm:prSet>
      <dgm:spPr/>
    </dgm:pt>
    <dgm:pt modelId="{59EC4153-861A-4CC8-8423-AE671393B21B}" type="pres">
      <dgm:prSet presAssocID="{3CCD3B9F-0155-4B96-BEDC-660B5E23CB1B}" presName="rootComposite1" presStyleCnt="0"/>
      <dgm:spPr/>
    </dgm:pt>
    <dgm:pt modelId="{8D270071-2B3C-4B23-A46A-74ADD9AD167D}" type="pres">
      <dgm:prSet presAssocID="{3CCD3B9F-0155-4B96-BEDC-660B5E23CB1B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7087914-F1B7-4C20-8864-194C6243542A}" type="pres">
      <dgm:prSet presAssocID="{3CCD3B9F-0155-4B96-BEDC-660B5E23CB1B}" presName="rootConnector1" presStyleLbl="node1" presStyleIdx="0" presStyleCnt="0"/>
      <dgm:spPr/>
      <dgm:t>
        <a:bodyPr/>
        <a:lstStyle/>
        <a:p>
          <a:endParaRPr lang="en-GB"/>
        </a:p>
      </dgm:t>
    </dgm:pt>
    <dgm:pt modelId="{40DCFE2D-794A-47D6-88BD-6EF8AC95F311}" type="pres">
      <dgm:prSet presAssocID="{3CCD3B9F-0155-4B96-BEDC-660B5E23CB1B}" presName="hierChild2" presStyleCnt="0"/>
      <dgm:spPr/>
    </dgm:pt>
    <dgm:pt modelId="{ED5DC41C-F6DA-4B51-B076-C035AAED9D7F}" type="pres">
      <dgm:prSet presAssocID="{2F931C37-E672-4386-9504-B8A7DA2DEBFE}" presName="Name37" presStyleLbl="parChTrans1D2" presStyleIdx="0" presStyleCnt="6"/>
      <dgm:spPr/>
      <dgm:t>
        <a:bodyPr/>
        <a:lstStyle/>
        <a:p>
          <a:endParaRPr lang="en-GB"/>
        </a:p>
      </dgm:t>
    </dgm:pt>
    <dgm:pt modelId="{0AAFFE45-096B-4994-A076-DB7F6641A35B}" type="pres">
      <dgm:prSet presAssocID="{9A63F960-454E-424A-B245-51246FE3391E}" presName="hierRoot2" presStyleCnt="0">
        <dgm:presLayoutVars>
          <dgm:hierBranch val="init"/>
        </dgm:presLayoutVars>
      </dgm:prSet>
      <dgm:spPr/>
    </dgm:pt>
    <dgm:pt modelId="{6D8FC1DB-72C1-47B1-B1B1-1F01418686B9}" type="pres">
      <dgm:prSet presAssocID="{9A63F960-454E-424A-B245-51246FE3391E}" presName="rootComposite" presStyleCnt="0"/>
      <dgm:spPr/>
    </dgm:pt>
    <dgm:pt modelId="{DEF812C3-CD12-45D7-BA19-720E4821AB68}" type="pres">
      <dgm:prSet presAssocID="{9A63F960-454E-424A-B245-51246FE3391E}" presName="rootText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A374387-5291-414C-8A2F-76A1116497E4}" type="pres">
      <dgm:prSet presAssocID="{9A63F960-454E-424A-B245-51246FE3391E}" presName="rootConnector" presStyleLbl="node2" presStyleIdx="0" presStyleCnt="6"/>
      <dgm:spPr/>
      <dgm:t>
        <a:bodyPr/>
        <a:lstStyle/>
        <a:p>
          <a:endParaRPr lang="en-GB"/>
        </a:p>
      </dgm:t>
    </dgm:pt>
    <dgm:pt modelId="{5E4C3E70-D045-41E5-8B74-2FEAC8A4041C}" type="pres">
      <dgm:prSet presAssocID="{9A63F960-454E-424A-B245-51246FE3391E}" presName="hierChild4" presStyleCnt="0"/>
      <dgm:spPr/>
    </dgm:pt>
    <dgm:pt modelId="{92EFA834-019C-417E-9C57-5443CAF940F1}" type="pres">
      <dgm:prSet presAssocID="{D372FCF6-3CB6-4758-A052-501D5878AD2D}" presName="Name37" presStyleLbl="parChTrans1D3" presStyleIdx="0" presStyleCnt="6"/>
      <dgm:spPr/>
      <dgm:t>
        <a:bodyPr/>
        <a:lstStyle/>
        <a:p>
          <a:endParaRPr lang="en-GB"/>
        </a:p>
      </dgm:t>
    </dgm:pt>
    <dgm:pt modelId="{B7219181-4B5B-46EC-AF93-326A35402710}" type="pres">
      <dgm:prSet presAssocID="{9614D218-D6D8-4060-B178-B5F5FC71F19D}" presName="hierRoot2" presStyleCnt="0">
        <dgm:presLayoutVars>
          <dgm:hierBranch val="init"/>
        </dgm:presLayoutVars>
      </dgm:prSet>
      <dgm:spPr/>
    </dgm:pt>
    <dgm:pt modelId="{A15BCD6C-0243-45C7-A01B-FFC40C7E675A}" type="pres">
      <dgm:prSet presAssocID="{9614D218-D6D8-4060-B178-B5F5FC71F19D}" presName="rootComposite" presStyleCnt="0"/>
      <dgm:spPr/>
    </dgm:pt>
    <dgm:pt modelId="{059433F2-F7B5-4119-9FAA-BFD40E493667}" type="pres">
      <dgm:prSet presAssocID="{9614D218-D6D8-4060-B178-B5F5FC71F19D}" presName="rootText" presStyleLbl="node3" presStyleIdx="0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1170862-B257-4F1A-8A9F-2FFACC5531DD}" type="pres">
      <dgm:prSet presAssocID="{9614D218-D6D8-4060-B178-B5F5FC71F19D}" presName="rootConnector" presStyleLbl="node3" presStyleIdx="0" presStyleCnt="6"/>
      <dgm:spPr/>
      <dgm:t>
        <a:bodyPr/>
        <a:lstStyle/>
        <a:p>
          <a:endParaRPr lang="en-GB"/>
        </a:p>
      </dgm:t>
    </dgm:pt>
    <dgm:pt modelId="{B9785216-B7BC-45FA-B0C7-1A21991F75EC}" type="pres">
      <dgm:prSet presAssocID="{9614D218-D6D8-4060-B178-B5F5FC71F19D}" presName="hierChild4" presStyleCnt="0"/>
      <dgm:spPr/>
    </dgm:pt>
    <dgm:pt modelId="{932965AB-D6BB-489B-B2D5-180B93618299}" type="pres">
      <dgm:prSet presAssocID="{9614D218-D6D8-4060-B178-B5F5FC71F19D}" presName="hierChild5" presStyleCnt="0"/>
      <dgm:spPr/>
    </dgm:pt>
    <dgm:pt modelId="{DCB6D777-BDCB-464A-8D73-DF85B33C6FE1}" type="pres">
      <dgm:prSet presAssocID="{4922424C-8F40-4BC3-BEA4-887D74CACA1B}" presName="Name37" presStyleLbl="parChTrans1D3" presStyleIdx="1" presStyleCnt="6"/>
      <dgm:spPr/>
      <dgm:t>
        <a:bodyPr/>
        <a:lstStyle/>
        <a:p>
          <a:endParaRPr lang="en-GB"/>
        </a:p>
      </dgm:t>
    </dgm:pt>
    <dgm:pt modelId="{46D50B90-4459-4657-B24B-9ADAA4A385A6}" type="pres">
      <dgm:prSet presAssocID="{32E2B80B-47FD-4D14-ACD3-2C708A75819A}" presName="hierRoot2" presStyleCnt="0">
        <dgm:presLayoutVars>
          <dgm:hierBranch val="init"/>
        </dgm:presLayoutVars>
      </dgm:prSet>
      <dgm:spPr/>
    </dgm:pt>
    <dgm:pt modelId="{5B8E2E36-BB44-4EF0-ABD2-C55F201A6FB9}" type="pres">
      <dgm:prSet presAssocID="{32E2B80B-47FD-4D14-ACD3-2C708A75819A}" presName="rootComposite" presStyleCnt="0"/>
      <dgm:spPr/>
    </dgm:pt>
    <dgm:pt modelId="{E566A124-1F46-4151-90AA-5F8DF2366EEB}" type="pres">
      <dgm:prSet presAssocID="{32E2B80B-47FD-4D14-ACD3-2C708A75819A}" presName="rootText" presStyleLbl="node3" presStyleIdx="1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D389D32-01B9-4974-958A-1FF0235786BA}" type="pres">
      <dgm:prSet presAssocID="{32E2B80B-47FD-4D14-ACD3-2C708A75819A}" presName="rootConnector" presStyleLbl="node3" presStyleIdx="1" presStyleCnt="6"/>
      <dgm:spPr/>
      <dgm:t>
        <a:bodyPr/>
        <a:lstStyle/>
        <a:p>
          <a:endParaRPr lang="en-GB"/>
        </a:p>
      </dgm:t>
    </dgm:pt>
    <dgm:pt modelId="{6B50BF87-6E1F-416E-A885-3F7F01AA297A}" type="pres">
      <dgm:prSet presAssocID="{32E2B80B-47FD-4D14-ACD3-2C708A75819A}" presName="hierChild4" presStyleCnt="0"/>
      <dgm:spPr/>
    </dgm:pt>
    <dgm:pt modelId="{667CD333-56C7-44BE-89D3-FA25FB39E2F2}" type="pres">
      <dgm:prSet presAssocID="{32E2B80B-47FD-4D14-ACD3-2C708A75819A}" presName="hierChild5" presStyleCnt="0"/>
      <dgm:spPr/>
    </dgm:pt>
    <dgm:pt modelId="{E0AEB302-1923-47DA-8982-0AFA50B366EC}" type="pres">
      <dgm:prSet presAssocID="{9A63F960-454E-424A-B245-51246FE3391E}" presName="hierChild5" presStyleCnt="0"/>
      <dgm:spPr/>
    </dgm:pt>
    <dgm:pt modelId="{C0DBEA9B-B86D-4034-9ADA-63061BB8ADEF}" type="pres">
      <dgm:prSet presAssocID="{287C2354-E929-4341-A4A5-4852CFAC96FE}" presName="Name37" presStyleLbl="parChTrans1D2" presStyleIdx="1" presStyleCnt="6"/>
      <dgm:spPr/>
      <dgm:t>
        <a:bodyPr/>
        <a:lstStyle/>
        <a:p>
          <a:endParaRPr lang="en-GB"/>
        </a:p>
      </dgm:t>
    </dgm:pt>
    <dgm:pt modelId="{57E6149A-9087-4B33-8432-3CDFF30719C8}" type="pres">
      <dgm:prSet presAssocID="{AE6815D7-C177-4CFE-9836-4D1D1D76EC2E}" presName="hierRoot2" presStyleCnt="0">
        <dgm:presLayoutVars>
          <dgm:hierBranch val="init"/>
        </dgm:presLayoutVars>
      </dgm:prSet>
      <dgm:spPr/>
    </dgm:pt>
    <dgm:pt modelId="{3EF62057-8CDC-469B-BD03-6A9FE7BB9833}" type="pres">
      <dgm:prSet presAssocID="{AE6815D7-C177-4CFE-9836-4D1D1D76EC2E}" presName="rootComposite" presStyleCnt="0"/>
      <dgm:spPr/>
    </dgm:pt>
    <dgm:pt modelId="{2D766E93-0D13-40CA-B54C-325BECF68AD6}" type="pres">
      <dgm:prSet presAssocID="{AE6815D7-C177-4CFE-9836-4D1D1D76EC2E}" presName="rootText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33B44FF3-1B3C-477C-905E-D7F799C7604B}" type="pres">
      <dgm:prSet presAssocID="{AE6815D7-C177-4CFE-9836-4D1D1D76EC2E}" presName="rootConnector" presStyleLbl="node2" presStyleIdx="1" presStyleCnt="6"/>
      <dgm:spPr/>
      <dgm:t>
        <a:bodyPr/>
        <a:lstStyle/>
        <a:p>
          <a:endParaRPr lang="en-GB"/>
        </a:p>
      </dgm:t>
    </dgm:pt>
    <dgm:pt modelId="{42A7F849-C766-44AA-8785-19CBDFE5C1EB}" type="pres">
      <dgm:prSet presAssocID="{AE6815D7-C177-4CFE-9836-4D1D1D76EC2E}" presName="hierChild4" presStyleCnt="0"/>
      <dgm:spPr/>
    </dgm:pt>
    <dgm:pt modelId="{A167841B-48E1-47AF-868B-A06BAF5A7DE7}" type="pres">
      <dgm:prSet presAssocID="{5A8D206C-9E76-48A8-BB9C-8B2462488A75}" presName="Name37" presStyleLbl="parChTrans1D3" presStyleIdx="2" presStyleCnt="6"/>
      <dgm:spPr/>
      <dgm:t>
        <a:bodyPr/>
        <a:lstStyle/>
        <a:p>
          <a:endParaRPr lang="en-GB"/>
        </a:p>
      </dgm:t>
    </dgm:pt>
    <dgm:pt modelId="{D36A1034-8BD0-4BC6-8823-1232ADE6B2B8}" type="pres">
      <dgm:prSet presAssocID="{A749870E-BB2D-4DE5-8BB3-A8A72BD2844D}" presName="hierRoot2" presStyleCnt="0">
        <dgm:presLayoutVars>
          <dgm:hierBranch val="init"/>
        </dgm:presLayoutVars>
      </dgm:prSet>
      <dgm:spPr/>
    </dgm:pt>
    <dgm:pt modelId="{07883F16-3FA5-4B28-9220-368885DD7A57}" type="pres">
      <dgm:prSet presAssocID="{A749870E-BB2D-4DE5-8BB3-A8A72BD2844D}" presName="rootComposite" presStyleCnt="0"/>
      <dgm:spPr/>
    </dgm:pt>
    <dgm:pt modelId="{32BE3E58-EB02-4FDE-878F-5AB6EE6FBE11}" type="pres">
      <dgm:prSet presAssocID="{A749870E-BB2D-4DE5-8BB3-A8A72BD2844D}" presName="rootText" presStyleLbl="node3" presStyleIdx="2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70633E6-DE5D-4812-8B40-5698C4477B4B}" type="pres">
      <dgm:prSet presAssocID="{A749870E-BB2D-4DE5-8BB3-A8A72BD2844D}" presName="rootConnector" presStyleLbl="node3" presStyleIdx="2" presStyleCnt="6"/>
      <dgm:spPr/>
      <dgm:t>
        <a:bodyPr/>
        <a:lstStyle/>
        <a:p>
          <a:endParaRPr lang="en-GB"/>
        </a:p>
      </dgm:t>
    </dgm:pt>
    <dgm:pt modelId="{DBB0DF3F-4754-40CB-8B21-CAC99C37296D}" type="pres">
      <dgm:prSet presAssocID="{A749870E-BB2D-4DE5-8BB3-A8A72BD2844D}" presName="hierChild4" presStyleCnt="0"/>
      <dgm:spPr/>
    </dgm:pt>
    <dgm:pt modelId="{95B7FEC5-AEBD-4C61-A258-F78E15FAB86F}" type="pres">
      <dgm:prSet presAssocID="{A749870E-BB2D-4DE5-8BB3-A8A72BD2844D}" presName="hierChild5" presStyleCnt="0"/>
      <dgm:spPr/>
    </dgm:pt>
    <dgm:pt modelId="{E8D548D8-26F1-4101-AD14-4743C721E772}" type="pres">
      <dgm:prSet presAssocID="{0DDDD8C4-764C-4DCF-A0A4-A850DA48756E}" presName="Name37" presStyleLbl="parChTrans1D3" presStyleIdx="3" presStyleCnt="6"/>
      <dgm:spPr/>
      <dgm:t>
        <a:bodyPr/>
        <a:lstStyle/>
        <a:p>
          <a:endParaRPr lang="en-GB"/>
        </a:p>
      </dgm:t>
    </dgm:pt>
    <dgm:pt modelId="{308720DB-23CA-4A73-B080-B8E03079D839}" type="pres">
      <dgm:prSet presAssocID="{F008FFF6-01B7-4A92-ABCE-817DF3123030}" presName="hierRoot2" presStyleCnt="0">
        <dgm:presLayoutVars>
          <dgm:hierBranch val="init"/>
        </dgm:presLayoutVars>
      </dgm:prSet>
      <dgm:spPr/>
    </dgm:pt>
    <dgm:pt modelId="{ADD91EFE-F258-4AAE-893E-00870CFBACCC}" type="pres">
      <dgm:prSet presAssocID="{F008FFF6-01B7-4A92-ABCE-817DF3123030}" presName="rootComposite" presStyleCnt="0"/>
      <dgm:spPr/>
    </dgm:pt>
    <dgm:pt modelId="{F9E3F07B-9269-4E3D-A1CE-21B76ED32246}" type="pres">
      <dgm:prSet presAssocID="{F008FFF6-01B7-4A92-ABCE-817DF3123030}" presName="rootText" presStyleLbl="node3" presStyleIdx="3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280AD9B-2284-474F-9371-CD069701116D}" type="pres">
      <dgm:prSet presAssocID="{F008FFF6-01B7-4A92-ABCE-817DF3123030}" presName="rootConnector" presStyleLbl="node3" presStyleIdx="3" presStyleCnt="6"/>
      <dgm:spPr/>
      <dgm:t>
        <a:bodyPr/>
        <a:lstStyle/>
        <a:p>
          <a:endParaRPr lang="en-GB"/>
        </a:p>
      </dgm:t>
    </dgm:pt>
    <dgm:pt modelId="{18406652-1C1B-4548-9785-F09833C74119}" type="pres">
      <dgm:prSet presAssocID="{F008FFF6-01B7-4A92-ABCE-817DF3123030}" presName="hierChild4" presStyleCnt="0"/>
      <dgm:spPr/>
    </dgm:pt>
    <dgm:pt modelId="{E2D796C6-960A-4B5A-BB7C-5BE7E1887D4C}" type="pres">
      <dgm:prSet presAssocID="{F008FFF6-01B7-4A92-ABCE-817DF3123030}" presName="hierChild5" presStyleCnt="0"/>
      <dgm:spPr/>
    </dgm:pt>
    <dgm:pt modelId="{65D83177-5694-4A9F-9200-48E8C418F37D}" type="pres">
      <dgm:prSet presAssocID="{AE6815D7-C177-4CFE-9836-4D1D1D76EC2E}" presName="hierChild5" presStyleCnt="0"/>
      <dgm:spPr/>
    </dgm:pt>
    <dgm:pt modelId="{2BFC671C-59A2-49B8-BB38-83AF32C80D0C}" type="pres">
      <dgm:prSet presAssocID="{563237C1-E8EB-4F19-9129-5F2A30A9C5FE}" presName="Name37" presStyleLbl="parChTrans1D2" presStyleIdx="2" presStyleCnt="6"/>
      <dgm:spPr/>
      <dgm:t>
        <a:bodyPr/>
        <a:lstStyle/>
        <a:p>
          <a:endParaRPr lang="en-GB"/>
        </a:p>
      </dgm:t>
    </dgm:pt>
    <dgm:pt modelId="{C0A34DBF-4204-444F-9D83-BB2EF19E7119}" type="pres">
      <dgm:prSet presAssocID="{C6E44C64-1DFB-4738-A62F-7FA3F5B54406}" presName="hierRoot2" presStyleCnt="0">
        <dgm:presLayoutVars>
          <dgm:hierBranch val="init"/>
        </dgm:presLayoutVars>
      </dgm:prSet>
      <dgm:spPr/>
    </dgm:pt>
    <dgm:pt modelId="{171178B9-A763-4B42-9119-786EEF146B87}" type="pres">
      <dgm:prSet presAssocID="{C6E44C64-1DFB-4738-A62F-7FA3F5B54406}" presName="rootComposite" presStyleCnt="0"/>
      <dgm:spPr/>
    </dgm:pt>
    <dgm:pt modelId="{42CF8CD8-0FCB-451B-AFB7-E02CB31B9136}" type="pres">
      <dgm:prSet presAssocID="{C6E44C64-1DFB-4738-A62F-7FA3F5B54406}" presName="rootText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89E2D89-D616-403A-B084-E37709DE3EE8}" type="pres">
      <dgm:prSet presAssocID="{C6E44C64-1DFB-4738-A62F-7FA3F5B54406}" presName="rootConnector" presStyleLbl="node2" presStyleIdx="2" presStyleCnt="6"/>
      <dgm:spPr/>
      <dgm:t>
        <a:bodyPr/>
        <a:lstStyle/>
        <a:p>
          <a:endParaRPr lang="en-GB"/>
        </a:p>
      </dgm:t>
    </dgm:pt>
    <dgm:pt modelId="{407B4F83-3796-4579-822E-6A8F5D467BF4}" type="pres">
      <dgm:prSet presAssocID="{C6E44C64-1DFB-4738-A62F-7FA3F5B54406}" presName="hierChild4" presStyleCnt="0"/>
      <dgm:spPr/>
    </dgm:pt>
    <dgm:pt modelId="{19A51DFD-EFE0-4055-B00E-1F9238EA1D75}" type="pres">
      <dgm:prSet presAssocID="{F3F9488F-5551-4357-9517-6FE9C119093F}" presName="Name37" presStyleLbl="parChTrans1D3" presStyleIdx="4" presStyleCnt="6"/>
      <dgm:spPr/>
      <dgm:t>
        <a:bodyPr/>
        <a:lstStyle/>
        <a:p>
          <a:endParaRPr lang="en-GB"/>
        </a:p>
      </dgm:t>
    </dgm:pt>
    <dgm:pt modelId="{03DF7725-815F-4F72-96F9-B49AA4EFA4B0}" type="pres">
      <dgm:prSet presAssocID="{A33E03BE-9A74-417C-B8A9-C0195B7945E7}" presName="hierRoot2" presStyleCnt="0">
        <dgm:presLayoutVars>
          <dgm:hierBranch val="init"/>
        </dgm:presLayoutVars>
      </dgm:prSet>
      <dgm:spPr/>
    </dgm:pt>
    <dgm:pt modelId="{DE9EC57E-8E9A-4A3C-85CC-CE74742CB119}" type="pres">
      <dgm:prSet presAssocID="{A33E03BE-9A74-417C-B8A9-C0195B7945E7}" presName="rootComposite" presStyleCnt="0"/>
      <dgm:spPr/>
    </dgm:pt>
    <dgm:pt modelId="{8FD89E23-4E31-4880-A75B-F974BF2B4E02}" type="pres">
      <dgm:prSet presAssocID="{A33E03BE-9A74-417C-B8A9-C0195B7945E7}" presName="rootText" presStyleLbl="node3" presStyleIdx="4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D972C80-F3CB-41F4-880F-542539AFA731}" type="pres">
      <dgm:prSet presAssocID="{A33E03BE-9A74-417C-B8A9-C0195B7945E7}" presName="rootConnector" presStyleLbl="node3" presStyleIdx="4" presStyleCnt="6"/>
      <dgm:spPr/>
      <dgm:t>
        <a:bodyPr/>
        <a:lstStyle/>
        <a:p>
          <a:endParaRPr lang="en-GB"/>
        </a:p>
      </dgm:t>
    </dgm:pt>
    <dgm:pt modelId="{5922E33D-9590-45A4-B324-074E92F42880}" type="pres">
      <dgm:prSet presAssocID="{A33E03BE-9A74-417C-B8A9-C0195B7945E7}" presName="hierChild4" presStyleCnt="0"/>
      <dgm:spPr/>
    </dgm:pt>
    <dgm:pt modelId="{6112E6BF-059C-4F88-996D-9879E91DD226}" type="pres">
      <dgm:prSet presAssocID="{736C3FF6-ECF4-4606-983F-1474F41F86ED}" presName="Name37" presStyleLbl="parChTrans1D4" presStyleIdx="0" presStyleCnt="4"/>
      <dgm:spPr/>
      <dgm:t>
        <a:bodyPr/>
        <a:lstStyle/>
        <a:p>
          <a:endParaRPr lang="en-GB"/>
        </a:p>
      </dgm:t>
    </dgm:pt>
    <dgm:pt modelId="{2B323574-F2B9-40D3-9F53-FF53348E7510}" type="pres">
      <dgm:prSet presAssocID="{CD12D704-195A-46A6-BA45-95B0CDDCD753}" presName="hierRoot2" presStyleCnt="0">
        <dgm:presLayoutVars>
          <dgm:hierBranch val="init"/>
        </dgm:presLayoutVars>
      </dgm:prSet>
      <dgm:spPr/>
    </dgm:pt>
    <dgm:pt modelId="{26F3F4CE-2109-4585-B7DC-F4C798C451CE}" type="pres">
      <dgm:prSet presAssocID="{CD12D704-195A-46A6-BA45-95B0CDDCD753}" presName="rootComposite" presStyleCnt="0"/>
      <dgm:spPr/>
    </dgm:pt>
    <dgm:pt modelId="{AEA8C4C9-2F6C-40A0-B729-D52BF60E6BAF}" type="pres">
      <dgm:prSet presAssocID="{CD12D704-195A-46A6-BA45-95B0CDDCD753}" presName="rootText" presStyleLbl="node4" presStyleIdx="0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43B1185-06EA-448A-ABCD-59FAC1EAB958}" type="pres">
      <dgm:prSet presAssocID="{CD12D704-195A-46A6-BA45-95B0CDDCD753}" presName="rootConnector" presStyleLbl="node4" presStyleIdx="0" presStyleCnt="4"/>
      <dgm:spPr/>
      <dgm:t>
        <a:bodyPr/>
        <a:lstStyle/>
        <a:p>
          <a:endParaRPr lang="en-GB"/>
        </a:p>
      </dgm:t>
    </dgm:pt>
    <dgm:pt modelId="{E7AAD4C9-3466-4DA0-9FF0-25267B32D405}" type="pres">
      <dgm:prSet presAssocID="{CD12D704-195A-46A6-BA45-95B0CDDCD753}" presName="hierChild4" presStyleCnt="0"/>
      <dgm:spPr/>
    </dgm:pt>
    <dgm:pt modelId="{C1A419C9-12B6-4967-9375-73EA0781A986}" type="pres">
      <dgm:prSet presAssocID="{CD12D704-195A-46A6-BA45-95B0CDDCD753}" presName="hierChild5" presStyleCnt="0"/>
      <dgm:spPr/>
    </dgm:pt>
    <dgm:pt modelId="{EF34F004-3CF4-41D8-A5EF-313974E7B078}" type="pres">
      <dgm:prSet presAssocID="{5357F69D-47AD-47A7-8B2F-DD5B7B4B32ED}" presName="Name37" presStyleLbl="parChTrans1D4" presStyleIdx="1" presStyleCnt="4"/>
      <dgm:spPr/>
      <dgm:t>
        <a:bodyPr/>
        <a:lstStyle/>
        <a:p>
          <a:endParaRPr lang="en-GB"/>
        </a:p>
      </dgm:t>
    </dgm:pt>
    <dgm:pt modelId="{D9CECF72-F8B4-49F8-B651-3C2CB78BDDE5}" type="pres">
      <dgm:prSet presAssocID="{3C9B4CBF-887C-42E9-860A-DF2EFF39AFC7}" presName="hierRoot2" presStyleCnt="0">
        <dgm:presLayoutVars>
          <dgm:hierBranch val="init"/>
        </dgm:presLayoutVars>
      </dgm:prSet>
      <dgm:spPr/>
    </dgm:pt>
    <dgm:pt modelId="{D6B7F0B6-61F6-469D-804E-A590113971E3}" type="pres">
      <dgm:prSet presAssocID="{3C9B4CBF-887C-42E9-860A-DF2EFF39AFC7}" presName="rootComposite" presStyleCnt="0"/>
      <dgm:spPr/>
    </dgm:pt>
    <dgm:pt modelId="{C9C48485-3CB6-47AC-9498-BA3292775D88}" type="pres">
      <dgm:prSet presAssocID="{3C9B4CBF-887C-42E9-860A-DF2EFF39AFC7}" presName="rootText" presStyleLbl="node4" presStyleIdx="1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EBF40AA-0CD1-4BA1-841A-010E65FA423D}" type="pres">
      <dgm:prSet presAssocID="{3C9B4CBF-887C-42E9-860A-DF2EFF39AFC7}" presName="rootConnector" presStyleLbl="node4" presStyleIdx="1" presStyleCnt="4"/>
      <dgm:spPr/>
      <dgm:t>
        <a:bodyPr/>
        <a:lstStyle/>
        <a:p>
          <a:endParaRPr lang="en-GB"/>
        </a:p>
      </dgm:t>
    </dgm:pt>
    <dgm:pt modelId="{05C97CE5-7E0C-49B2-A390-D49D66E13439}" type="pres">
      <dgm:prSet presAssocID="{3C9B4CBF-887C-42E9-860A-DF2EFF39AFC7}" presName="hierChild4" presStyleCnt="0"/>
      <dgm:spPr/>
    </dgm:pt>
    <dgm:pt modelId="{EA052DFD-9FA3-4072-A732-CDA3DA64876B}" type="pres">
      <dgm:prSet presAssocID="{3C9B4CBF-887C-42E9-860A-DF2EFF39AFC7}" presName="hierChild5" presStyleCnt="0"/>
      <dgm:spPr/>
    </dgm:pt>
    <dgm:pt modelId="{6AE6BAD6-92ED-4214-9A80-B1086D414594}" type="pres">
      <dgm:prSet presAssocID="{A33E03BE-9A74-417C-B8A9-C0195B7945E7}" presName="hierChild5" presStyleCnt="0"/>
      <dgm:spPr/>
    </dgm:pt>
    <dgm:pt modelId="{FDE9D61F-7F13-4428-A52A-50672D317D00}" type="pres">
      <dgm:prSet presAssocID="{54EBBE6F-04EB-4F2B-973F-4E9D81D4EB12}" presName="Name37" presStyleLbl="parChTrans1D3" presStyleIdx="5" presStyleCnt="6"/>
      <dgm:spPr/>
      <dgm:t>
        <a:bodyPr/>
        <a:lstStyle/>
        <a:p>
          <a:endParaRPr lang="en-GB"/>
        </a:p>
      </dgm:t>
    </dgm:pt>
    <dgm:pt modelId="{4889D611-B71F-43F0-99C2-DC43C3EC57E9}" type="pres">
      <dgm:prSet presAssocID="{39813285-D3AB-4F76-AF56-7E30F5F7351D}" presName="hierRoot2" presStyleCnt="0">
        <dgm:presLayoutVars>
          <dgm:hierBranch val="init"/>
        </dgm:presLayoutVars>
      </dgm:prSet>
      <dgm:spPr/>
    </dgm:pt>
    <dgm:pt modelId="{5BC45C36-85D7-4123-B96B-E55A9E006D8B}" type="pres">
      <dgm:prSet presAssocID="{39813285-D3AB-4F76-AF56-7E30F5F7351D}" presName="rootComposite" presStyleCnt="0"/>
      <dgm:spPr/>
    </dgm:pt>
    <dgm:pt modelId="{C7D1D0D4-FDB4-4C4F-8AB7-305F509851DE}" type="pres">
      <dgm:prSet presAssocID="{39813285-D3AB-4F76-AF56-7E30F5F7351D}" presName="rootText" presStyleLbl="node3" presStyleIdx="5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B48EA9E-C6D5-4693-B116-DE2494C23224}" type="pres">
      <dgm:prSet presAssocID="{39813285-D3AB-4F76-AF56-7E30F5F7351D}" presName="rootConnector" presStyleLbl="node3" presStyleIdx="5" presStyleCnt="6"/>
      <dgm:spPr/>
      <dgm:t>
        <a:bodyPr/>
        <a:lstStyle/>
        <a:p>
          <a:endParaRPr lang="en-GB"/>
        </a:p>
      </dgm:t>
    </dgm:pt>
    <dgm:pt modelId="{D3562F29-F705-4277-92DB-07BC50C62690}" type="pres">
      <dgm:prSet presAssocID="{39813285-D3AB-4F76-AF56-7E30F5F7351D}" presName="hierChild4" presStyleCnt="0"/>
      <dgm:spPr/>
    </dgm:pt>
    <dgm:pt modelId="{245C5B4F-C6D8-4261-8941-94F43487380C}" type="pres">
      <dgm:prSet presAssocID="{5C5800E7-5F8A-4CE3-B063-16B5CCE326B9}" presName="Name37" presStyleLbl="parChTrans1D4" presStyleIdx="2" presStyleCnt="4"/>
      <dgm:spPr/>
      <dgm:t>
        <a:bodyPr/>
        <a:lstStyle/>
        <a:p>
          <a:endParaRPr lang="en-GB"/>
        </a:p>
      </dgm:t>
    </dgm:pt>
    <dgm:pt modelId="{200A058D-E1DA-4F9B-98D0-54B3DE5FE6DA}" type="pres">
      <dgm:prSet presAssocID="{DA8B3A31-3693-49AE-A2EC-B22FE02CCACF}" presName="hierRoot2" presStyleCnt="0">
        <dgm:presLayoutVars>
          <dgm:hierBranch val="init"/>
        </dgm:presLayoutVars>
      </dgm:prSet>
      <dgm:spPr/>
    </dgm:pt>
    <dgm:pt modelId="{736A9BC1-66A0-4BFA-B1D5-AAB7091D0663}" type="pres">
      <dgm:prSet presAssocID="{DA8B3A31-3693-49AE-A2EC-B22FE02CCACF}" presName="rootComposite" presStyleCnt="0"/>
      <dgm:spPr/>
    </dgm:pt>
    <dgm:pt modelId="{A67981F4-B425-4CB6-853F-ED1D1E942695}" type="pres">
      <dgm:prSet presAssocID="{DA8B3A31-3693-49AE-A2EC-B22FE02CCACF}" presName="rootText" presStyleLbl="node4" presStyleIdx="2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22B28627-4209-47FA-AA79-3EE35976D1FB}" type="pres">
      <dgm:prSet presAssocID="{DA8B3A31-3693-49AE-A2EC-B22FE02CCACF}" presName="rootConnector" presStyleLbl="node4" presStyleIdx="2" presStyleCnt="4"/>
      <dgm:spPr/>
      <dgm:t>
        <a:bodyPr/>
        <a:lstStyle/>
        <a:p>
          <a:endParaRPr lang="en-GB"/>
        </a:p>
      </dgm:t>
    </dgm:pt>
    <dgm:pt modelId="{73185C31-E985-4131-8401-7F6B057E0C97}" type="pres">
      <dgm:prSet presAssocID="{DA8B3A31-3693-49AE-A2EC-B22FE02CCACF}" presName="hierChild4" presStyleCnt="0"/>
      <dgm:spPr/>
    </dgm:pt>
    <dgm:pt modelId="{1DCAED2E-C2B6-4452-A92F-4300E611A936}" type="pres">
      <dgm:prSet presAssocID="{DA8B3A31-3693-49AE-A2EC-B22FE02CCACF}" presName="hierChild5" presStyleCnt="0"/>
      <dgm:spPr/>
    </dgm:pt>
    <dgm:pt modelId="{3A50889B-1ECF-4C6A-B674-3B822BDE329C}" type="pres">
      <dgm:prSet presAssocID="{0DF0A041-E702-49D6-BDA6-A6674D477D64}" presName="Name37" presStyleLbl="parChTrans1D4" presStyleIdx="3" presStyleCnt="4"/>
      <dgm:spPr/>
      <dgm:t>
        <a:bodyPr/>
        <a:lstStyle/>
        <a:p>
          <a:endParaRPr lang="en-GB"/>
        </a:p>
      </dgm:t>
    </dgm:pt>
    <dgm:pt modelId="{1BFC8364-1160-4CEF-9730-4AEB86D883E2}" type="pres">
      <dgm:prSet presAssocID="{ABE66474-5B17-4257-8B71-F5E2DBC34454}" presName="hierRoot2" presStyleCnt="0">
        <dgm:presLayoutVars>
          <dgm:hierBranch val="init"/>
        </dgm:presLayoutVars>
      </dgm:prSet>
      <dgm:spPr/>
    </dgm:pt>
    <dgm:pt modelId="{E7A285C4-50B6-4D0C-A9C9-32ECEF253D8F}" type="pres">
      <dgm:prSet presAssocID="{ABE66474-5B17-4257-8B71-F5E2DBC34454}" presName="rootComposite" presStyleCnt="0"/>
      <dgm:spPr/>
    </dgm:pt>
    <dgm:pt modelId="{4274AA66-11EA-4F8B-8953-3B64F3470627}" type="pres">
      <dgm:prSet presAssocID="{ABE66474-5B17-4257-8B71-F5E2DBC34454}" presName="rootText" presStyleLbl="node4" presStyleIdx="3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20B10E9-7DCC-4B10-A754-4B633DC7718B}" type="pres">
      <dgm:prSet presAssocID="{ABE66474-5B17-4257-8B71-F5E2DBC34454}" presName="rootConnector" presStyleLbl="node4" presStyleIdx="3" presStyleCnt="4"/>
      <dgm:spPr/>
      <dgm:t>
        <a:bodyPr/>
        <a:lstStyle/>
        <a:p>
          <a:endParaRPr lang="en-GB"/>
        </a:p>
      </dgm:t>
    </dgm:pt>
    <dgm:pt modelId="{D9250E1C-81AB-4C76-B8A8-878600E719E5}" type="pres">
      <dgm:prSet presAssocID="{ABE66474-5B17-4257-8B71-F5E2DBC34454}" presName="hierChild4" presStyleCnt="0"/>
      <dgm:spPr/>
    </dgm:pt>
    <dgm:pt modelId="{A92B746E-54EB-4D0B-BDFB-4F0E8A19828E}" type="pres">
      <dgm:prSet presAssocID="{ABE66474-5B17-4257-8B71-F5E2DBC34454}" presName="hierChild5" presStyleCnt="0"/>
      <dgm:spPr/>
    </dgm:pt>
    <dgm:pt modelId="{A21BA6F0-C87D-4B86-A6E6-AF80918FFCFD}" type="pres">
      <dgm:prSet presAssocID="{39813285-D3AB-4F76-AF56-7E30F5F7351D}" presName="hierChild5" presStyleCnt="0"/>
      <dgm:spPr/>
    </dgm:pt>
    <dgm:pt modelId="{BA47F8FF-0C24-49AD-AC10-8780249A47C1}" type="pres">
      <dgm:prSet presAssocID="{C6E44C64-1DFB-4738-A62F-7FA3F5B54406}" presName="hierChild5" presStyleCnt="0"/>
      <dgm:spPr/>
    </dgm:pt>
    <dgm:pt modelId="{64692854-869F-4848-BB99-9D9BAF6F8DCD}" type="pres">
      <dgm:prSet presAssocID="{AF2BA4CF-99CE-403B-BF8A-C89D08D1D0FC}" presName="Name37" presStyleLbl="parChTrans1D2" presStyleIdx="3" presStyleCnt="6"/>
      <dgm:spPr/>
      <dgm:t>
        <a:bodyPr/>
        <a:lstStyle/>
        <a:p>
          <a:endParaRPr lang="en-GB"/>
        </a:p>
      </dgm:t>
    </dgm:pt>
    <dgm:pt modelId="{2DC4B480-7FD6-4891-834A-26045AE44762}" type="pres">
      <dgm:prSet presAssocID="{D3E8AE40-5B31-4509-B715-A778D79A398A}" presName="hierRoot2" presStyleCnt="0">
        <dgm:presLayoutVars>
          <dgm:hierBranch val="init"/>
        </dgm:presLayoutVars>
      </dgm:prSet>
      <dgm:spPr/>
    </dgm:pt>
    <dgm:pt modelId="{4D083B3D-D21D-4BDD-A961-99EACE5A6DF6}" type="pres">
      <dgm:prSet presAssocID="{D3E8AE40-5B31-4509-B715-A778D79A398A}" presName="rootComposite" presStyleCnt="0"/>
      <dgm:spPr/>
    </dgm:pt>
    <dgm:pt modelId="{6945FA21-6563-4C11-83FE-51D0A0D02B26}" type="pres">
      <dgm:prSet presAssocID="{D3E8AE40-5B31-4509-B715-A778D79A398A}" presName="rootText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3A81C31-8288-4F1E-9DF9-32C139B2CDA4}" type="pres">
      <dgm:prSet presAssocID="{D3E8AE40-5B31-4509-B715-A778D79A398A}" presName="rootConnector" presStyleLbl="node2" presStyleIdx="3" presStyleCnt="6"/>
      <dgm:spPr/>
      <dgm:t>
        <a:bodyPr/>
        <a:lstStyle/>
        <a:p>
          <a:endParaRPr lang="en-GB"/>
        </a:p>
      </dgm:t>
    </dgm:pt>
    <dgm:pt modelId="{40EE7EFD-A7B5-48D5-9B39-6D3EAF26BCC4}" type="pres">
      <dgm:prSet presAssocID="{D3E8AE40-5B31-4509-B715-A778D79A398A}" presName="hierChild4" presStyleCnt="0"/>
      <dgm:spPr/>
    </dgm:pt>
    <dgm:pt modelId="{6591A768-719B-481C-B09E-DE6167DB5343}" type="pres">
      <dgm:prSet presAssocID="{D3E8AE40-5B31-4509-B715-A778D79A398A}" presName="hierChild5" presStyleCnt="0"/>
      <dgm:spPr/>
    </dgm:pt>
    <dgm:pt modelId="{25A6FA5D-7FF7-4850-A8FD-5313E0970B1E}" type="pres">
      <dgm:prSet presAssocID="{DF313BDE-993A-4084-B667-F7E058B2E00E}" presName="Name37" presStyleLbl="parChTrans1D2" presStyleIdx="4" presStyleCnt="6"/>
      <dgm:spPr/>
      <dgm:t>
        <a:bodyPr/>
        <a:lstStyle/>
        <a:p>
          <a:endParaRPr lang="en-GB"/>
        </a:p>
      </dgm:t>
    </dgm:pt>
    <dgm:pt modelId="{A0861767-BF73-4E90-A3A2-91BA60AEEF0B}" type="pres">
      <dgm:prSet presAssocID="{EA5C171D-50D0-4945-AA91-860B938468D1}" presName="hierRoot2" presStyleCnt="0">
        <dgm:presLayoutVars>
          <dgm:hierBranch val="init"/>
        </dgm:presLayoutVars>
      </dgm:prSet>
      <dgm:spPr/>
    </dgm:pt>
    <dgm:pt modelId="{6AAF2AC5-3D4B-4383-98CD-72BB986F9F6A}" type="pres">
      <dgm:prSet presAssocID="{EA5C171D-50D0-4945-AA91-860B938468D1}" presName="rootComposite" presStyleCnt="0"/>
      <dgm:spPr/>
    </dgm:pt>
    <dgm:pt modelId="{B2BC809E-466C-4BFD-A589-EA79DC90DAF3}" type="pres">
      <dgm:prSet presAssocID="{EA5C171D-50D0-4945-AA91-860B938468D1}" presName="rootText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8C2337C9-E81F-4B96-9ECD-FDF6D53F2CE1}" type="pres">
      <dgm:prSet presAssocID="{EA5C171D-50D0-4945-AA91-860B938468D1}" presName="rootConnector" presStyleLbl="node2" presStyleIdx="4" presStyleCnt="6"/>
      <dgm:spPr/>
      <dgm:t>
        <a:bodyPr/>
        <a:lstStyle/>
        <a:p>
          <a:endParaRPr lang="en-GB"/>
        </a:p>
      </dgm:t>
    </dgm:pt>
    <dgm:pt modelId="{EA24D025-C9D3-4D24-B705-3ED7A48AB5A5}" type="pres">
      <dgm:prSet presAssocID="{EA5C171D-50D0-4945-AA91-860B938468D1}" presName="hierChild4" presStyleCnt="0"/>
      <dgm:spPr/>
    </dgm:pt>
    <dgm:pt modelId="{5D2134F3-42AD-4E5F-BE43-E665A0CC6064}" type="pres">
      <dgm:prSet presAssocID="{EA5C171D-50D0-4945-AA91-860B938468D1}" presName="hierChild5" presStyleCnt="0"/>
      <dgm:spPr/>
    </dgm:pt>
    <dgm:pt modelId="{0BFBF339-9E60-44AB-A1A8-D70F29D415DB}" type="pres">
      <dgm:prSet presAssocID="{6A01930F-73A6-4FF5-B803-5A0CEC30D263}" presName="Name37" presStyleLbl="parChTrans1D2" presStyleIdx="5" presStyleCnt="6"/>
      <dgm:spPr/>
      <dgm:t>
        <a:bodyPr/>
        <a:lstStyle/>
        <a:p>
          <a:endParaRPr lang="en-GB"/>
        </a:p>
      </dgm:t>
    </dgm:pt>
    <dgm:pt modelId="{CF1321C6-05B4-4903-A4DA-D973563E06EA}" type="pres">
      <dgm:prSet presAssocID="{5E11293C-37F5-4A4A-BB0F-2C3BEEC528FF}" presName="hierRoot2" presStyleCnt="0">
        <dgm:presLayoutVars>
          <dgm:hierBranch val="init"/>
        </dgm:presLayoutVars>
      </dgm:prSet>
      <dgm:spPr/>
    </dgm:pt>
    <dgm:pt modelId="{0CE00A86-82C1-4FA9-AEC3-FE2972A79A08}" type="pres">
      <dgm:prSet presAssocID="{5E11293C-37F5-4A4A-BB0F-2C3BEEC528FF}" presName="rootComposite" presStyleCnt="0"/>
      <dgm:spPr/>
    </dgm:pt>
    <dgm:pt modelId="{02EFD032-99B0-4E1A-A6E0-3906385AF09A}" type="pres">
      <dgm:prSet presAssocID="{5E11293C-37F5-4A4A-BB0F-2C3BEEC528FF}" presName="rootText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60DCB71-3B3D-477D-B22A-FFD0C6324148}" type="pres">
      <dgm:prSet presAssocID="{5E11293C-37F5-4A4A-BB0F-2C3BEEC528FF}" presName="rootConnector" presStyleLbl="node2" presStyleIdx="5" presStyleCnt="6"/>
      <dgm:spPr/>
      <dgm:t>
        <a:bodyPr/>
        <a:lstStyle/>
        <a:p>
          <a:endParaRPr lang="en-GB"/>
        </a:p>
      </dgm:t>
    </dgm:pt>
    <dgm:pt modelId="{2992A9D9-B4B9-4D51-80AE-4BE7C8CC2FF8}" type="pres">
      <dgm:prSet presAssocID="{5E11293C-37F5-4A4A-BB0F-2C3BEEC528FF}" presName="hierChild4" presStyleCnt="0"/>
      <dgm:spPr/>
    </dgm:pt>
    <dgm:pt modelId="{3C26B03A-80AF-475C-9DA3-5A9D2C93A710}" type="pres">
      <dgm:prSet presAssocID="{5E11293C-37F5-4A4A-BB0F-2C3BEEC528FF}" presName="hierChild5" presStyleCnt="0"/>
      <dgm:spPr/>
    </dgm:pt>
    <dgm:pt modelId="{BB7F2EEA-23D0-401C-AA5D-6DF07B394246}" type="pres">
      <dgm:prSet presAssocID="{3CCD3B9F-0155-4B96-BEDC-660B5E23CB1B}" presName="hierChild3" presStyleCnt="0"/>
      <dgm:spPr/>
    </dgm:pt>
  </dgm:ptLst>
  <dgm:cxnLst>
    <dgm:cxn modelId="{54180DFC-1DE2-493B-A9F2-676263CED656}" srcId="{9A63F960-454E-424A-B245-51246FE3391E}" destId="{32E2B80B-47FD-4D14-ACD3-2C708A75819A}" srcOrd="1" destOrd="0" parTransId="{4922424C-8F40-4BC3-BEA4-887D74CACA1B}" sibTransId="{3876DA41-2CF4-4AF1-A98C-32E98BBE8102}"/>
    <dgm:cxn modelId="{78D93302-CB19-4BEE-A984-0EC11A20013A}" type="presOf" srcId="{ABE66474-5B17-4257-8B71-F5E2DBC34454}" destId="{4274AA66-11EA-4F8B-8953-3B64F3470627}" srcOrd="0" destOrd="0" presId="urn:microsoft.com/office/officeart/2005/8/layout/orgChart1"/>
    <dgm:cxn modelId="{6D9423EA-1765-442C-90AC-D7ED5E24A838}" type="presOf" srcId="{CD12D704-195A-46A6-BA45-95B0CDDCD753}" destId="{443B1185-06EA-448A-ABCD-59FAC1EAB958}" srcOrd="1" destOrd="0" presId="urn:microsoft.com/office/officeart/2005/8/layout/orgChart1"/>
    <dgm:cxn modelId="{6A4FF4CF-A94C-4A32-812F-2029AB44902D}" srcId="{A33E03BE-9A74-417C-B8A9-C0195B7945E7}" destId="{3C9B4CBF-887C-42E9-860A-DF2EFF39AFC7}" srcOrd="1" destOrd="0" parTransId="{5357F69D-47AD-47A7-8B2F-DD5B7B4B32ED}" sibTransId="{E587B8B0-D0F9-4576-8D02-87ACEF8946F8}"/>
    <dgm:cxn modelId="{39175832-39C0-4F44-9537-E12A07E68688}" type="presOf" srcId="{9A63F960-454E-424A-B245-51246FE3391E}" destId="{0A374387-5291-414C-8A2F-76A1116497E4}" srcOrd="1" destOrd="0" presId="urn:microsoft.com/office/officeart/2005/8/layout/orgChart1"/>
    <dgm:cxn modelId="{EBD38D0A-E172-4BCA-AD43-A8DE0C37649E}" type="presOf" srcId="{A749870E-BB2D-4DE5-8BB3-A8A72BD2844D}" destId="{32BE3E58-EB02-4FDE-878F-5AB6EE6FBE11}" srcOrd="0" destOrd="0" presId="urn:microsoft.com/office/officeart/2005/8/layout/orgChart1"/>
    <dgm:cxn modelId="{F94332C5-5B08-4C2A-8244-73AC91B6571F}" type="presOf" srcId="{4922424C-8F40-4BC3-BEA4-887D74CACA1B}" destId="{DCB6D777-BDCB-464A-8D73-DF85B33C6FE1}" srcOrd="0" destOrd="0" presId="urn:microsoft.com/office/officeart/2005/8/layout/orgChart1"/>
    <dgm:cxn modelId="{43D602C0-C796-49F0-8981-D242102BA1F4}" type="presOf" srcId="{3CCD3B9F-0155-4B96-BEDC-660B5E23CB1B}" destId="{8D270071-2B3C-4B23-A46A-74ADD9AD167D}" srcOrd="0" destOrd="0" presId="urn:microsoft.com/office/officeart/2005/8/layout/orgChart1"/>
    <dgm:cxn modelId="{2F69619B-7A2F-4E25-9F6D-F795C7E89C2D}" type="presOf" srcId="{287C2354-E929-4341-A4A5-4852CFAC96FE}" destId="{C0DBEA9B-B86D-4034-9ADA-63061BB8ADEF}" srcOrd="0" destOrd="0" presId="urn:microsoft.com/office/officeart/2005/8/layout/orgChart1"/>
    <dgm:cxn modelId="{20AF1B56-9703-4BAB-B8A3-0BC488A67D1A}" type="presOf" srcId="{32E2B80B-47FD-4D14-ACD3-2C708A75819A}" destId="{E566A124-1F46-4151-90AA-5F8DF2366EEB}" srcOrd="0" destOrd="0" presId="urn:microsoft.com/office/officeart/2005/8/layout/orgChart1"/>
    <dgm:cxn modelId="{7C3F447D-D293-4E12-8DE4-1183C645765B}" type="presOf" srcId="{D3E8AE40-5B31-4509-B715-A778D79A398A}" destId="{6945FA21-6563-4C11-83FE-51D0A0D02B26}" srcOrd="0" destOrd="0" presId="urn:microsoft.com/office/officeart/2005/8/layout/orgChart1"/>
    <dgm:cxn modelId="{45CB9CC3-5B54-4408-BB00-D7EAC9F86A85}" type="presOf" srcId="{1DC79436-F3E5-4A18-A111-D1C37DFB26D7}" destId="{BB9F6E60-6B80-4494-B948-96FF4530D9D1}" srcOrd="0" destOrd="0" presId="urn:microsoft.com/office/officeart/2005/8/layout/orgChart1"/>
    <dgm:cxn modelId="{516F4BC7-2A68-499C-924C-7BD06CCFD3F0}" type="presOf" srcId="{DA8B3A31-3693-49AE-A2EC-B22FE02CCACF}" destId="{22B28627-4209-47FA-AA79-3EE35976D1FB}" srcOrd="1" destOrd="0" presId="urn:microsoft.com/office/officeart/2005/8/layout/orgChart1"/>
    <dgm:cxn modelId="{F156A90E-8F1A-46E1-9591-EF489DEF7CAA}" type="presOf" srcId="{D3E8AE40-5B31-4509-B715-A778D79A398A}" destId="{43A81C31-8288-4F1E-9DF9-32C139B2CDA4}" srcOrd="1" destOrd="0" presId="urn:microsoft.com/office/officeart/2005/8/layout/orgChart1"/>
    <dgm:cxn modelId="{441390EB-FA50-41C3-89CB-95AFE285E165}" type="presOf" srcId="{C6E44C64-1DFB-4738-A62F-7FA3F5B54406}" destId="{42CF8CD8-0FCB-451B-AFB7-E02CB31B9136}" srcOrd="0" destOrd="0" presId="urn:microsoft.com/office/officeart/2005/8/layout/orgChart1"/>
    <dgm:cxn modelId="{4DF521FF-75C3-4615-951E-E169ABD7F52C}" type="presOf" srcId="{3CCD3B9F-0155-4B96-BEDC-660B5E23CB1B}" destId="{C7087914-F1B7-4C20-8864-194C6243542A}" srcOrd="1" destOrd="0" presId="urn:microsoft.com/office/officeart/2005/8/layout/orgChart1"/>
    <dgm:cxn modelId="{0AECC451-A575-499C-B9FB-BDEBC7F3575F}" type="presOf" srcId="{F3F9488F-5551-4357-9517-6FE9C119093F}" destId="{19A51DFD-EFE0-4055-B00E-1F9238EA1D75}" srcOrd="0" destOrd="0" presId="urn:microsoft.com/office/officeart/2005/8/layout/orgChart1"/>
    <dgm:cxn modelId="{987C0542-0430-4326-AD08-F36947710F1F}" type="presOf" srcId="{EA5C171D-50D0-4945-AA91-860B938468D1}" destId="{B2BC809E-466C-4BFD-A589-EA79DC90DAF3}" srcOrd="0" destOrd="0" presId="urn:microsoft.com/office/officeart/2005/8/layout/orgChart1"/>
    <dgm:cxn modelId="{2E98AD3A-1228-4C5F-81EF-F99BEFC2C270}" srcId="{C6E44C64-1DFB-4738-A62F-7FA3F5B54406}" destId="{A33E03BE-9A74-417C-B8A9-C0195B7945E7}" srcOrd="0" destOrd="0" parTransId="{F3F9488F-5551-4357-9517-6FE9C119093F}" sibTransId="{4D7B81C4-890F-41F5-A70D-1FFBA263F611}"/>
    <dgm:cxn modelId="{8B480615-C16E-40F0-98B3-F569720F2138}" srcId="{A33E03BE-9A74-417C-B8A9-C0195B7945E7}" destId="{CD12D704-195A-46A6-BA45-95B0CDDCD753}" srcOrd="0" destOrd="0" parTransId="{736C3FF6-ECF4-4606-983F-1474F41F86ED}" sibTransId="{CAB24EE8-20EA-4955-AFF5-8FDAD5380DC0}"/>
    <dgm:cxn modelId="{186B77BE-BD83-4E0D-B34A-84D983F50C18}" type="presOf" srcId="{5A8D206C-9E76-48A8-BB9C-8B2462488A75}" destId="{A167841B-48E1-47AF-868B-A06BAF5A7DE7}" srcOrd="0" destOrd="0" presId="urn:microsoft.com/office/officeart/2005/8/layout/orgChart1"/>
    <dgm:cxn modelId="{1C3A9738-11D4-4610-A824-993BACB18BC3}" type="presOf" srcId="{5357F69D-47AD-47A7-8B2F-DD5B7B4B32ED}" destId="{EF34F004-3CF4-41D8-A5EF-313974E7B078}" srcOrd="0" destOrd="0" presId="urn:microsoft.com/office/officeart/2005/8/layout/orgChart1"/>
    <dgm:cxn modelId="{34B9D3EF-2153-4BB1-A126-0EC2B5F4B200}" type="presOf" srcId="{563237C1-E8EB-4F19-9129-5F2A30A9C5FE}" destId="{2BFC671C-59A2-49B8-BB38-83AF32C80D0C}" srcOrd="0" destOrd="0" presId="urn:microsoft.com/office/officeart/2005/8/layout/orgChart1"/>
    <dgm:cxn modelId="{0B82A587-A281-4539-8934-2E72632611D4}" type="presOf" srcId="{D372FCF6-3CB6-4758-A052-501D5878AD2D}" destId="{92EFA834-019C-417E-9C57-5443CAF940F1}" srcOrd="0" destOrd="0" presId="urn:microsoft.com/office/officeart/2005/8/layout/orgChart1"/>
    <dgm:cxn modelId="{400F63EC-183E-4810-A2A0-B074E5E61A01}" type="presOf" srcId="{3C9B4CBF-887C-42E9-860A-DF2EFF39AFC7}" destId="{C9C48485-3CB6-47AC-9498-BA3292775D88}" srcOrd="0" destOrd="0" presId="urn:microsoft.com/office/officeart/2005/8/layout/orgChart1"/>
    <dgm:cxn modelId="{B7E77DF4-7AD8-492D-814C-884B38D66DF4}" srcId="{39813285-D3AB-4F76-AF56-7E30F5F7351D}" destId="{DA8B3A31-3693-49AE-A2EC-B22FE02CCACF}" srcOrd="0" destOrd="0" parTransId="{5C5800E7-5F8A-4CE3-B063-16B5CCE326B9}" sibTransId="{C076DBFB-9CDB-40D2-8814-66F6210CC813}"/>
    <dgm:cxn modelId="{47A2D083-94DA-4E76-9DAF-3F5B1DDCF468}" srcId="{3CCD3B9F-0155-4B96-BEDC-660B5E23CB1B}" destId="{5E11293C-37F5-4A4A-BB0F-2C3BEEC528FF}" srcOrd="5" destOrd="0" parTransId="{6A01930F-73A6-4FF5-B803-5A0CEC30D263}" sibTransId="{903BC739-E88D-4FC8-B748-B6A5C20ADF59}"/>
    <dgm:cxn modelId="{22566387-FB34-4D07-9133-EF912BA6B73D}" type="presOf" srcId="{AE6815D7-C177-4CFE-9836-4D1D1D76EC2E}" destId="{2D766E93-0D13-40CA-B54C-325BECF68AD6}" srcOrd="0" destOrd="0" presId="urn:microsoft.com/office/officeart/2005/8/layout/orgChart1"/>
    <dgm:cxn modelId="{AC7BA597-7A55-4798-99E6-5AD7099E994C}" type="presOf" srcId="{9614D218-D6D8-4060-B178-B5F5FC71F19D}" destId="{059433F2-F7B5-4119-9FAA-BFD40E493667}" srcOrd="0" destOrd="0" presId="urn:microsoft.com/office/officeart/2005/8/layout/orgChart1"/>
    <dgm:cxn modelId="{65D13767-D35F-4624-AE10-E7AF527BA45F}" type="presOf" srcId="{AE6815D7-C177-4CFE-9836-4D1D1D76EC2E}" destId="{33B44FF3-1B3C-477C-905E-D7F799C7604B}" srcOrd="1" destOrd="0" presId="urn:microsoft.com/office/officeart/2005/8/layout/orgChart1"/>
    <dgm:cxn modelId="{2CA33B9F-CED9-40A2-8AB1-BBB1D5C02F41}" type="presOf" srcId="{ABE66474-5B17-4257-8B71-F5E2DBC34454}" destId="{B20B10E9-7DCC-4B10-A754-4B633DC7718B}" srcOrd="1" destOrd="0" presId="urn:microsoft.com/office/officeart/2005/8/layout/orgChart1"/>
    <dgm:cxn modelId="{4E79D6AE-D2EC-4135-B1B5-C423080683B7}" type="presOf" srcId="{39813285-D3AB-4F76-AF56-7E30F5F7351D}" destId="{4B48EA9E-C6D5-4693-B116-DE2494C23224}" srcOrd="1" destOrd="0" presId="urn:microsoft.com/office/officeart/2005/8/layout/orgChart1"/>
    <dgm:cxn modelId="{DA300749-66C2-4DBC-993E-AA2F84FB09DC}" type="presOf" srcId="{0DDDD8C4-764C-4DCF-A0A4-A850DA48756E}" destId="{E8D548D8-26F1-4101-AD14-4743C721E772}" srcOrd="0" destOrd="0" presId="urn:microsoft.com/office/officeart/2005/8/layout/orgChart1"/>
    <dgm:cxn modelId="{D5803D09-C5F7-4798-95D4-C0201128EA39}" type="presOf" srcId="{C6E44C64-1DFB-4738-A62F-7FA3F5B54406}" destId="{A89E2D89-D616-403A-B084-E37709DE3EE8}" srcOrd="1" destOrd="0" presId="urn:microsoft.com/office/officeart/2005/8/layout/orgChart1"/>
    <dgm:cxn modelId="{B25E9532-4F12-4277-B865-A095701FAFD5}" srcId="{3CCD3B9F-0155-4B96-BEDC-660B5E23CB1B}" destId="{C6E44C64-1DFB-4738-A62F-7FA3F5B54406}" srcOrd="2" destOrd="0" parTransId="{563237C1-E8EB-4F19-9129-5F2A30A9C5FE}" sibTransId="{EDCBEF6F-6E10-4269-A014-2A0745BA9788}"/>
    <dgm:cxn modelId="{2CB47BF8-5060-4B7F-AB14-2FC7D05C4C33}" type="presOf" srcId="{39813285-D3AB-4F76-AF56-7E30F5F7351D}" destId="{C7D1D0D4-FDB4-4C4F-8AB7-305F509851DE}" srcOrd="0" destOrd="0" presId="urn:microsoft.com/office/officeart/2005/8/layout/orgChart1"/>
    <dgm:cxn modelId="{990C4018-A957-4776-A87D-46EF955C64B4}" srcId="{1DC79436-F3E5-4A18-A111-D1C37DFB26D7}" destId="{3CCD3B9F-0155-4B96-BEDC-660B5E23CB1B}" srcOrd="0" destOrd="0" parTransId="{37DA4714-035C-4C2A-8B9F-8BD71312542C}" sibTransId="{5712C8C6-BF8A-45C2-B015-CFD541F7813F}"/>
    <dgm:cxn modelId="{4C426A7E-ADDE-44A6-8DFB-2A14E961F92B}" type="presOf" srcId="{AF2BA4CF-99CE-403B-BF8A-C89D08D1D0FC}" destId="{64692854-869F-4848-BB99-9D9BAF6F8DCD}" srcOrd="0" destOrd="0" presId="urn:microsoft.com/office/officeart/2005/8/layout/orgChart1"/>
    <dgm:cxn modelId="{297106EE-A21C-4B21-A56E-B0830E41437C}" type="presOf" srcId="{CD12D704-195A-46A6-BA45-95B0CDDCD753}" destId="{AEA8C4C9-2F6C-40A0-B729-D52BF60E6BAF}" srcOrd="0" destOrd="0" presId="urn:microsoft.com/office/officeart/2005/8/layout/orgChart1"/>
    <dgm:cxn modelId="{5B3B2688-156E-427D-8905-D803CDDA4E91}" srcId="{C6E44C64-1DFB-4738-A62F-7FA3F5B54406}" destId="{39813285-D3AB-4F76-AF56-7E30F5F7351D}" srcOrd="1" destOrd="0" parTransId="{54EBBE6F-04EB-4F2B-973F-4E9D81D4EB12}" sibTransId="{3D2DD3D0-B9C8-4B5A-B639-CD6F7D2814A2}"/>
    <dgm:cxn modelId="{46244A81-7962-4F78-A0CC-4BA64202C004}" srcId="{3CCD3B9F-0155-4B96-BEDC-660B5E23CB1B}" destId="{9A63F960-454E-424A-B245-51246FE3391E}" srcOrd="0" destOrd="0" parTransId="{2F931C37-E672-4386-9504-B8A7DA2DEBFE}" sibTransId="{DAC19569-60C1-4CED-8B24-DD7A0F6C0374}"/>
    <dgm:cxn modelId="{24C02936-650A-4A72-BC8D-246D732B2AF7}" type="presOf" srcId="{A33E03BE-9A74-417C-B8A9-C0195B7945E7}" destId="{8FD89E23-4E31-4880-A75B-F974BF2B4E02}" srcOrd="0" destOrd="0" presId="urn:microsoft.com/office/officeart/2005/8/layout/orgChart1"/>
    <dgm:cxn modelId="{5408B306-CBB3-4BDA-820D-2E76A8379A25}" type="presOf" srcId="{DA8B3A31-3693-49AE-A2EC-B22FE02CCACF}" destId="{A67981F4-B425-4CB6-853F-ED1D1E942695}" srcOrd="0" destOrd="0" presId="urn:microsoft.com/office/officeart/2005/8/layout/orgChart1"/>
    <dgm:cxn modelId="{68CD68A0-66EE-4CA2-AE21-20187F07E8BB}" type="presOf" srcId="{DF313BDE-993A-4084-B667-F7E058B2E00E}" destId="{25A6FA5D-7FF7-4850-A8FD-5313E0970B1E}" srcOrd="0" destOrd="0" presId="urn:microsoft.com/office/officeart/2005/8/layout/orgChart1"/>
    <dgm:cxn modelId="{3BFE32D7-01F0-4D80-B8A9-097773266E2C}" type="presOf" srcId="{EA5C171D-50D0-4945-AA91-860B938468D1}" destId="{8C2337C9-E81F-4B96-9ECD-FDF6D53F2CE1}" srcOrd="1" destOrd="0" presId="urn:microsoft.com/office/officeart/2005/8/layout/orgChart1"/>
    <dgm:cxn modelId="{E2CE9B58-EDF8-4C4D-A205-6DF2B475A91E}" type="presOf" srcId="{736C3FF6-ECF4-4606-983F-1474F41F86ED}" destId="{6112E6BF-059C-4F88-996D-9879E91DD226}" srcOrd="0" destOrd="0" presId="urn:microsoft.com/office/officeart/2005/8/layout/orgChart1"/>
    <dgm:cxn modelId="{65D91192-9E15-47C6-B750-4083C0C3F4FD}" type="presOf" srcId="{F008FFF6-01B7-4A92-ABCE-817DF3123030}" destId="{F9E3F07B-9269-4E3D-A1CE-21B76ED32246}" srcOrd="0" destOrd="0" presId="urn:microsoft.com/office/officeart/2005/8/layout/orgChart1"/>
    <dgm:cxn modelId="{008F289A-1358-438D-8671-BE06C5F6C6F2}" type="presOf" srcId="{54EBBE6F-04EB-4F2B-973F-4E9D81D4EB12}" destId="{FDE9D61F-7F13-4428-A52A-50672D317D00}" srcOrd="0" destOrd="0" presId="urn:microsoft.com/office/officeart/2005/8/layout/orgChart1"/>
    <dgm:cxn modelId="{FD9D57AF-A2C5-475B-AC73-177E4B0C0FBA}" srcId="{3CCD3B9F-0155-4B96-BEDC-660B5E23CB1B}" destId="{AE6815D7-C177-4CFE-9836-4D1D1D76EC2E}" srcOrd="1" destOrd="0" parTransId="{287C2354-E929-4341-A4A5-4852CFAC96FE}" sibTransId="{ADFD55D9-84A5-4FBF-B3A9-12EEEFD485C0}"/>
    <dgm:cxn modelId="{466B209B-3339-43FC-A1B5-BB60E5A7E37B}" type="presOf" srcId="{3C9B4CBF-887C-42E9-860A-DF2EFF39AFC7}" destId="{EEBF40AA-0CD1-4BA1-841A-010E65FA423D}" srcOrd="1" destOrd="0" presId="urn:microsoft.com/office/officeart/2005/8/layout/orgChart1"/>
    <dgm:cxn modelId="{F0C509F1-B06B-4C91-9FF3-00789BC8F733}" type="presOf" srcId="{A33E03BE-9A74-417C-B8A9-C0195B7945E7}" destId="{DD972C80-F3CB-41F4-880F-542539AFA731}" srcOrd="1" destOrd="0" presId="urn:microsoft.com/office/officeart/2005/8/layout/orgChart1"/>
    <dgm:cxn modelId="{AAD9A032-76EB-4422-B2ED-9C1A6B0A9E88}" srcId="{9A63F960-454E-424A-B245-51246FE3391E}" destId="{9614D218-D6D8-4060-B178-B5F5FC71F19D}" srcOrd="0" destOrd="0" parTransId="{D372FCF6-3CB6-4758-A052-501D5878AD2D}" sibTransId="{F4DEB5F0-A737-468B-B53D-FAB6A1F9EDFF}"/>
    <dgm:cxn modelId="{4D653BD8-2B66-4EC8-B0EC-05533DD204F1}" type="presOf" srcId="{5E11293C-37F5-4A4A-BB0F-2C3BEEC528FF}" destId="{02EFD032-99B0-4E1A-A6E0-3906385AF09A}" srcOrd="0" destOrd="0" presId="urn:microsoft.com/office/officeart/2005/8/layout/orgChart1"/>
    <dgm:cxn modelId="{EDAE3971-D22D-4BA5-BA1C-E8AA30C00370}" type="presOf" srcId="{5C5800E7-5F8A-4CE3-B063-16B5CCE326B9}" destId="{245C5B4F-C6D8-4261-8941-94F43487380C}" srcOrd="0" destOrd="0" presId="urn:microsoft.com/office/officeart/2005/8/layout/orgChart1"/>
    <dgm:cxn modelId="{ED1A820F-3AD8-4E19-B494-C53FEB09A3F5}" type="presOf" srcId="{2F931C37-E672-4386-9504-B8A7DA2DEBFE}" destId="{ED5DC41C-F6DA-4B51-B076-C035AAED9D7F}" srcOrd="0" destOrd="0" presId="urn:microsoft.com/office/officeart/2005/8/layout/orgChart1"/>
    <dgm:cxn modelId="{404A7739-CF39-4B06-B5F7-5313FE3CFBB6}" type="presOf" srcId="{0DF0A041-E702-49D6-BDA6-A6674D477D64}" destId="{3A50889B-1ECF-4C6A-B674-3B822BDE329C}" srcOrd="0" destOrd="0" presId="urn:microsoft.com/office/officeart/2005/8/layout/orgChart1"/>
    <dgm:cxn modelId="{7952198B-FDF4-4A28-B4D7-937144604A1F}" srcId="{AE6815D7-C177-4CFE-9836-4D1D1D76EC2E}" destId="{F008FFF6-01B7-4A92-ABCE-817DF3123030}" srcOrd="1" destOrd="0" parTransId="{0DDDD8C4-764C-4DCF-A0A4-A850DA48756E}" sibTransId="{5B1051F0-B489-45D2-A5B1-C7AB64D4418A}"/>
    <dgm:cxn modelId="{F064CBF0-48ED-414A-B22C-D9ECCE4F20D1}" type="presOf" srcId="{A749870E-BB2D-4DE5-8BB3-A8A72BD2844D}" destId="{C70633E6-DE5D-4812-8B40-5698C4477B4B}" srcOrd="1" destOrd="0" presId="urn:microsoft.com/office/officeart/2005/8/layout/orgChart1"/>
    <dgm:cxn modelId="{E0ED175A-6FF2-4095-83A9-88A96A925D5B}" type="presOf" srcId="{32E2B80B-47FD-4D14-ACD3-2C708A75819A}" destId="{DD389D32-01B9-4974-958A-1FF0235786BA}" srcOrd="1" destOrd="0" presId="urn:microsoft.com/office/officeart/2005/8/layout/orgChart1"/>
    <dgm:cxn modelId="{05A3738F-02B4-4C0A-B94A-3D2D8D455B8F}" srcId="{39813285-D3AB-4F76-AF56-7E30F5F7351D}" destId="{ABE66474-5B17-4257-8B71-F5E2DBC34454}" srcOrd="1" destOrd="0" parTransId="{0DF0A041-E702-49D6-BDA6-A6674D477D64}" sibTransId="{D67A9959-8B3C-46D4-A2FD-4828E9C78533}"/>
    <dgm:cxn modelId="{B1335973-114D-4380-8FA9-3C3E919C37D2}" srcId="{3CCD3B9F-0155-4B96-BEDC-660B5E23CB1B}" destId="{D3E8AE40-5B31-4509-B715-A778D79A398A}" srcOrd="3" destOrd="0" parTransId="{AF2BA4CF-99CE-403B-BF8A-C89D08D1D0FC}" sibTransId="{4031A27E-69F1-44D1-A24B-B364F91ED427}"/>
    <dgm:cxn modelId="{4ACE31C9-D37C-447C-8206-9EAA7B7BC2B5}" type="presOf" srcId="{9614D218-D6D8-4060-B178-B5F5FC71F19D}" destId="{51170862-B257-4F1A-8A9F-2FFACC5531DD}" srcOrd="1" destOrd="0" presId="urn:microsoft.com/office/officeart/2005/8/layout/orgChart1"/>
    <dgm:cxn modelId="{0F3CE1FB-AF41-4EAD-A149-33F3924F9ABA}" srcId="{3CCD3B9F-0155-4B96-BEDC-660B5E23CB1B}" destId="{EA5C171D-50D0-4945-AA91-860B938468D1}" srcOrd="4" destOrd="0" parTransId="{DF313BDE-993A-4084-B667-F7E058B2E00E}" sibTransId="{607FD26A-C725-4650-AB79-3C8247D61068}"/>
    <dgm:cxn modelId="{05048BF7-A10F-4BB0-A7BD-60DFD6C27192}" type="presOf" srcId="{5E11293C-37F5-4A4A-BB0F-2C3BEEC528FF}" destId="{D60DCB71-3B3D-477D-B22A-FFD0C6324148}" srcOrd="1" destOrd="0" presId="urn:microsoft.com/office/officeart/2005/8/layout/orgChart1"/>
    <dgm:cxn modelId="{F1A6BEA0-077A-4AA3-8289-35C35357F6E3}" type="presOf" srcId="{6A01930F-73A6-4FF5-B803-5A0CEC30D263}" destId="{0BFBF339-9E60-44AB-A1A8-D70F29D415DB}" srcOrd="0" destOrd="0" presId="urn:microsoft.com/office/officeart/2005/8/layout/orgChart1"/>
    <dgm:cxn modelId="{B4E11DD5-493F-4D1A-A7E9-BFF823AC1FFC}" srcId="{AE6815D7-C177-4CFE-9836-4D1D1D76EC2E}" destId="{A749870E-BB2D-4DE5-8BB3-A8A72BD2844D}" srcOrd="0" destOrd="0" parTransId="{5A8D206C-9E76-48A8-BB9C-8B2462488A75}" sibTransId="{5D956A50-EC14-4EE2-99F5-9885225B2AC3}"/>
    <dgm:cxn modelId="{A91111DF-30C1-4D6A-9C23-C1135E4E6BA0}" type="presOf" srcId="{9A63F960-454E-424A-B245-51246FE3391E}" destId="{DEF812C3-CD12-45D7-BA19-720E4821AB68}" srcOrd="0" destOrd="0" presId="urn:microsoft.com/office/officeart/2005/8/layout/orgChart1"/>
    <dgm:cxn modelId="{A63EC0DA-D67F-4B68-A134-5373F16ECD8D}" type="presOf" srcId="{F008FFF6-01B7-4A92-ABCE-817DF3123030}" destId="{C280AD9B-2284-474F-9371-CD069701116D}" srcOrd="1" destOrd="0" presId="urn:microsoft.com/office/officeart/2005/8/layout/orgChart1"/>
    <dgm:cxn modelId="{A3AD3CAD-65E7-4A13-8F07-C2F480562ECB}" type="presParOf" srcId="{BB9F6E60-6B80-4494-B948-96FF4530D9D1}" destId="{A1C94215-96A3-4CA5-8021-10142D81C8B6}" srcOrd="0" destOrd="0" presId="urn:microsoft.com/office/officeart/2005/8/layout/orgChart1"/>
    <dgm:cxn modelId="{CAF66BD7-BB4F-424C-8C01-0F640A002922}" type="presParOf" srcId="{A1C94215-96A3-4CA5-8021-10142D81C8B6}" destId="{59EC4153-861A-4CC8-8423-AE671393B21B}" srcOrd="0" destOrd="0" presId="urn:microsoft.com/office/officeart/2005/8/layout/orgChart1"/>
    <dgm:cxn modelId="{1F2776AD-FE59-43C4-98CD-07A6494E194B}" type="presParOf" srcId="{59EC4153-861A-4CC8-8423-AE671393B21B}" destId="{8D270071-2B3C-4B23-A46A-74ADD9AD167D}" srcOrd="0" destOrd="0" presId="urn:microsoft.com/office/officeart/2005/8/layout/orgChart1"/>
    <dgm:cxn modelId="{27A8B5E6-DAC5-4F06-BF27-08AB37B1737A}" type="presParOf" srcId="{59EC4153-861A-4CC8-8423-AE671393B21B}" destId="{C7087914-F1B7-4C20-8864-194C6243542A}" srcOrd="1" destOrd="0" presId="urn:microsoft.com/office/officeart/2005/8/layout/orgChart1"/>
    <dgm:cxn modelId="{8AD61543-B723-40BA-BFA1-99451F64B94A}" type="presParOf" srcId="{A1C94215-96A3-4CA5-8021-10142D81C8B6}" destId="{40DCFE2D-794A-47D6-88BD-6EF8AC95F311}" srcOrd="1" destOrd="0" presId="urn:microsoft.com/office/officeart/2005/8/layout/orgChart1"/>
    <dgm:cxn modelId="{7B5E0B75-6396-423F-B457-3FFC152525CF}" type="presParOf" srcId="{40DCFE2D-794A-47D6-88BD-6EF8AC95F311}" destId="{ED5DC41C-F6DA-4B51-B076-C035AAED9D7F}" srcOrd="0" destOrd="0" presId="urn:microsoft.com/office/officeart/2005/8/layout/orgChart1"/>
    <dgm:cxn modelId="{691BD770-9A1C-4423-8B99-88CFC808EE56}" type="presParOf" srcId="{40DCFE2D-794A-47D6-88BD-6EF8AC95F311}" destId="{0AAFFE45-096B-4994-A076-DB7F6641A35B}" srcOrd="1" destOrd="0" presId="urn:microsoft.com/office/officeart/2005/8/layout/orgChart1"/>
    <dgm:cxn modelId="{9F253E80-1054-4016-962D-FE92335C79FC}" type="presParOf" srcId="{0AAFFE45-096B-4994-A076-DB7F6641A35B}" destId="{6D8FC1DB-72C1-47B1-B1B1-1F01418686B9}" srcOrd="0" destOrd="0" presId="urn:microsoft.com/office/officeart/2005/8/layout/orgChart1"/>
    <dgm:cxn modelId="{B925F35B-B564-4BBF-8696-1BC299D86864}" type="presParOf" srcId="{6D8FC1DB-72C1-47B1-B1B1-1F01418686B9}" destId="{DEF812C3-CD12-45D7-BA19-720E4821AB68}" srcOrd="0" destOrd="0" presId="urn:microsoft.com/office/officeart/2005/8/layout/orgChart1"/>
    <dgm:cxn modelId="{C013FADE-1CE5-4FDA-8529-1502DB9E2742}" type="presParOf" srcId="{6D8FC1DB-72C1-47B1-B1B1-1F01418686B9}" destId="{0A374387-5291-414C-8A2F-76A1116497E4}" srcOrd="1" destOrd="0" presId="urn:microsoft.com/office/officeart/2005/8/layout/orgChart1"/>
    <dgm:cxn modelId="{D762BCA2-CFE5-49B5-AFAB-A2FD89FA0531}" type="presParOf" srcId="{0AAFFE45-096B-4994-A076-DB7F6641A35B}" destId="{5E4C3E70-D045-41E5-8B74-2FEAC8A4041C}" srcOrd="1" destOrd="0" presId="urn:microsoft.com/office/officeart/2005/8/layout/orgChart1"/>
    <dgm:cxn modelId="{988A27BE-A379-4F26-AAA3-F4A542DEB0ED}" type="presParOf" srcId="{5E4C3E70-D045-41E5-8B74-2FEAC8A4041C}" destId="{92EFA834-019C-417E-9C57-5443CAF940F1}" srcOrd="0" destOrd="0" presId="urn:microsoft.com/office/officeart/2005/8/layout/orgChart1"/>
    <dgm:cxn modelId="{999A4BC6-B8C7-44D1-B370-8F2B40DACCF3}" type="presParOf" srcId="{5E4C3E70-D045-41E5-8B74-2FEAC8A4041C}" destId="{B7219181-4B5B-46EC-AF93-326A35402710}" srcOrd="1" destOrd="0" presId="urn:microsoft.com/office/officeart/2005/8/layout/orgChart1"/>
    <dgm:cxn modelId="{B8BEAE8D-F02F-4FCC-B129-0B5B88EC484D}" type="presParOf" srcId="{B7219181-4B5B-46EC-AF93-326A35402710}" destId="{A15BCD6C-0243-45C7-A01B-FFC40C7E675A}" srcOrd="0" destOrd="0" presId="urn:microsoft.com/office/officeart/2005/8/layout/orgChart1"/>
    <dgm:cxn modelId="{F9EC348C-2F90-470E-AF02-1CAC8BC2D97B}" type="presParOf" srcId="{A15BCD6C-0243-45C7-A01B-FFC40C7E675A}" destId="{059433F2-F7B5-4119-9FAA-BFD40E493667}" srcOrd="0" destOrd="0" presId="urn:microsoft.com/office/officeart/2005/8/layout/orgChart1"/>
    <dgm:cxn modelId="{8DCCF16E-882F-4BFE-AAF9-48EBF03AA4D5}" type="presParOf" srcId="{A15BCD6C-0243-45C7-A01B-FFC40C7E675A}" destId="{51170862-B257-4F1A-8A9F-2FFACC5531DD}" srcOrd="1" destOrd="0" presId="urn:microsoft.com/office/officeart/2005/8/layout/orgChart1"/>
    <dgm:cxn modelId="{095D3B72-A20E-40A7-9DC8-C72A84E8F622}" type="presParOf" srcId="{B7219181-4B5B-46EC-AF93-326A35402710}" destId="{B9785216-B7BC-45FA-B0C7-1A21991F75EC}" srcOrd="1" destOrd="0" presId="urn:microsoft.com/office/officeart/2005/8/layout/orgChart1"/>
    <dgm:cxn modelId="{0A825B52-5D82-4717-96EC-F66E4D678C3F}" type="presParOf" srcId="{B7219181-4B5B-46EC-AF93-326A35402710}" destId="{932965AB-D6BB-489B-B2D5-180B93618299}" srcOrd="2" destOrd="0" presId="urn:microsoft.com/office/officeart/2005/8/layout/orgChart1"/>
    <dgm:cxn modelId="{55CDBA94-3AFA-4E70-ABB6-99AD803E5107}" type="presParOf" srcId="{5E4C3E70-D045-41E5-8B74-2FEAC8A4041C}" destId="{DCB6D777-BDCB-464A-8D73-DF85B33C6FE1}" srcOrd="2" destOrd="0" presId="urn:microsoft.com/office/officeart/2005/8/layout/orgChart1"/>
    <dgm:cxn modelId="{C21C826C-4481-4D27-BEEA-5204A939B057}" type="presParOf" srcId="{5E4C3E70-D045-41E5-8B74-2FEAC8A4041C}" destId="{46D50B90-4459-4657-B24B-9ADAA4A385A6}" srcOrd="3" destOrd="0" presId="urn:microsoft.com/office/officeart/2005/8/layout/orgChart1"/>
    <dgm:cxn modelId="{5423145A-CB7B-4233-A240-1F9FBA6E6844}" type="presParOf" srcId="{46D50B90-4459-4657-B24B-9ADAA4A385A6}" destId="{5B8E2E36-BB44-4EF0-ABD2-C55F201A6FB9}" srcOrd="0" destOrd="0" presId="urn:microsoft.com/office/officeart/2005/8/layout/orgChart1"/>
    <dgm:cxn modelId="{C7F0744B-959F-472B-9DA2-310F183B3F4F}" type="presParOf" srcId="{5B8E2E36-BB44-4EF0-ABD2-C55F201A6FB9}" destId="{E566A124-1F46-4151-90AA-5F8DF2366EEB}" srcOrd="0" destOrd="0" presId="urn:microsoft.com/office/officeart/2005/8/layout/orgChart1"/>
    <dgm:cxn modelId="{26824C8F-B349-4D3A-8CE8-46E9B4DD92B9}" type="presParOf" srcId="{5B8E2E36-BB44-4EF0-ABD2-C55F201A6FB9}" destId="{DD389D32-01B9-4974-958A-1FF0235786BA}" srcOrd="1" destOrd="0" presId="urn:microsoft.com/office/officeart/2005/8/layout/orgChart1"/>
    <dgm:cxn modelId="{58155906-5629-4B03-93B9-043C6D4590BD}" type="presParOf" srcId="{46D50B90-4459-4657-B24B-9ADAA4A385A6}" destId="{6B50BF87-6E1F-416E-A885-3F7F01AA297A}" srcOrd="1" destOrd="0" presId="urn:microsoft.com/office/officeart/2005/8/layout/orgChart1"/>
    <dgm:cxn modelId="{AD589D9E-0240-4AC5-B97D-5DC8AB1AD5AA}" type="presParOf" srcId="{46D50B90-4459-4657-B24B-9ADAA4A385A6}" destId="{667CD333-56C7-44BE-89D3-FA25FB39E2F2}" srcOrd="2" destOrd="0" presId="urn:microsoft.com/office/officeart/2005/8/layout/orgChart1"/>
    <dgm:cxn modelId="{E4E5D349-1A29-4BAB-80AD-6F20EDB4EDAB}" type="presParOf" srcId="{0AAFFE45-096B-4994-A076-DB7F6641A35B}" destId="{E0AEB302-1923-47DA-8982-0AFA50B366EC}" srcOrd="2" destOrd="0" presId="urn:microsoft.com/office/officeart/2005/8/layout/orgChart1"/>
    <dgm:cxn modelId="{A39C335B-2752-4FC2-A685-3C284A26BA24}" type="presParOf" srcId="{40DCFE2D-794A-47D6-88BD-6EF8AC95F311}" destId="{C0DBEA9B-B86D-4034-9ADA-63061BB8ADEF}" srcOrd="2" destOrd="0" presId="urn:microsoft.com/office/officeart/2005/8/layout/orgChart1"/>
    <dgm:cxn modelId="{002C2CCB-D74F-4A02-9735-39F9D7A9DFA7}" type="presParOf" srcId="{40DCFE2D-794A-47D6-88BD-6EF8AC95F311}" destId="{57E6149A-9087-4B33-8432-3CDFF30719C8}" srcOrd="3" destOrd="0" presId="urn:microsoft.com/office/officeart/2005/8/layout/orgChart1"/>
    <dgm:cxn modelId="{C4E6016C-1F65-4435-96C6-80368F0ECC6D}" type="presParOf" srcId="{57E6149A-9087-4B33-8432-3CDFF30719C8}" destId="{3EF62057-8CDC-469B-BD03-6A9FE7BB9833}" srcOrd="0" destOrd="0" presId="urn:microsoft.com/office/officeart/2005/8/layout/orgChart1"/>
    <dgm:cxn modelId="{31E4B295-5A86-4F30-95FC-B1ECC4853669}" type="presParOf" srcId="{3EF62057-8CDC-469B-BD03-6A9FE7BB9833}" destId="{2D766E93-0D13-40CA-B54C-325BECF68AD6}" srcOrd="0" destOrd="0" presId="urn:microsoft.com/office/officeart/2005/8/layout/orgChart1"/>
    <dgm:cxn modelId="{DCF1C006-FB32-45AF-A901-E19FBB5618BD}" type="presParOf" srcId="{3EF62057-8CDC-469B-BD03-6A9FE7BB9833}" destId="{33B44FF3-1B3C-477C-905E-D7F799C7604B}" srcOrd="1" destOrd="0" presId="urn:microsoft.com/office/officeart/2005/8/layout/orgChart1"/>
    <dgm:cxn modelId="{48CE1B5B-79BF-4B6D-9043-D83427CA0F98}" type="presParOf" srcId="{57E6149A-9087-4B33-8432-3CDFF30719C8}" destId="{42A7F849-C766-44AA-8785-19CBDFE5C1EB}" srcOrd="1" destOrd="0" presId="urn:microsoft.com/office/officeart/2005/8/layout/orgChart1"/>
    <dgm:cxn modelId="{5C7AA5C4-D33E-4F09-BC99-6FC76321B505}" type="presParOf" srcId="{42A7F849-C766-44AA-8785-19CBDFE5C1EB}" destId="{A167841B-48E1-47AF-868B-A06BAF5A7DE7}" srcOrd="0" destOrd="0" presId="urn:microsoft.com/office/officeart/2005/8/layout/orgChart1"/>
    <dgm:cxn modelId="{ED4EAA30-31C5-40C6-AD35-9D6676CB6F5E}" type="presParOf" srcId="{42A7F849-C766-44AA-8785-19CBDFE5C1EB}" destId="{D36A1034-8BD0-4BC6-8823-1232ADE6B2B8}" srcOrd="1" destOrd="0" presId="urn:microsoft.com/office/officeart/2005/8/layout/orgChart1"/>
    <dgm:cxn modelId="{37F12897-D932-4DC0-9B13-A29C68397586}" type="presParOf" srcId="{D36A1034-8BD0-4BC6-8823-1232ADE6B2B8}" destId="{07883F16-3FA5-4B28-9220-368885DD7A57}" srcOrd="0" destOrd="0" presId="urn:microsoft.com/office/officeart/2005/8/layout/orgChart1"/>
    <dgm:cxn modelId="{2323DDE9-9B93-4941-9EAE-7E863480D40C}" type="presParOf" srcId="{07883F16-3FA5-4B28-9220-368885DD7A57}" destId="{32BE3E58-EB02-4FDE-878F-5AB6EE6FBE11}" srcOrd="0" destOrd="0" presId="urn:microsoft.com/office/officeart/2005/8/layout/orgChart1"/>
    <dgm:cxn modelId="{347268AD-B23A-4934-82C4-B1DAD25B2519}" type="presParOf" srcId="{07883F16-3FA5-4B28-9220-368885DD7A57}" destId="{C70633E6-DE5D-4812-8B40-5698C4477B4B}" srcOrd="1" destOrd="0" presId="urn:microsoft.com/office/officeart/2005/8/layout/orgChart1"/>
    <dgm:cxn modelId="{9C22A330-6E21-4FAB-A70B-8DF3DD4BE222}" type="presParOf" srcId="{D36A1034-8BD0-4BC6-8823-1232ADE6B2B8}" destId="{DBB0DF3F-4754-40CB-8B21-CAC99C37296D}" srcOrd="1" destOrd="0" presId="urn:microsoft.com/office/officeart/2005/8/layout/orgChart1"/>
    <dgm:cxn modelId="{55B0DC15-1EB4-4D42-AE02-1FDB0D71FBBC}" type="presParOf" srcId="{D36A1034-8BD0-4BC6-8823-1232ADE6B2B8}" destId="{95B7FEC5-AEBD-4C61-A258-F78E15FAB86F}" srcOrd="2" destOrd="0" presId="urn:microsoft.com/office/officeart/2005/8/layout/orgChart1"/>
    <dgm:cxn modelId="{03FDA366-A336-4CCA-9468-EE99CDD64DE8}" type="presParOf" srcId="{42A7F849-C766-44AA-8785-19CBDFE5C1EB}" destId="{E8D548D8-26F1-4101-AD14-4743C721E772}" srcOrd="2" destOrd="0" presId="urn:microsoft.com/office/officeart/2005/8/layout/orgChart1"/>
    <dgm:cxn modelId="{6FA0A974-0CDA-4198-8B91-77291AC623B9}" type="presParOf" srcId="{42A7F849-C766-44AA-8785-19CBDFE5C1EB}" destId="{308720DB-23CA-4A73-B080-B8E03079D839}" srcOrd="3" destOrd="0" presId="urn:microsoft.com/office/officeart/2005/8/layout/orgChart1"/>
    <dgm:cxn modelId="{B33A1A86-47F2-45D2-A14F-0E5C977C33C1}" type="presParOf" srcId="{308720DB-23CA-4A73-B080-B8E03079D839}" destId="{ADD91EFE-F258-4AAE-893E-00870CFBACCC}" srcOrd="0" destOrd="0" presId="urn:microsoft.com/office/officeart/2005/8/layout/orgChart1"/>
    <dgm:cxn modelId="{68B0500A-2EA5-4DA9-896C-2E1232001761}" type="presParOf" srcId="{ADD91EFE-F258-4AAE-893E-00870CFBACCC}" destId="{F9E3F07B-9269-4E3D-A1CE-21B76ED32246}" srcOrd="0" destOrd="0" presId="urn:microsoft.com/office/officeart/2005/8/layout/orgChart1"/>
    <dgm:cxn modelId="{32ED22F4-7A9A-49D2-9BF3-AABF74B72278}" type="presParOf" srcId="{ADD91EFE-F258-4AAE-893E-00870CFBACCC}" destId="{C280AD9B-2284-474F-9371-CD069701116D}" srcOrd="1" destOrd="0" presId="urn:microsoft.com/office/officeart/2005/8/layout/orgChart1"/>
    <dgm:cxn modelId="{BA6D9C86-C943-4806-8636-581945DB1442}" type="presParOf" srcId="{308720DB-23CA-4A73-B080-B8E03079D839}" destId="{18406652-1C1B-4548-9785-F09833C74119}" srcOrd="1" destOrd="0" presId="urn:microsoft.com/office/officeart/2005/8/layout/orgChart1"/>
    <dgm:cxn modelId="{493CEBAD-5550-48DD-9B1D-F5F578A8FFF0}" type="presParOf" srcId="{308720DB-23CA-4A73-B080-B8E03079D839}" destId="{E2D796C6-960A-4B5A-BB7C-5BE7E1887D4C}" srcOrd="2" destOrd="0" presId="urn:microsoft.com/office/officeart/2005/8/layout/orgChart1"/>
    <dgm:cxn modelId="{C7FA353E-64C9-47D0-9126-221F3ABE9402}" type="presParOf" srcId="{57E6149A-9087-4B33-8432-3CDFF30719C8}" destId="{65D83177-5694-4A9F-9200-48E8C418F37D}" srcOrd="2" destOrd="0" presId="urn:microsoft.com/office/officeart/2005/8/layout/orgChart1"/>
    <dgm:cxn modelId="{ACF7CD8E-F95F-4AEF-A157-26917B3CEB2A}" type="presParOf" srcId="{40DCFE2D-794A-47D6-88BD-6EF8AC95F311}" destId="{2BFC671C-59A2-49B8-BB38-83AF32C80D0C}" srcOrd="4" destOrd="0" presId="urn:microsoft.com/office/officeart/2005/8/layout/orgChart1"/>
    <dgm:cxn modelId="{307BCDC3-A45A-4F44-AD41-80AA6FE89020}" type="presParOf" srcId="{40DCFE2D-794A-47D6-88BD-6EF8AC95F311}" destId="{C0A34DBF-4204-444F-9D83-BB2EF19E7119}" srcOrd="5" destOrd="0" presId="urn:microsoft.com/office/officeart/2005/8/layout/orgChart1"/>
    <dgm:cxn modelId="{4B7F2006-C83B-4F83-A9BF-576C9676B69A}" type="presParOf" srcId="{C0A34DBF-4204-444F-9D83-BB2EF19E7119}" destId="{171178B9-A763-4B42-9119-786EEF146B87}" srcOrd="0" destOrd="0" presId="urn:microsoft.com/office/officeart/2005/8/layout/orgChart1"/>
    <dgm:cxn modelId="{9DAAF242-380E-4EA1-A301-2C9C518A4AFE}" type="presParOf" srcId="{171178B9-A763-4B42-9119-786EEF146B87}" destId="{42CF8CD8-0FCB-451B-AFB7-E02CB31B9136}" srcOrd="0" destOrd="0" presId="urn:microsoft.com/office/officeart/2005/8/layout/orgChart1"/>
    <dgm:cxn modelId="{5D5E413E-EA78-4211-8D0E-932B97D80161}" type="presParOf" srcId="{171178B9-A763-4B42-9119-786EEF146B87}" destId="{A89E2D89-D616-403A-B084-E37709DE3EE8}" srcOrd="1" destOrd="0" presId="urn:microsoft.com/office/officeart/2005/8/layout/orgChart1"/>
    <dgm:cxn modelId="{41245B15-5D7C-40F8-A93F-E95789CCBA24}" type="presParOf" srcId="{C0A34DBF-4204-444F-9D83-BB2EF19E7119}" destId="{407B4F83-3796-4579-822E-6A8F5D467BF4}" srcOrd="1" destOrd="0" presId="urn:microsoft.com/office/officeart/2005/8/layout/orgChart1"/>
    <dgm:cxn modelId="{751F8B65-0343-4B0A-B5B2-698695C520E0}" type="presParOf" srcId="{407B4F83-3796-4579-822E-6A8F5D467BF4}" destId="{19A51DFD-EFE0-4055-B00E-1F9238EA1D75}" srcOrd="0" destOrd="0" presId="urn:microsoft.com/office/officeart/2005/8/layout/orgChart1"/>
    <dgm:cxn modelId="{B8F71D46-6FE4-4FC0-A424-9D60D7A03047}" type="presParOf" srcId="{407B4F83-3796-4579-822E-6A8F5D467BF4}" destId="{03DF7725-815F-4F72-96F9-B49AA4EFA4B0}" srcOrd="1" destOrd="0" presId="urn:microsoft.com/office/officeart/2005/8/layout/orgChart1"/>
    <dgm:cxn modelId="{39ADD459-C5AA-4789-9C39-7CFF29AB2071}" type="presParOf" srcId="{03DF7725-815F-4F72-96F9-B49AA4EFA4B0}" destId="{DE9EC57E-8E9A-4A3C-85CC-CE74742CB119}" srcOrd="0" destOrd="0" presId="urn:microsoft.com/office/officeart/2005/8/layout/orgChart1"/>
    <dgm:cxn modelId="{0E2C412D-8C41-4EA0-B081-EA096C2FBCCF}" type="presParOf" srcId="{DE9EC57E-8E9A-4A3C-85CC-CE74742CB119}" destId="{8FD89E23-4E31-4880-A75B-F974BF2B4E02}" srcOrd="0" destOrd="0" presId="urn:microsoft.com/office/officeart/2005/8/layout/orgChart1"/>
    <dgm:cxn modelId="{381A12F6-8685-4E5C-B3A6-3AA5BFD8A63D}" type="presParOf" srcId="{DE9EC57E-8E9A-4A3C-85CC-CE74742CB119}" destId="{DD972C80-F3CB-41F4-880F-542539AFA731}" srcOrd="1" destOrd="0" presId="urn:microsoft.com/office/officeart/2005/8/layout/orgChart1"/>
    <dgm:cxn modelId="{A086B084-8E2D-4FF4-B6F6-570C86600076}" type="presParOf" srcId="{03DF7725-815F-4F72-96F9-B49AA4EFA4B0}" destId="{5922E33D-9590-45A4-B324-074E92F42880}" srcOrd="1" destOrd="0" presId="urn:microsoft.com/office/officeart/2005/8/layout/orgChart1"/>
    <dgm:cxn modelId="{D2990F5B-8D13-4F93-A060-2DCF23F2C1D3}" type="presParOf" srcId="{5922E33D-9590-45A4-B324-074E92F42880}" destId="{6112E6BF-059C-4F88-996D-9879E91DD226}" srcOrd="0" destOrd="0" presId="urn:microsoft.com/office/officeart/2005/8/layout/orgChart1"/>
    <dgm:cxn modelId="{8588D11F-9468-4490-9E7F-7688A3AEAA1D}" type="presParOf" srcId="{5922E33D-9590-45A4-B324-074E92F42880}" destId="{2B323574-F2B9-40D3-9F53-FF53348E7510}" srcOrd="1" destOrd="0" presId="urn:microsoft.com/office/officeart/2005/8/layout/orgChart1"/>
    <dgm:cxn modelId="{73BF713E-30C4-45D8-A5DA-A50E3A5C16C9}" type="presParOf" srcId="{2B323574-F2B9-40D3-9F53-FF53348E7510}" destId="{26F3F4CE-2109-4585-B7DC-F4C798C451CE}" srcOrd="0" destOrd="0" presId="urn:microsoft.com/office/officeart/2005/8/layout/orgChart1"/>
    <dgm:cxn modelId="{24F6694D-60E4-4D7C-B726-A0D0CA622C0B}" type="presParOf" srcId="{26F3F4CE-2109-4585-B7DC-F4C798C451CE}" destId="{AEA8C4C9-2F6C-40A0-B729-D52BF60E6BAF}" srcOrd="0" destOrd="0" presId="urn:microsoft.com/office/officeart/2005/8/layout/orgChart1"/>
    <dgm:cxn modelId="{82AC4D78-9B7A-4D50-9A79-EC76338F69D7}" type="presParOf" srcId="{26F3F4CE-2109-4585-B7DC-F4C798C451CE}" destId="{443B1185-06EA-448A-ABCD-59FAC1EAB958}" srcOrd="1" destOrd="0" presId="urn:microsoft.com/office/officeart/2005/8/layout/orgChart1"/>
    <dgm:cxn modelId="{0ECDC6C3-B17D-4641-B75F-E691DD3EA232}" type="presParOf" srcId="{2B323574-F2B9-40D3-9F53-FF53348E7510}" destId="{E7AAD4C9-3466-4DA0-9FF0-25267B32D405}" srcOrd="1" destOrd="0" presId="urn:microsoft.com/office/officeart/2005/8/layout/orgChart1"/>
    <dgm:cxn modelId="{F6E8EA4E-044E-4691-A45F-E06C510522CD}" type="presParOf" srcId="{2B323574-F2B9-40D3-9F53-FF53348E7510}" destId="{C1A419C9-12B6-4967-9375-73EA0781A986}" srcOrd="2" destOrd="0" presId="urn:microsoft.com/office/officeart/2005/8/layout/orgChart1"/>
    <dgm:cxn modelId="{244C3D56-0EA7-46CA-952D-57D92B6A8CD0}" type="presParOf" srcId="{5922E33D-9590-45A4-B324-074E92F42880}" destId="{EF34F004-3CF4-41D8-A5EF-313974E7B078}" srcOrd="2" destOrd="0" presId="urn:microsoft.com/office/officeart/2005/8/layout/orgChart1"/>
    <dgm:cxn modelId="{0BFA30F9-B7DE-4D7E-AFC6-532873B1B92B}" type="presParOf" srcId="{5922E33D-9590-45A4-B324-074E92F42880}" destId="{D9CECF72-F8B4-49F8-B651-3C2CB78BDDE5}" srcOrd="3" destOrd="0" presId="urn:microsoft.com/office/officeart/2005/8/layout/orgChart1"/>
    <dgm:cxn modelId="{FE94434E-0058-41AC-871B-64F655DA52E5}" type="presParOf" srcId="{D9CECF72-F8B4-49F8-B651-3C2CB78BDDE5}" destId="{D6B7F0B6-61F6-469D-804E-A590113971E3}" srcOrd="0" destOrd="0" presId="urn:microsoft.com/office/officeart/2005/8/layout/orgChart1"/>
    <dgm:cxn modelId="{FA8E6C80-28C7-46D7-AE6C-FC0AE39D9F10}" type="presParOf" srcId="{D6B7F0B6-61F6-469D-804E-A590113971E3}" destId="{C9C48485-3CB6-47AC-9498-BA3292775D88}" srcOrd="0" destOrd="0" presId="urn:microsoft.com/office/officeart/2005/8/layout/orgChart1"/>
    <dgm:cxn modelId="{06A191BD-0022-41F5-B619-7C56D8AB6B20}" type="presParOf" srcId="{D6B7F0B6-61F6-469D-804E-A590113971E3}" destId="{EEBF40AA-0CD1-4BA1-841A-010E65FA423D}" srcOrd="1" destOrd="0" presId="urn:microsoft.com/office/officeart/2005/8/layout/orgChart1"/>
    <dgm:cxn modelId="{219C0940-4A93-4ED2-A33E-C263A31CB56E}" type="presParOf" srcId="{D9CECF72-F8B4-49F8-B651-3C2CB78BDDE5}" destId="{05C97CE5-7E0C-49B2-A390-D49D66E13439}" srcOrd="1" destOrd="0" presId="urn:microsoft.com/office/officeart/2005/8/layout/orgChart1"/>
    <dgm:cxn modelId="{6DA41B3F-379D-4CA5-8949-C5A1186B0813}" type="presParOf" srcId="{D9CECF72-F8B4-49F8-B651-3C2CB78BDDE5}" destId="{EA052DFD-9FA3-4072-A732-CDA3DA64876B}" srcOrd="2" destOrd="0" presId="urn:microsoft.com/office/officeart/2005/8/layout/orgChart1"/>
    <dgm:cxn modelId="{E0AC70D2-86EA-48F1-B7AB-70FF2C7D8F17}" type="presParOf" srcId="{03DF7725-815F-4F72-96F9-B49AA4EFA4B0}" destId="{6AE6BAD6-92ED-4214-9A80-B1086D414594}" srcOrd="2" destOrd="0" presId="urn:microsoft.com/office/officeart/2005/8/layout/orgChart1"/>
    <dgm:cxn modelId="{9E444CA5-19B5-418F-BE46-F4A07696FC21}" type="presParOf" srcId="{407B4F83-3796-4579-822E-6A8F5D467BF4}" destId="{FDE9D61F-7F13-4428-A52A-50672D317D00}" srcOrd="2" destOrd="0" presId="urn:microsoft.com/office/officeart/2005/8/layout/orgChart1"/>
    <dgm:cxn modelId="{1C6918E5-3594-488D-B052-946ED319292C}" type="presParOf" srcId="{407B4F83-3796-4579-822E-6A8F5D467BF4}" destId="{4889D611-B71F-43F0-99C2-DC43C3EC57E9}" srcOrd="3" destOrd="0" presId="urn:microsoft.com/office/officeart/2005/8/layout/orgChart1"/>
    <dgm:cxn modelId="{8207CC69-1341-4637-8167-C6DC956BF16C}" type="presParOf" srcId="{4889D611-B71F-43F0-99C2-DC43C3EC57E9}" destId="{5BC45C36-85D7-4123-B96B-E55A9E006D8B}" srcOrd="0" destOrd="0" presId="urn:microsoft.com/office/officeart/2005/8/layout/orgChart1"/>
    <dgm:cxn modelId="{5EB9B638-8DCB-49F6-BF4A-7E9FEA5FBE6B}" type="presParOf" srcId="{5BC45C36-85D7-4123-B96B-E55A9E006D8B}" destId="{C7D1D0D4-FDB4-4C4F-8AB7-305F509851DE}" srcOrd="0" destOrd="0" presId="urn:microsoft.com/office/officeart/2005/8/layout/orgChart1"/>
    <dgm:cxn modelId="{66B67674-DE4A-4C72-B3C8-98EFF53AABA1}" type="presParOf" srcId="{5BC45C36-85D7-4123-B96B-E55A9E006D8B}" destId="{4B48EA9E-C6D5-4693-B116-DE2494C23224}" srcOrd="1" destOrd="0" presId="urn:microsoft.com/office/officeart/2005/8/layout/orgChart1"/>
    <dgm:cxn modelId="{AE424C64-93A4-4DDA-AA36-B570A2165CCC}" type="presParOf" srcId="{4889D611-B71F-43F0-99C2-DC43C3EC57E9}" destId="{D3562F29-F705-4277-92DB-07BC50C62690}" srcOrd="1" destOrd="0" presId="urn:microsoft.com/office/officeart/2005/8/layout/orgChart1"/>
    <dgm:cxn modelId="{991A7A69-9805-4058-916C-47C86BAE5126}" type="presParOf" srcId="{D3562F29-F705-4277-92DB-07BC50C62690}" destId="{245C5B4F-C6D8-4261-8941-94F43487380C}" srcOrd="0" destOrd="0" presId="urn:microsoft.com/office/officeart/2005/8/layout/orgChart1"/>
    <dgm:cxn modelId="{4660055A-655E-4309-BA8D-07783BA484A8}" type="presParOf" srcId="{D3562F29-F705-4277-92DB-07BC50C62690}" destId="{200A058D-E1DA-4F9B-98D0-54B3DE5FE6DA}" srcOrd="1" destOrd="0" presId="urn:microsoft.com/office/officeart/2005/8/layout/orgChart1"/>
    <dgm:cxn modelId="{7C13E6A9-85A3-43BA-902A-F060BD071FA2}" type="presParOf" srcId="{200A058D-E1DA-4F9B-98D0-54B3DE5FE6DA}" destId="{736A9BC1-66A0-4BFA-B1D5-AAB7091D0663}" srcOrd="0" destOrd="0" presId="urn:microsoft.com/office/officeart/2005/8/layout/orgChart1"/>
    <dgm:cxn modelId="{4BE9039A-7551-47DB-9B91-D95B8FC03539}" type="presParOf" srcId="{736A9BC1-66A0-4BFA-B1D5-AAB7091D0663}" destId="{A67981F4-B425-4CB6-853F-ED1D1E942695}" srcOrd="0" destOrd="0" presId="urn:microsoft.com/office/officeart/2005/8/layout/orgChart1"/>
    <dgm:cxn modelId="{B4818387-8272-43E0-A918-254037E2D619}" type="presParOf" srcId="{736A9BC1-66A0-4BFA-B1D5-AAB7091D0663}" destId="{22B28627-4209-47FA-AA79-3EE35976D1FB}" srcOrd="1" destOrd="0" presId="urn:microsoft.com/office/officeart/2005/8/layout/orgChart1"/>
    <dgm:cxn modelId="{B4EEC410-FACC-4DF1-98F6-D2566C321F53}" type="presParOf" srcId="{200A058D-E1DA-4F9B-98D0-54B3DE5FE6DA}" destId="{73185C31-E985-4131-8401-7F6B057E0C97}" srcOrd="1" destOrd="0" presId="urn:microsoft.com/office/officeart/2005/8/layout/orgChart1"/>
    <dgm:cxn modelId="{7C02C0B0-A79E-4809-BFD0-059CF2A50EA6}" type="presParOf" srcId="{200A058D-E1DA-4F9B-98D0-54B3DE5FE6DA}" destId="{1DCAED2E-C2B6-4452-A92F-4300E611A936}" srcOrd="2" destOrd="0" presId="urn:microsoft.com/office/officeart/2005/8/layout/orgChart1"/>
    <dgm:cxn modelId="{8A5F5249-87C7-4B40-BB26-013691CDA4E6}" type="presParOf" srcId="{D3562F29-F705-4277-92DB-07BC50C62690}" destId="{3A50889B-1ECF-4C6A-B674-3B822BDE329C}" srcOrd="2" destOrd="0" presId="urn:microsoft.com/office/officeart/2005/8/layout/orgChart1"/>
    <dgm:cxn modelId="{0412B2A0-F260-42A6-BB6F-E101D705FEA9}" type="presParOf" srcId="{D3562F29-F705-4277-92DB-07BC50C62690}" destId="{1BFC8364-1160-4CEF-9730-4AEB86D883E2}" srcOrd="3" destOrd="0" presId="urn:microsoft.com/office/officeart/2005/8/layout/orgChart1"/>
    <dgm:cxn modelId="{4007CA48-9B7E-4EEA-B3AB-579B1EA428AF}" type="presParOf" srcId="{1BFC8364-1160-4CEF-9730-4AEB86D883E2}" destId="{E7A285C4-50B6-4D0C-A9C9-32ECEF253D8F}" srcOrd="0" destOrd="0" presId="urn:microsoft.com/office/officeart/2005/8/layout/orgChart1"/>
    <dgm:cxn modelId="{69010027-4695-44C9-876C-3363764E1A2F}" type="presParOf" srcId="{E7A285C4-50B6-4D0C-A9C9-32ECEF253D8F}" destId="{4274AA66-11EA-4F8B-8953-3B64F3470627}" srcOrd="0" destOrd="0" presId="urn:microsoft.com/office/officeart/2005/8/layout/orgChart1"/>
    <dgm:cxn modelId="{294FF14F-7DCC-4BF4-84EE-7B1D84505A8E}" type="presParOf" srcId="{E7A285C4-50B6-4D0C-A9C9-32ECEF253D8F}" destId="{B20B10E9-7DCC-4B10-A754-4B633DC7718B}" srcOrd="1" destOrd="0" presId="urn:microsoft.com/office/officeart/2005/8/layout/orgChart1"/>
    <dgm:cxn modelId="{89FB9BA6-60AC-421E-8C74-6EE68D554A03}" type="presParOf" srcId="{1BFC8364-1160-4CEF-9730-4AEB86D883E2}" destId="{D9250E1C-81AB-4C76-B8A8-878600E719E5}" srcOrd="1" destOrd="0" presId="urn:microsoft.com/office/officeart/2005/8/layout/orgChart1"/>
    <dgm:cxn modelId="{E5BA68DC-C521-423B-BF89-8626BB618AA2}" type="presParOf" srcId="{1BFC8364-1160-4CEF-9730-4AEB86D883E2}" destId="{A92B746E-54EB-4D0B-BDFB-4F0E8A19828E}" srcOrd="2" destOrd="0" presId="urn:microsoft.com/office/officeart/2005/8/layout/orgChart1"/>
    <dgm:cxn modelId="{C6273D83-6F87-4872-B938-859DAD9A34CF}" type="presParOf" srcId="{4889D611-B71F-43F0-99C2-DC43C3EC57E9}" destId="{A21BA6F0-C87D-4B86-A6E6-AF80918FFCFD}" srcOrd="2" destOrd="0" presId="urn:microsoft.com/office/officeart/2005/8/layout/orgChart1"/>
    <dgm:cxn modelId="{44F7BF24-AF09-4C3E-BC63-6137A87AC266}" type="presParOf" srcId="{C0A34DBF-4204-444F-9D83-BB2EF19E7119}" destId="{BA47F8FF-0C24-49AD-AC10-8780249A47C1}" srcOrd="2" destOrd="0" presId="urn:microsoft.com/office/officeart/2005/8/layout/orgChart1"/>
    <dgm:cxn modelId="{08E27547-2ECC-4558-889C-B397192CA71E}" type="presParOf" srcId="{40DCFE2D-794A-47D6-88BD-6EF8AC95F311}" destId="{64692854-869F-4848-BB99-9D9BAF6F8DCD}" srcOrd="6" destOrd="0" presId="urn:microsoft.com/office/officeart/2005/8/layout/orgChart1"/>
    <dgm:cxn modelId="{A2D1BDF3-D780-4884-B537-A69B7089ABA0}" type="presParOf" srcId="{40DCFE2D-794A-47D6-88BD-6EF8AC95F311}" destId="{2DC4B480-7FD6-4891-834A-26045AE44762}" srcOrd="7" destOrd="0" presId="urn:microsoft.com/office/officeart/2005/8/layout/orgChart1"/>
    <dgm:cxn modelId="{B3E623A0-A5BE-4441-903F-29B82388CBF2}" type="presParOf" srcId="{2DC4B480-7FD6-4891-834A-26045AE44762}" destId="{4D083B3D-D21D-4BDD-A961-99EACE5A6DF6}" srcOrd="0" destOrd="0" presId="urn:microsoft.com/office/officeart/2005/8/layout/orgChart1"/>
    <dgm:cxn modelId="{62FAF53C-F8F7-490E-908B-D580EDF383CC}" type="presParOf" srcId="{4D083B3D-D21D-4BDD-A961-99EACE5A6DF6}" destId="{6945FA21-6563-4C11-83FE-51D0A0D02B26}" srcOrd="0" destOrd="0" presId="urn:microsoft.com/office/officeart/2005/8/layout/orgChart1"/>
    <dgm:cxn modelId="{8C31B847-84F6-4237-A54C-DFDBE4DEA5C9}" type="presParOf" srcId="{4D083B3D-D21D-4BDD-A961-99EACE5A6DF6}" destId="{43A81C31-8288-4F1E-9DF9-32C139B2CDA4}" srcOrd="1" destOrd="0" presId="urn:microsoft.com/office/officeart/2005/8/layout/orgChart1"/>
    <dgm:cxn modelId="{A8839339-0283-4DE9-886C-559A64CD186F}" type="presParOf" srcId="{2DC4B480-7FD6-4891-834A-26045AE44762}" destId="{40EE7EFD-A7B5-48D5-9B39-6D3EAF26BCC4}" srcOrd="1" destOrd="0" presId="urn:microsoft.com/office/officeart/2005/8/layout/orgChart1"/>
    <dgm:cxn modelId="{B952B3F5-B0D6-4668-BE05-DBFEF14F781B}" type="presParOf" srcId="{2DC4B480-7FD6-4891-834A-26045AE44762}" destId="{6591A768-719B-481C-B09E-DE6167DB5343}" srcOrd="2" destOrd="0" presId="urn:microsoft.com/office/officeart/2005/8/layout/orgChart1"/>
    <dgm:cxn modelId="{9EAD87AD-8EED-43E7-82DA-E59FD2265666}" type="presParOf" srcId="{40DCFE2D-794A-47D6-88BD-6EF8AC95F311}" destId="{25A6FA5D-7FF7-4850-A8FD-5313E0970B1E}" srcOrd="8" destOrd="0" presId="urn:microsoft.com/office/officeart/2005/8/layout/orgChart1"/>
    <dgm:cxn modelId="{54194213-5D41-46B2-AB97-EF3F4CBFB91A}" type="presParOf" srcId="{40DCFE2D-794A-47D6-88BD-6EF8AC95F311}" destId="{A0861767-BF73-4E90-A3A2-91BA60AEEF0B}" srcOrd="9" destOrd="0" presId="urn:microsoft.com/office/officeart/2005/8/layout/orgChart1"/>
    <dgm:cxn modelId="{96887B6E-F6CA-46EB-A059-5F77D65B1CFA}" type="presParOf" srcId="{A0861767-BF73-4E90-A3A2-91BA60AEEF0B}" destId="{6AAF2AC5-3D4B-4383-98CD-72BB986F9F6A}" srcOrd="0" destOrd="0" presId="urn:microsoft.com/office/officeart/2005/8/layout/orgChart1"/>
    <dgm:cxn modelId="{D59966BB-3243-47CC-B1EB-8F0CEC03BE14}" type="presParOf" srcId="{6AAF2AC5-3D4B-4383-98CD-72BB986F9F6A}" destId="{B2BC809E-466C-4BFD-A589-EA79DC90DAF3}" srcOrd="0" destOrd="0" presId="urn:microsoft.com/office/officeart/2005/8/layout/orgChart1"/>
    <dgm:cxn modelId="{29FABDD5-A68B-4541-9600-D9A8E8F130B3}" type="presParOf" srcId="{6AAF2AC5-3D4B-4383-98CD-72BB986F9F6A}" destId="{8C2337C9-E81F-4B96-9ECD-FDF6D53F2CE1}" srcOrd="1" destOrd="0" presId="urn:microsoft.com/office/officeart/2005/8/layout/orgChart1"/>
    <dgm:cxn modelId="{6C03B025-B618-46E8-A21D-99C707729A5E}" type="presParOf" srcId="{A0861767-BF73-4E90-A3A2-91BA60AEEF0B}" destId="{EA24D025-C9D3-4D24-B705-3ED7A48AB5A5}" srcOrd="1" destOrd="0" presId="urn:microsoft.com/office/officeart/2005/8/layout/orgChart1"/>
    <dgm:cxn modelId="{DAE8099B-C8BF-4822-A661-9EFEC7B5D094}" type="presParOf" srcId="{A0861767-BF73-4E90-A3A2-91BA60AEEF0B}" destId="{5D2134F3-42AD-4E5F-BE43-E665A0CC6064}" srcOrd="2" destOrd="0" presId="urn:microsoft.com/office/officeart/2005/8/layout/orgChart1"/>
    <dgm:cxn modelId="{F776CBD1-1A75-488B-A2FF-84A3ED6E1000}" type="presParOf" srcId="{40DCFE2D-794A-47D6-88BD-6EF8AC95F311}" destId="{0BFBF339-9E60-44AB-A1A8-D70F29D415DB}" srcOrd="10" destOrd="0" presId="urn:microsoft.com/office/officeart/2005/8/layout/orgChart1"/>
    <dgm:cxn modelId="{EF3BDBDA-168D-4F0E-8485-15115C718BED}" type="presParOf" srcId="{40DCFE2D-794A-47D6-88BD-6EF8AC95F311}" destId="{CF1321C6-05B4-4903-A4DA-D973563E06EA}" srcOrd="11" destOrd="0" presId="urn:microsoft.com/office/officeart/2005/8/layout/orgChart1"/>
    <dgm:cxn modelId="{04387C53-0540-4312-BE37-EF45FBCF8F89}" type="presParOf" srcId="{CF1321C6-05B4-4903-A4DA-D973563E06EA}" destId="{0CE00A86-82C1-4FA9-AEC3-FE2972A79A08}" srcOrd="0" destOrd="0" presId="urn:microsoft.com/office/officeart/2005/8/layout/orgChart1"/>
    <dgm:cxn modelId="{19C85AEC-19AD-420C-96A0-B9E835C1B0DC}" type="presParOf" srcId="{0CE00A86-82C1-4FA9-AEC3-FE2972A79A08}" destId="{02EFD032-99B0-4E1A-A6E0-3906385AF09A}" srcOrd="0" destOrd="0" presId="urn:microsoft.com/office/officeart/2005/8/layout/orgChart1"/>
    <dgm:cxn modelId="{51DEB13D-FE48-4096-A8CE-3053F194E96D}" type="presParOf" srcId="{0CE00A86-82C1-4FA9-AEC3-FE2972A79A08}" destId="{D60DCB71-3B3D-477D-B22A-FFD0C6324148}" srcOrd="1" destOrd="0" presId="urn:microsoft.com/office/officeart/2005/8/layout/orgChart1"/>
    <dgm:cxn modelId="{25EB117D-5757-4128-B169-DEA1A4DDA9FB}" type="presParOf" srcId="{CF1321C6-05B4-4903-A4DA-D973563E06EA}" destId="{2992A9D9-B4B9-4D51-80AE-4BE7C8CC2FF8}" srcOrd="1" destOrd="0" presId="urn:microsoft.com/office/officeart/2005/8/layout/orgChart1"/>
    <dgm:cxn modelId="{026B3691-17AF-4F2E-9102-8F75A8D1B060}" type="presParOf" srcId="{CF1321C6-05B4-4903-A4DA-D973563E06EA}" destId="{3C26B03A-80AF-475C-9DA3-5A9D2C93A710}" srcOrd="2" destOrd="0" presId="urn:microsoft.com/office/officeart/2005/8/layout/orgChart1"/>
    <dgm:cxn modelId="{432F8329-32FF-49B0-ABC3-87456452847A}" type="presParOf" srcId="{A1C94215-96A3-4CA5-8021-10142D81C8B6}" destId="{BB7F2EEA-23D0-401C-AA5D-6DF07B39424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E7E5E4-A003-46BA-9726-7326873AC257}">
      <dsp:nvSpPr>
        <dsp:cNvPr id="0" name=""/>
        <dsp:cNvSpPr/>
      </dsp:nvSpPr>
      <dsp:spPr>
        <a:xfrm>
          <a:off x="4799286" y="114687"/>
          <a:ext cx="2104880" cy="1848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Incident </a:t>
          </a:r>
          <a:r>
            <a:rPr lang="en-GB" sz="2800" kern="120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assessment (situation</a:t>
          </a:r>
          <a:r>
            <a:rPr lang="en-GB" sz="28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)</a:t>
          </a:r>
        </a:p>
      </dsp:txBody>
      <dsp:txXfrm>
        <a:off x="4799286" y="114687"/>
        <a:ext cx="2104880" cy="1848445"/>
      </dsp:txXfrm>
    </dsp:sp>
    <dsp:sp modelId="{B25FCA68-0639-4F39-BAAF-660BDC4BEB3C}">
      <dsp:nvSpPr>
        <dsp:cNvPr id="0" name=""/>
        <dsp:cNvSpPr/>
      </dsp:nvSpPr>
      <dsp:spPr>
        <a:xfrm>
          <a:off x="1670574" y="-1949"/>
          <a:ext cx="5222011" cy="5222011"/>
        </a:xfrm>
        <a:prstGeom prst="circularArrow">
          <a:avLst>
            <a:gd name="adj1" fmla="val 6902"/>
            <a:gd name="adj2" fmla="val 465383"/>
            <a:gd name="adj3" fmla="val 549285"/>
            <a:gd name="adj4" fmla="val 20585332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55023-F1CD-4FC4-9643-17E0CD5AAEA7}">
      <dsp:nvSpPr>
        <dsp:cNvPr id="0" name=""/>
        <dsp:cNvSpPr/>
      </dsp:nvSpPr>
      <dsp:spPr>
        <a:xfrm>
          <a:off x="4927503" y="3254979"/>
          <a:ext cx="1848445" cy="1848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Planning and </a:t>
          </a:r>
          <a:r>
            <a:rPr lang="en-GB" sz="2800" kern="120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decision making</a:t>
          </a:r>
          <a:endParaRPr lang="en-GB" sz="2800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927503" y="3254979"/>
        <a:ext cx="1848445" cy="1848445"/>
      </dsp:txXfrm>
    </dsp:sp>
    <dsp:sp modelId="{B6A2D8C8-3AE1-403F-A2F6-CE93F398E49E}">
      <dsp:nvSpPr>
        <dsp:cNvPr id="0" name=""/>
        <dsp:cNvSpPr/>
      </dsp:nvSpPr>
      <dsp:spPr>
        <a:xfrm>
          <a:off x="1670574" y="-1949"/>
          <a:ext cx="5222011" cy="5222011"/>
        </a:xfrm>
        <a:prstGeom prst="circularArrow">
          <a:avLst>
            <a:gd name="adj1" fmla="val 6902"/>
            <a:gd name="adj2" fmla="val 465383"/>
            <a:gd name="adj3" fmla="val 5220032"/>
            <a:gd name="adj4" fmla="val 4385332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FBB3A-6E6A-4837-884F-C05B5ABA4FFB}">
      <dsp:nvSpPr>
        <dsp:cNvPr id="0" name=""/>
        <dsp:cNvSpPr/>
      </dsp:nvSpPr>
      <dsp:spPr>
        <a:xfrm>
          <a:off x="1325433" y="3254979"/>
          <a:ext cx="2772002" cy="1848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Implementation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(operations</a:t>
          </a:r>
          <a:r>
            <a:rPr lang="en-GB" sz="28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)</a:t>
          </a:r>
        </a:p>
      </dsp:txBody>
      <dsp:txXfrm>
        <a:off x="1325433" y="3254979"/>
        <a:ext cx="2772002" cy="1848445"/>
      </dsp:txXfrm>
    </dsp:sp>
    <dsp:sp modelId="{EFB0FD46-40A8-402A-924D-D8536C52D919}">
      <dsp:nvSpPr>
        <dsp:cNvPr id="0" name=""/>
        <dsp:cNvSpPr/>
      </dsp:nvSpPr>
      <dsp:spPr>
        <a:xfrm>
          <a:off x="1670574" y="-1949"/>
          <a:ext cx="5222011" cy="5222011"/>
        </a:xfrm>
        <a:prstGeom prst="circularArrow">
          <a:avLst>
            <a:gd name="adj1" fmla="val 6902"/>
            <a:gd name="adj2" fmla="val 465383"/>
            <a:gd name="adj3" fmla="val 11362094"/>
            <a:gd name="adj4" fmla="val 9785332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1C31F-058D-489B-93DC-1E12B147F04B}">
      <dsp:nvSpPr>
        <dsp:cNvPr id="0" name=""/>
        <dsp:cNvSpPr/>
      </dsp:nvSpPr>
      <dsp:spPr>
        <a:xfrm>
          <a:off x="1786038" y="122599"/>
          <a:ext cx="1850792" cy="1832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b="0" kern="1200" cap="none" spc="0" dirty="0">
              <a:ln w="0"/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Monitoring and </a:t>
          </a:r>
          <a:r>
            <a:rPr lang="en-GB" sz="2800" b="0" kern="1200" cap="none" spc="0" dirty="0" smtClean="0">
              <a:ln w="0"/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review</a:t>
          </a:r>
          <a:endParaRPr lang="en-GB" sz="2800" b="0" kern="1200" cap="none" spc="0" dirty="0">
            <a:ln w="0"/>
            <a:solidFill>
              <a:schemeClr val="tx1"/>
            </a:solidFill>
            <a:effectLst/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786038" y="122599"/>
        <a:ext cx="1850792" cy="1832622"/>
      </dsp:txXfrm>
    </dsp:sp>
    <dsp:sp modelId="{39DC2B01-71D4-4106-BDDB-1DB98B8A12DA}">
      <dsp:nvSpPr>
        <dsp:cNvPr id="0" name=""/>
        <dsp:cNvSpPr/>
      </dsp:nvSpPr>
      <dsp:spPr>
        <a:xfrm>
          <a:off x="1670574" y="-1949"/>
          <a:ext cx="5222011" cy="5222011"/>
        </a:xfrm>
        <a:prstGeom prst="circularArrow">
          <a:avLst>
            <a:gd name="adj1" fmla="val 6902"/>
            <a:gd name="adj2" fmla="val 465383"/>
            <a:gd name="adj3" fmla="val 16543559"/>
            <a:gd name="adj4" fmla="val 15187231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1F56B5-BA20-47EF-B920-749A017941ED}">
      <dsp:nvSpPr>
        <dsp:cNvPr id="0" name=""/>
        <dsp:cNvSpPr/>
      </dsp:nvSpPr>
      <dsp:spPr>
        <a:xfrm>
          <a:off x="2598203" y="1698252"/>
          <a:ext cx="1996316" cy="245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239"/>
              </a:lnTo>
              <a:lnTo>
                <a:pt x="1996316" y="128239"/>
              </a:lnTo>
              <a:lnTo>
                <a:pt x="1996316" y="2459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71437A-F9FD-4DEF-B8A9-77B1FDE52E87}">
      <dsp:nvSpPr>
        <dsp:cNvPr id="0" name=""/>
        <dsp:cNvSpPr/>
      </dsp:nvSpPr>
      <dsp:spPr>
        <a:xfrm>
          <a:off x="2598203" y="1698252"/>
          <a:ext cx="731128" cy="245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239"/>
              </a:lnTo>
              <a:lnTo>
                <a:pt x="731128" y="128239"/>
              </a:lnTo>
              <a:lnTo>
                <a:pt x="731128" y="2459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839495-BC57-42DB-9BFC-A39249919856}">
      <dsp:nvSpPr>
        <dsp:cNvPr id="0" name=""/>
        <dsp:cNvSpPr/>
      </dsp:nvSpPr>
      <dsp:spPr>
        <a:xfrm>
          <a:off x="832389" y="1698252"/>
          <a:ext cx="1765814" cy="245962"/>
        </a:xfrm>
        <a:custGeom>
          <a:avLst/>
          <a:gdLst/>
          <a:ahLst/>
          <a:cxnLst/>
          <a:rect l="0" t="0" r="0" b="0"/>
          <a:pathLst>
            <a:path>
              <a:moveTo>
                <a:pt x="1765814" y="0"/>
              </a:moveTo>
              <a:lnTo>
                <a:pt x="1765814" y="128239"/>
              </a:lnTo>
              <a:lnTo>
                <a:pt x="0" y="128239"/>
              </a:lnTo>
              <a:lnTo>
                <a:pt x="0" y="2459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7B617D-F799-4B2C-9A42-6F00F0EA1EBD}">
      <dsp:nvSpPr>
        <dsp:cNvPr id="0" name=""/>
        <dsp:cNvSpPr/>
      </dsp:nvSpPr>
      <dsp:spPr>
        <a:xfrm>
          <a:off x="2056531" y="1698252"/>
          <a:ext cx="541672" cy="245962"/>
        </a:xfrm>
        <a:custGeom>
          <a:avLst/>
          <a:gdLst/>
          <a:ahLst/>
          <a:cxnLst/>
          <a:rect l="0" t="0" r="0" b="0"/>
          <a:pathLst>
            <a:path>
              <a:moveTo>
                <a:pt x="541672" y="0"/>
              </a:moveTo>
              <a:lnTo>
                <a:pt x="541672" y="128239"/>
              </a:lnTo>
              <a:lnTo>
                <a:pt x="0" y="128239"/>
              </a:lnTo>
              <a:lnTo>
                <a:pt x="0" y="2459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1EAB21-14D6-44D5-A319-86CB0CF28264}">
      <dsp:nvSpPr>
        <dsp:cNvPr id="0" name=""/>
        <dsp:cNvSpPr/>
      </dsp:nvSpPr>
      <dsp:spPr>
        <a:xfrm>
          <a:off x="2037617" y="1137666"/>
          <a:ext cx="1121173" cy="5605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/>
            <a:t>Command Function</a:t>
          </a:r>
        </a:p>
      </dsp:txBody>
      <dsp:txXfrm>
        <a:off x="2037617" y="1137666"/>
        <a:ext cx="1121173" cy="560586"/>
      </dsp:txXfrm>
    </dsp:sp>
    <dsp:sp modelId="{38E78953-1BA8-43E0-9357-EFF20754D8F4}">
      <dsp:nvSpPr>
        <dsp:cNvPr id="0" name=""/>
        <dsp:cNvSpPr/>
      </dsp:nvSpPr>
      <dsp:spPr>
        <a:xfrm>
          <a:off x="1495944" y="1944215"/>
          <a:ext cx="1121173" cy="5605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/>
            <a:t>Planning Function</a:t>
          </a:r>
        </a:p>
      </dsp:txBody>
      <dsp:txXfrm>
        <a:off x="1495944" y="1944215"/>
        <a:ext cx="1121173" cy="560586"/>
      </dsp:txXfrm>
    </dsp:sp>
    <dsp:sp modelId="{85F5E7CF-D020-45AA-8A53-6780475832D6}">
      <dsp:nvSpPr>
        <dsp:cNvPr id="0" name=""/>
        <dsp:cNvSpPr/>
      </dsp:nvSpPr>
      <dsp:spPr>
        <a:xfrm>
          <a:off x="271803" y="1944215"/>
          <a:ext cx="1121173" cy="5605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/>
            <a:t>Operations Function</a:t>
          </a:r>
        </a:p>
      </dsp:txBody>
      <dsp:txXfrm>
        <a:off x="271803" y="1944215"/>
        <a:ext cx="1121173" cy="560586"/>
      </dsp:txXfrm>
    </dsp:sp>
    <dsp:sp modelId="{6FBFACD9-3D50-41F5-8B9E-74B9755372E8}">
      <dsp:nvSpPr>
        <dsp:cNvPr id="0" name=""/>
        <dsp:cNvSpPr/>
      </dsp:nvSpPr>
      <dsp:spPr>
        <a:xfrm>
          <a:off x="2768745" y="1944215"/>
          <a:ext cx="1121173" cy="5605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GB" sz="1700" kern="1200" dirty="0"/>
            <a:t>Logistics</a:t>
          </a:r>
        </a:p>
        <a:p>
          <a:pPr lvl="0" algn="ctr" defTabSz="75565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GB" sz="1700" kern="1200" dirty="0"/>
            <a:t>Function</a:t>
          </a:r>
        </a:p>
      </dsp:txBody>
      <dsp:txXfrm>
        <a:off x="2768745" y="1944215"/>
        <a:ext cx="1121173" cy="560586"/>
      </dsp:txXfrm>
    </dsp:sp>
    <dsp:sp modelId="{FEF7E625-78C6-4699-9780-4480B0CC31C0}">
      <dsp:nvSpPr>
        <dsp:cNvPr id="0" name=""/>
        <dsp:cNvSpPr/>
      </dsp:nvSpPr>
      <dsp:spPr>
        <a:xfrm>
          <a:off x="4033933" y="1944215"/>
          <a:ext cx="1121173" cy="5605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/>
            <a:t>Finance Function</a:t>
          </a:r>
        </a:p>
      </dsp:txBody>
      <dsp:txXfrm>
        <a:off x="4033933" y="1944215"/>
        <a:ext cx="1121173" cy="5605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FBF339-9E60-44AB-A1A8-D70F29D415DB}">
      <dsp:nvSpPr>
        <dsp:cNvPr id="0" name=""/>
        <dsp:cNvSpPr/>
      </dsp:nvSpPr>
      <dsp:spPr>
        <a:xfrm>
          <a:off x="5386684" y="679930"/>
          <a:ext cx="4682299" cy="284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401"/>
              </a:lnTo>
              <a:lnTo>
                <a:pt x="4682299" y="142401"/>
              </a:lnTo>
              <a:lnTo>
                <a:pt x="4682299" y="28480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A6FA5D-7FF7-4850-A8FD-5313E0970B1E}">
      <dsp:nvSpPr>
        <dsp:cNvPr id="0" name=""/>
        <dsp:cNvSpPr/>
      </dsp:nvSpPr>
      <dsp:spPr>
        <a:xfrm>
          <a:off x="5386684" y="679930"/>
          <a:ext cx="3041290" cy="284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401"/>
              </a:lnTo>
              <a:lnTo>
                <a:pt x="3041290" y="142401"/>
              </a:lnTo>
              <a:lnTo>
                <a:pt x="3041290" y="28480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692854-869F-4848-BB99-9D9BAF6F8DCD}">
      <dsp:nvSpPr>
        <dsp:cNvPr id="0" name=""/>
        <dsp:cNvSpPr/>
      </dsp:nvSpPr>
      <dsp:spPr>
        <a:xfrm>
          <a:off x="5386684" y="679930"/>
          <a:ext cx="1400282" cy="284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401"/>
              </a:lnTo>
              <a:lnTo>
                <a:pt x="1400282" y="142401"/>
              </a:lnTo>
              <a:lnTo>
                <a:pt x="1400282" y="28480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50889B-1ECF-4C6A-B674-3B822BDE329C}">
      <dsp:nvSpPr>
        <dsp:cNvPr id="0" name=""/>
        <dsp:cNvSpPr/>
      </dsp:nvSpPr>
      <dsp:spPr>
        <a:xfrm>
          <a:off x="5423979" y="2605741"/>
          <a:ext cx="203430" cy="1586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6760"/>
              </a:lnTo>
              <a:lnTo>
                <a:pt x="203430" y="158676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5C5B4F-C6D8-4261-8941-94F43487380C}">
      <dsp:nvSpPr>
        <dsp:cNvPr id="0" name=""/>
        <dsp:cNvSpPr/>
      </dsp:nvSpPr>
      <dsp:spPr>
        <a:xfrm>
          <a:off x="5423979" y="2605741"/>
          <a:ext cx="203430" cy="623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854"/>
              </a:lnTo>
              <a:lnTo>
                <a:pt x="203430" y="623854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E9D61F-7F13-4428-A52A-50672D317D00}">
      <dsp:nvSpPr>
        <dsp:cNvPr id="0" name=""/>
        <dsp:cNvSpPr/>
      </dsp:nvSpPr>
      <dsp:spPr>
        <a:xfrm>
          <a:off x="5145957" y="1642835"/>
          <a:ext cx="820504" cy="284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401"/>
              </a:lnTo>
              <a:lnTo>
                <a:pt x="820504" y="142401"/>
              </a:lnTo>
              <a:lnTo>
                <a:pt x="820504" y="28480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34F004-3CF4-41D8-A5EF-313974E7B078}">
      <dsp:nvSpPr>
        <dsp:cNvPr id="0" name=""/>
        <dsp:cNvSpPr/>
      </dsp:nvSpPr>
      <dsp:spPr>
        <a:xfrm>
          <a:off x="3782970" y="2605741"/>
          <a:ext cx="203430" cy="1586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6760"/>
              </a:lnTo>
              <a:lnTo>
                <a:pt x="203430" y="158676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12E6BF-059C-4F88-996D-9879E91DD226}">
      <dsp:nvSpPr>
        <dsp:cNvPr id="0" name=""/>
        <dsp:cNvSpPr/>
      </dsp:nvSpPr>
      <dsp:spPr>
        <a:xfrm>
          <a:off x="3782970" y="2605741"/>
          <a:ext cx="203430" cy="623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854"/>
              </a:lnTo>
              <a:lnTo>
                <a:pt x="203430" y="623854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A51DFD-EFE0-4055-B00E-1F9238EA1D75}">
      <dsp:nvSpPr>
        <dsp:cNvPr id="0" name=""/>
        <dsp:cNvSpPr/>
      </dsp:nvSpPr>
      <dsp:spPr>
        <a:xfrm>
          <a:off x="4325453" y="1642835"/>
          <a:ext cx="820504" cy="284803"/>
        </a:xfrm>
        <a:custGeom>
          <a:avLst/>
          <a:gdLst/>
          <a:ahLst/>
          <a:cxnLst/>
          <a:rect l="0" t="0" r="0" b="0"/>
          <a:pathLst>
            <a:path>
              <a:moveTo>
                <a:pt x="820504" y="0"/>
              </a:moveTo>
              <a:lnTo>
                <a:pt x="820504" y="142401"/>
              </a:lnTo>
              <a:lnTo>
                <a:pt x="0" y="142401"/>
              </a:lnTo>
              <a:lnTo>
                <a:pt x="0" y="28480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FC671C-59A2-49B8-BB38-83AF32C80D0C}">
      <dsp:nvSpPr>
        <dsp:cNvPr id="0" name=""/>
        <dsp:cNvSpPr/>
      </dsp:nvSpPr>
      <dsp:spPr>
        <a:xfrm>
          <a:off x="5145957" y="679930"/>
          <a:ext cx="240726" cy="284803"/>
        </a:xfrm>
        <a:custGeom>
          <a:avLst/>
          <a:gdLst/>
          <a:ahLst/>
          <a:cxnLst/>
          <a:rect l="0" t="0" r="0" b="0"/>
          <a:pathLst>
            <a:path>
              <a:moveTo>
                <a:pt x="240726" y="0"/>
              </a:moveTo>
              <a:lnTo>
                <a:pt x="240726" y="142401"/>
              </a:lnTo>
              <a:lnTo>
                <a:pt x="0" y="142401"/>
              </a:lnTo>
              <a:lnTo>
                <a:pt x="0" y="28480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548D8-26F1-4101-AD14-4743C721E772}">
      <dsp:nvSpPr>
        <dsp:cNvPr id="0" name=""/>
        <dsp:cNvSpPr/>
      </dsp:nvSpPr>
      <dsp:spPr>
        <a:xfrm>
          <a:off x="1802910" y="1642835"/>
          <a:ext cx="203430" cy="1586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6760"/>
              </a:lnTo>
              <a:lnTo>
                <a:pt x="203430" y="158676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67841B-48E1-47AF-868B-A06BAF5A7DE7}">
      <dsp:nvSpPr>
        <dsp:cNvPr id="0" name=""/>
        <dsp:cNvSpPr/>
      </dsp:nvSpPr>
      <dsp:spPr>
        <a:xfrm>
          <a:off x="1802910" y="1642835"/>
          <a:ext cx="203430" cy="623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854"/>
              </a:lnTo>
              <a:lnTo>
                <a:pt x="203430" y="623854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DBEA9B-B86D-4034-9ADA-63061BB8ADEF}">
      <dsp:nvSpPr>
        <dsp:cNvPr id="0" name=""/>
        <dsp:cNvSpPr/>
      </dsp:nvSpPr>
      <dsp:spPr>
        <a:xfrm>
          <a:off x="2345393" y="679930"/>
          <a:ext cx="3041290" cy="284803"/>
        </a:xfrm>
        <a:custGeom>
          <a:avLst/>
          <a:gdLst/>
          <a:ahLst/>
          <a:cxnLst/>
          <a:rect l="0" t="0" r="0" b="0"/>
          <a:pathLst>
            <a:path>
              <a:moveTo>
                <a:pt x="3041290" y="0"/>
              </a:moveTo>
              <a:lnTo>
                <a:pt x="3041290" y="142401"/>
              </a:lnTo>
              <a:lnTo>
                <a:pt x="0" y="142401"/>
              </a:lnTo>
              <a:lnTo>
                <a:pt x="0" y="28480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B6D777-BDCB-464A-8D73-DF85B33C6FE1}">
      <dsp:nvSpPr>
        <dsp:cNvPr id="0" name=""/>
        <dsp:cNvSpPr/>
      </dsp:nvSpPr>
      <dsp:spPr>
        <a:xfrm>
          <a:off x="161902" y="1642835"/>
          <a:ext cx="203430" cy="1586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6760"/>
              </a:lnTo>
              <a:lnTo>
                <a:pt x="203430" y="158676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EFA834-019C-417E-9C57-5443CAF940F1}">
      <dsp:nvSpPr>
        <dsp:cNvPr id="0" name=""/>
        <dsp:cNvSpPr/>
      </dsp:nvSpPr>
      <dsp:spPr>
        <a:xfrm>
          <a:off x="161902" y="1642835"/>
          <a:ext cx="203430" cy="623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854"/>
              </a:lnTo>
              <a:lnTo>
                <a:pt x="203430" y="623854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5DC41C-F6DA-4B51-B076-C035AAED9D7F}">
      <dsp:nvSpPr>
        <dsp:cNvPr id="0" name=""/>
        <dsp:cNvSpPr/>
      </dsp:nvSpPr>
      <dsp:spPr>
        <a:xfrm>
          <a:off x="704384" y="679930"/>
          <a:ext cx="4682299" cy="284803"/>
        </a:xfrm>
        <a:custGeom>
          <a:avLst/>
          <a:gdLst/>
          <a:ahLst/>
          <a:cxnLst/>
          <a:rect l="0" t="0" r="0" b="0"/>
          <a:pathLst>
            <a:path>
              <a:moveTo>
                <a:pt x="4682299" y="0"/>
              </a:moveTo>
              <a:lnTo>
                <a:pt x="4682299" y="142401"/>
              </a:lnTo>
              <a:lnTo>
                <a:pt x="0" y="142401"/>
              </a:lnTo>
              <a:lnTo>
                <a:pt x="0" y="28480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270071-2B3C-4B23-A46A-74ADD9AD167D}">
      <dsp:nvSpPr>
        <dsp:cNvPr id="0" name=""/>
        <dsp:cNvSpPr/>
      </dsp:nvSpPr>
      <dsp:spPr>
        <a:xfrm>
          <a:off x="4708581" y="1827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Operations Function</a:t>
          </a:r>
        </a:p>
      </dsp:txBody>
      <dsp:txXfrm>
        <a:off x="4708581" y="1827"/>
        <a:ext cx="1356205" cy="678102"/>
      </dsp:txXfrm>
    </dsp:sp>
    <dsp:sp modelId="{DEF812C3-CD12-45D7-BA19-720E4821AB68}">
      <dsp:nvSpPr>
        <dsp:cNvPr id="0" name=""/>
        <dsp:cNvSpPr/>
      </dsp:nvSpPr>
      <dsp:spPr>
        <a:xfrm>
          <a:off x="26281" y="964733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Aviation Division</a:t>
          </a:r>
        </a:p>
      </dsp:txBody>
      <dsp:txXfrm>
        <a:off x="26281" y="964733"/>
        <a:ext cx="1356205" cy="678102"/>
      </dsp:txXfrm>
    </dsp:sp>
    <dsp:sp modelId="{059433F2-F7B5-4119-9FAA-BFD40E493667}">
      <dsp:nvSpPr>
        <dsp:cNvPr id="0" name=""/>
        <dsp:cNvSpPr/>
      </dsp:nvSpPr>
      <dsp:spPr>
        <a:xfrm>
          <a:off x="365333" y="1927639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Aerial Dispersants</a:t>
          </a:r>
        </a:p>
      </dsp:txBody>
      <dsp:txXfrm>
        <a:off x="365333" y="1927639"/>
        <a:ext cx="1356205" cy="678102"/>
      </dsp:txXfrm>
    </dsp:sp>
    <dsp:sp modelId="{E566A124-1F46-4151-90AA-5F8DF2366EEB}">
      <dsp:nvSpPr>
        <dsp:cNvPr id="0" name=""/>
        <dsp:cNvSpPr/>
      </dsp:nvSpPr>
      <dsp:spPr>
        <a:xfrm>
          <a:off x="365333" y="2890545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Aerial Surveillance</a:t>
          </a:r>
        </a:p>
      </dsp:txBody>
      <dsp:txXfrm>
        <a:off x="365333" y="2890545"/>
        <a:ext cx="1356205" cy="678102"/>
      </dsp:txXfrm>
    </dsp:sp>
    <dsp:sp modelId="{2D766E93-0D13-40CA-B54C-325BECF68AD6}">
      <dsp:nvSpPr>
        <dsp:cNvPr id="0" name=""/>
        <dsp:cNvSpPr/>
      </dsp:nvSpPr>
      <dsp:spPr>
        <a:xfrm>
          <a:off x="1667290" y="964733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Marine Division</a:t>
          </a:r>
        </a:p>
      </dsp:txBody>
      <dsp:txXfrm>
        <a:off x="1667290" y="964733"/>
        <a:ext cx="1356205" cy="678102"/>
      </dsp:txXfrm>
    </dsp:sp>
    <dsp:sp modelId="{32BE3E58-EB02-4FDE-878F-5AB6EE6FBE11}">
      <dsp:nvSpPr>
        <dsp:cNvPr id="0" name=""/>
        <dsp:cNvSpPr/>
      </dsp:nvSpPr>
      <dsp:spPr>
        <a:xfrm>
          <a:off x="2006341" y="1927639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Marine Containment &amp; Recovery</a:t>
          </a:r>
        </a:p>
      </dsp:txBody>
      <dsp:txXfrm>
        <a:off x="2006341" y="1927639"/>
        <a:ext cx="1356205" cy="678102"/>
      </dsp:txXfrm>
    </dsp:sp>
    <dsp:sp modelId="{F9E3F07B-9269-4E3D-A1CE-21B76ED32246}">
      <dsp:nvSpPr>
        <dsp:cNvPr id="0" name=""/>
        <dsp:cNvSpPr/>
      </dsp:nvSpPr>
      <dsp:spPr>
        <a:xfrm>
          <a:off x="2006341" y="2890545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Marine Dispersants</a:t>
          </a:r>
        </a:p>
      </dsp:txBody>
      <dsp:txXfrm>
        <a:off x="2006341" y="2890545"/>
        <a:ext cx="1356205" cy="678102"/>
      </dsp:txXfrm>
    </dsp:sp>
    <dsp:sp modelId="{42CF8CD8-0FCB-451B-AFB7-E02CB31B9136}">
      <dsp:nvSpPr>
        <dsp:cNvPr id="0" name=""/>
        <dsp:cNvSpPr/>
      </dsp:nvSpPr>
      <dsp:spPr>
        <a:xfrm>
          <a:off x="4467854" y="964733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Shoreline Division</a:t>
          </a:r>
        </a:p>
      </dsp:txBody>
      <dsp:txXfrm>
        <a:off x="4467854" y="964733"/>
        <a:ext cx="1356205" cy="678102"/>
      </dsp:txXfrm>
    </dsp:sp>
    <dsp:sp modelId="{8FD89E23-4E31-4880-A75B-F974BF2B4E02}">
      <dsp:nvSpPr>
        <dsp:cNvPr id="0" name=""/>
        <dsp:cNvSpPr/>
      </dsp:nvSpPr>
      <dsp:spPr>
        <a:xfrm>
          <a:off x="3647350" y="1927639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Sector A</a:t>
          </a:r>
        </a:p>
      </dsp:txBody>
      <dsp:txXfrm>
        <a:off x="3647350" y="1927639"/>
        <a:ext cx="1356205" cy="678102"/>
      </dsp:txXfrm>
    </dsp:sp>
    <dsp:sp modelId="{AEA8C4C9-2F6C-40A0-B729-D52BF60E6BAF}">
      <dsp:nvSpPr>
        <dsp:cNvPr id="0" name=""/>
        <dsp:cNvSpPr/>
      </dsp:nvSpPr>
      <dsp:spPr>
        <a:xfrm>
          <a:off x="3986401" y="2890545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Response Team A</a:t>
          </a:r>
        </a:p>
      </dsp:txBody>
      <dsp:txXfrm>
        <a:off x="3986401" y="2890545"/>
        <a:ext cx="1356205" cy="678102"/>
      </dsp:txXfrm>
    </dsp:sp>
    <dsp:sp modelId="{C9C48485-3CB6-47AC-9498-BA3292775D88}">
      <dsp:nvSpPr>
        <dsp:cNvPr id="0" name=""/>
        <dsp:cNvSpPr/>
      </dsp:nvSpPr>
      <dsp:spPr>
        <a:xfrm>
          <a:off x="3986401" y="3853450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Response Team B</a:t>
          </a:r>
        </a:p>
      </dsp:txBody>
      <dsp:txXfrm>
        <a:off x="3986401" y="3853450"/>
        <a:ext cx="1356205" cy="678102"/>
      </dsp:txXfrm>
    </dsp:sp>
    <dsp:sp modelId="{C7D1D0D4-FDB4-4C4F-8AB7-305F509851DE}">
      <dsp:nvSpPr>
        <dsp:cNvPr id="0" name=""/>
        <dsp:cNvSpPr/>
      </dsp:nvSpPr>
      <dsp:spPr>
        <a:xfrm>
          <a:off x="5288359" y="1927639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Sector B</a:t>
          </a:r>
        </a:p>
      </dsp:txBody>
      <dsp:txXfrm>
        <a:off x="5288359" y="1927639"/>
        <a:ext cx="1356205" cy="678102"/>
      </dsp:txXfrm>
    </dsp:sp>
    <dsp:sp modelId="{A67981F4-B425-4CB6-853F-ED1D1E942695}">
      <dsp:nvSpPr>
        <dsp:cNvPr id="0" name=""/>
        <dsp:cNvSpPr/>
      </dsp:nvSpPr>
      <dsp:spPr>
        <a:xfrm>
          <a:off x="5627410" y="2890545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Response Team A</a:t>
          </a:r>
        </a:p>
      </dsp:txBody>
      <dsp:txXfrm>
        <a:off x="5627410" y="2890545"/>
        <a:ext cx="1356205" cy="678102"/>
      </dsp:txXfrm>
    </dsp:sp>
    <dsp:sp modelId="{4274AA66-11EA-4F8B-8953-3B64F3470627}">
      <dsp:nvSpPr>
        <dsp:cNvPr id="0" name=""/>
        <dsp:cNvSpPr/>
      </dsp:nvSpPr>
      <dsp:spPr>
        <a:xfrm>
          <a:off x="5627410" y="3853450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Response Team B</a:t>
          </a:r>
        </a:p>
      </dsp:txBody>
      <dsp:txXfrm>
        <a:off x="5627410" y="3853450"/>
        <a:ext cx="1356205" cy="678102"/>
      </dsp:txXfrm>
    </dsp:sp>
    <dsp:sp modelId="{6945FA21-6563-4C11-83FE-51D0A0D02B26}">
      <dsp:nvSpPr>
        <dsp:cNvPr id="0" name=""/>
        <dsp:cNvSpPr/>
      </dsp:nvSpPr>
      <dsp:spPr>
        <a:xfrm>
          <a:off x="6108863" y="964733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Wildlife Division</a:t>
          </a:r>
        </a:p>
      </dsp:txBody>
      <dsp:txXfrm>
        <a:off x="6108863" y="964733"/>
        <a:ext cx="1356205" cy="678102"/>
      </dsp:txXfrm>
    </dsp:sp>
    <dsp:sp modelId="{B2BC809E-466C-4BFD-A589-EA79DC90DAF3}">
      <dsp:nvSpPr>
        <dsp:cNvPr id="0" name=""/>
        <dsp:cNvSpPr/>
      </dsp:nvSpPr>
      <dsp:spPr>
        <a:xfrm>
          <a:off x="7749872" y="964733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Health &amp; Safety</a:t>
          </a:r>
        </a:p>
      </dsp:txBody>
      <dsp:txXfrm>
        <a:off x="7749872" y="964733"/>
        <a:ext cx="1356205" cy="678102"/>
      </dsp:txXfrm>
    </dsp:sp>
    <dsp:sp modelId="{02EFD032-99B0-4E1A-A6E0-3906385AF09A}">
      <dsp:nvSpPr>
        <dsp:cNvPr id="0" name=""/>
        <dsp:cNvSpPr/>
      </dsp:nvSpPr>
      <dsp:spPr>
        <a:xfrm>
          <a:off x="9390880" y="964733"/>
          <a:ext cx="1356205" cy="6781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/>
            <a:t>Waste Management</a:t>
          </a:r>
        </a:p>
      </dsp:txBody>
      <dsp:txXfrm>
        <a:off x="9390880" y="964733"/>
        <a:ext cx="1356205" cy="678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1236" y="1762205"/>
            <a:ext cx="106495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Principles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Incident Management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Field Perspective</a:t>
            </a:r>
            <a:endParaRPr lang="en-IN" sz="44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914589" y="29366"/>
            <a:ext cx="10173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>
            <a:extLst/>
          </p:cNvPr>
          <p:cNvSpPr/>
          <p:nvPr/>
        </p:nvSpPr>
        <p:spPr>
          <a:xfrm>
            <a:off x="1063032" y="1261895"/>
            <a:ext cx="997964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eaLnBrk="1" hangingPunct="1"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understand the principles of incident management from the field perspective including operational organization and management, communications and reporting and dealing with media.</a:t>
            </a:r>
          </a:p>
        </p:txBody>
      </p:sp>
    </p:spTree>
    <p:extLst>
      <p:ext uri="{BB962C8B-B14F-4D97-AF65-F5344CB8AC3E}">
        <p14:creationId xmlns:p14="http://schemas.microsoft.com/office/powerpoint/2010/main" val="232532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199" y="130175"/>
            <a:ext cx="1144847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213427" y="1231624"/>
            <a:ext cx="9765145" cy="53292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</a:pPr>
            <a:r>
              <a:rPr lang="en-GB" altLang="en-US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early stages of a response incident are often confused and stressful with competing priorities, few resources and little information.</a:t>
            </a:r>
          </a:p>
          <a:p>
            <a:pPr algn="just">
              <a:spcAft>
                <a:spcPts val="600"/>
              </a:spcAft>
            </a:pPr>
            <a:r>
              <a:rPr lang="en-GB" altLang="en-US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incident management requires turning this opening “crisis” phase into a structured response in the shortest possible period: </a:t>
            </a:r>
            <a:r>
              <a:rPr lang="en-GB" altLang="en-US" i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en-GB" altLang="en-US" i="1" dirty="0" smtClean="0">
                <a:ln w="0"/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Crisis to Project</a:t>
            </a:r>
            <a:r>
              <a:rPr lang="en-GB" altLang="en-US" i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”.</a:t>
            </a:r>
          </a:p>
          <a:p>
            <a:pPr algn="just">
              <a:spcAft>
                <a:spcPts val="600"/>
              </a:spcAft>
            </a:pPr>
            <a:r>
              <a:rPr lang="en-GB" altLang="en-US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can best be achieved by utilizing an incident management system (IMS)</a:t>
            </a:r>
          </a:p>
        </p:txBody>
      </p:sp>
    </p:spTree>
    <p:extLst>
      <p:ext uri="{BB962C8B-B14F-4D97-AF65-F5344CB8AC3E}">
        <p14:creationId xmlns:p14="http://schemas.microsoft.com/office/powerpoint/2010/main" val="403398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199" y="130175"/>
            <a:ext cx="1144847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1136" y="1160187"/>
            <a:ext cx="9709727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Authoritative command is carried out by those who have been given authority over others for a specific operation or incident.</a:t>
            </a:r>
          </a:p>
          <a:p>
            <a:pPr algn="just">
              <a:spcAft>
                <a:spcPts val="600"/>
              </a:spcAft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commanders should: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decisions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give clear directions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these directions are carried out.</a:t>
            </a:r>
          </a:p>
          <a:p>
            <a:pPr algn="just">
              <a:spcAft>
                <a:spcPts val="600"/>
              </a:spcAft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promotes cohesion and provides direction to deliver the response strategy.</a:t>
            </a:r>
          </a:p>
        </p:txBody>
      </p:sp>
    </p:spTree>
    <p:extLst>
      <p:ext uri="{BB962C8B-B14F-4D97-AF65-F5344CB8AC3E}">
        <p14:creationId xmlns:p14="http://schemas.microsoft.com/office/powerpoint/2010/main" val="201285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199" y="130175"/>
            <a:ext cx="1144847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966" y="963403"/>
            <a:ext cx="8770937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8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30175"/>
            <a:ext cx="113376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Planning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ycle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80291" y="942109"/>
            <a:ext cx="11074400" cy="51840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>
              <a:lnSpc>
                <a:spcPct val="100000"/>
              </a:lnSpc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management requires a systematic approach.</a:t>
            </a:r>
          </a:p>
          <a:p>
            <a:pPr marL="357188" indent="-357188" algn="just">
              <a:lnSpc>
                <a:spcPct val="100000"/>
              </a:lnSpc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a continual process of identifying and addressing the unique risks posed by a particular incident.</a:t>
            </a:r>
          </a:p>
          <a:p>
            <a:pPr marL="357188" indent="-357188" algn="just">
              <a:lnSpc>
                <a:spcPct val="100000"/>
              </a:lnSpc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simplest form this process has four steps:</a:t>
            </a:r>
          </a:p>
          <a:p>
            <a:pPr lvl="1" indent="-4206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assessment</a:t>
            </a:r>
          </a:p>
          <a:p>
            <a:pPr lvl="1" indent="-4206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Planning and decision making</a:t>
            </a:r>
          </a:p>
          <a:p>
            <a:pPr lvl="1" indent="-4206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</a:t>
            </a:r>
          </a:p>
          <a:p>
            <a:pPr lvl="1" indent="-4206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Monitoring and review</a:t>
            </a:r>
            <a:r>
              <a:rPr lang="en-GB" altLang="en-US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63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30175"/>
            <a:ext cx="113376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Planning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ycle</a:t>
            </a:r>
          </a:p>
        </p:txBody>
      </p:sp>
      <p:graphicFrame>
        <p:nvGraphicFramePr>
          <p:cNvPr id="7" name="Content Placeholder 3">
            <a:extLst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924508"/>
              </p:ext>
            </p:extLst>
          </p:nvPr>
        </p:nvGraphicFramePr>
        <p:xfrm>
          <a:off x="1734128" y="822325"/>
          <a:ext cx="8229600" cy="5218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815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06400" y="130175"/>
            <a:ext cx="113884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Planning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ycle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38381" y="1085719"/>
            <a:ext cx="9915237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altLang="en-US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assessment</a:t>
            </a:r>
          </a:p>
          <a:p>
            <a:pPr lvl="1" indent="-50323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 of the incident, in particular the identification and prioritization of the environmental and socio-economic resources threatened by the incident.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altLang="en-US" dirty="0" smtClean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GB" altLang="en-US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Planning and decision making</a:t>
            </a:r>
          </a:p>
          <a:p>
            <a:pPr lvl="1" indent="-50323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development, consideration and selection of appropriate strategies to respond to the incident.</a:t>
            </a:r>
          </a:p>
        </p:txBody>
      </p:sp>
    </p:spTree>
    <p:extLst>
      <p:ext uri="{BB962C8B-B14F-4D97-AF65-F5344CB8AC3E}">
        <p14:creationId xmlns:p14="http://schemas.microsoft.com/office/powerpoint/2010/main" val="90483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30175"/>
            <a:ext cx="113376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Planning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ycle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1236" y="1085719"/>
            <a:ext cx="1043930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operational implementation of the selected response strategies.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Monitoring and review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 of the effectiveness of the implemented response strategies and the measurement of progress towards the response objectives and ultimately, terminating the response. This requires feedback from the field.</a:t>
            </a:r>
          </a:p>
        </p:txBody>
      </p:sp>
    </p:spTree>
    <p:extLst>
      <p:ext uri="{BB962C8B-B14F-4D97-AF65-F5344CB8AC3E}">
        <p14:creationId xmlns:p14="http://schemas.microsoft.com/office/powerpoint/2010/main" val="421606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130175"/>
            <a:ext cx="113284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Response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bjectives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051560" y="1314780"/>
            <a:ext cx="9902952" cy="4679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effective response requires the implementation of a series of actions to meet the overall objectives.</a:t>
            </a:r>
          </a:p>
          <a:p>
            <a:pPr marL="357188" indent="-357188" algn="just">
              <a:buFont typeface="Arial" panose="020B0604020202020204" pitchFamily="34" charset="0"/>
              <a:buNone/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Incident Action Plan (IAP) pulls together the incident objectives, strategies and tactics.</a:t>
            </a:r>
          </a:p>
          <a:p>
            <a:pPr marL="357188" indent="-357188" algn="just">
              <a:buFont typeface="Arial" panose="020B0604020202020204" pitchFamily="34" charset="0"/>
              <a:buNone/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0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199" y="130175"/>
            <a:ext cx="1132840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Action Plan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00023" y="1342749"/>
            <a:ext cx="10775697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IAP is developed for a specified period of time.</a:t>
            </a:r>
          </a:p>
          <a:p>
            <a:pPr algn="just">
              <a:buFont typeface="Arial" panose="020B0604020202020204" pitchFamily="34" charset="0"/>
              <a:buNone/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describes the activities and logistical support required during that period.</a:t>
            </a:r>
          </a:p>
          <a:p>
            <a:pPr algn="just">
              <a:buFont typeface="Arial" panose="020B0604020202020204" pitchFamily="34" charset="0"/>
              <a:buNone/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a “living document” and subject to amendment and updating as the latest information is received.</a:t>
            </a:r>
          </a:p>
        </p:txBody>
      </p:sp>
    </p:spTree>
    <p:extLst>
      <p:ext uri="{BB962C8B-B14F-4D97-AF65-F5344CB8AC3E}">
        <p14:creationId xmlns:p14="http://schemas.microsoft.com/office/powerpoint/2010/main" val="355364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30175"/>
            <a:ext cx="1118061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Planning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40633" y="1160187"/>
            <a:ext cx="10661351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355600" algn="just">
              <a:lnSpc>
                <a:spcPct val="100000"/>
              </a:lnSpc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different approaches to this subject across the world.</a:t>
            </a:r>
          </a:p>
          <a:p>
            <a:pPr marL="447675" indent="-355600" algn="just">
              <a:lnSpc>
                <a:spcPct val="100000"/>
              </a:lnSpc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may be tailored to the incident size or complexity.</a:t>
            </a:r>
          </a:p>
          <a:p>
            <a:pPr marL="447675" indent="-355600" algn="just">
              <a:lnSpc>
                <a:spcPct val="100000"/>
              </a:lnSpc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you are familiar with your system and your function within that system?</a:t>
            </a:r>
          </a:p>
          <a:p>
            <a:pPr marL="447675" indent="-355600" algn="just">
              <a:lnSpc>
                <a:spcPct val="100000"/>
              </a:lnSpc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would you find information on your system and your role within it?</a:t>
            </a:r>
          </a:p>
        </p:txBody>
      </p:sp>
    </p:spTree>
    <p:extLst>
      <p:ext uri="{BB962C8B-B14F-4D97-AF65-F5344CB8AC3E}">
        <p14:creationId xmlns:p14="http://schemas.microsoft.com/office/powerpoint/2010/main" val="27193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199" y="130175"/>
            <a:ext cx="1130992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Management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3400" y="1193654"/>
            <a:ext cx="111252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management systems are generally built around five MAJOR functions: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Planning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Logistics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Finance</a:t>
            </a:r>
          </a:p>
          <a:p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functions are delivered through an incident management team.</a:t>
            </a:r>
          </a:p>
          <a:p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0" name="Diagram 9">
            <a:extLst/>
          </p:cNvPr>
          <p:cNvGraphicFramePr/>
          <p:nvPr>
            <p:extLst>
              <p:ext uri="{D42A27DB-BD31-4B8C-83A1-F6EECF244321}">
                <p14:modId xmlns:p14="http://schemas.microsoft.com/office/powerpoint/2010/main" val="3111049058"/>
              </p:ext>
            </p:extLst>
          </p:nvPr>
        </p:nvGraphicFramePr>
        <p:xfrm>
          <a:off x="5383847" y="1386779"/>
          <a:ext cx="5196408" cy="363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844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11480" y="130175"/>
            <a:ext cx="1132793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Command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77823" y="963402"/>
            <a:ext cx="10940473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 function is responsible for:</a:t>
            </a:r>
          </a:p>
          <a:p>
            <a:pPr marL="630238" lvl="1" indent="-365125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overall management of an incident</a:t>
            </a:r>
          </a:p>
          <a:p>
            <a:pPr marL="630238" lvl="1" indent="-365125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setting the objectives of the response</a:t>
            </a:r>
          </a:p>
          <a:p>
            <a:pPr marL="630238" lvl="1" indent="-365125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setting the priorities of the response.</a:t>
            </a:r>
          </a:p>
          <a:p>
            <a:pPr>
              <a:lnSpc>
                <a:spcPct val="100000"/>
              </a:lnSpc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addition it may also be responsible for:</a:t>
            </a:r>
          </a:p>
          <a:p>
            <a:pPr marL="630238" lvl="1" indent="-365125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affairs and media liaison</a:t>
            </a:r>
          </a:p>
          <a:p>
            <a:pPr marL="630238" lvl="1" indent="-365125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legal issues</a:t>
            </a:r>
          </a:p>
          <a:p>
            <a:pPr marL="630238" lvl="1" indent="-365125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overall incident safety</a:t>
            </a:r>
          </a:p>
          <a:p>
            <a:pPr marL="630238" lvl="1" indent="-365125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inter-agency liaison</a:t>
            </a:r>
          </a:p>
          <a:p>
            <a:pPr marL="630238" lvl="1" indent="-365125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inter-region liaison</a:t>
            </a: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00000"/>
              </a:lnSpc>
            </a:pPr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611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30175"/>
            <a:ext cx="1128221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Command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43356" y="1049062"/>
            <a:ext cx="10305288" cy="53292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 a single individual or organization will fulfil the command function.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incident is complex with a large number of stakeholders (government to government internationally, national and local government agencies, industry, etc.) it may be appropriate to implement a combined command function.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 responsibilities maybe be listed in the IAP but should be defined prior to the incident in such as national and facility contingency plans</a:t>
            </a: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 that the responsibilities of the different organizations are clearly understood.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lnSpc>
                <a:spcPct val="100000"/>
              </a:lnSpc>
            </a:pPr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23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199" y="130175"/>
            <a:ext cx="1135610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Operations Function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15063" y="1181684"/>
            <a:ext cx="10561874" cy="47815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operations function is responsible for the management of all activities within the incident and the management of all resources deployed in the field.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Operations are organized into divisions on the basis of geography or the operations being conducted according to the type, demands and complexity of the incident.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Divisions can be further broken into sectors, teams or resources as required. </a:t>
            </a:r>
          </a:p>
        </p:txBody>
      </p:sp>
    </p:spTree>
    <p:extLst>
      <p:ext uri="{BB962C8B-B14F-4D97-AF65-F5344CB8AC3E}">
        <p14:creationId xmlns:p14="http://schemas.microsoft.com/office/powerpoint/2010/main" val="84909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199" y="130175"/>
            <a:ext cx="1135610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Operations Function</a:t>
            </a:r>
          </a:p>
        </p:txBody>
      </p:sp>
      <p:graphicFrame>
        <p:nvGraphicFramePr>
          <p:cNvPr id="6" name="Content Placeholder 3">
            <a:extLst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8459042"/>
              </p:ext>
            </p:extLst>
          </p:nvPr>
        </p:nvGraphicFramePr>
        <p:xfrm>
          <a:off x="698197" y="980728"/>
          <a:ext cx="10773368" cy="4533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199" y="5675358"/>
            <a:ext cx="89969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800" dirty="0">
                <a:latin typeface="Tahoma" panose="020B0604030504040204" pitchFamily="34" charset="0"/>
              </a:rPr>
              <a:t>A typical layout: must be adjusted to fit your incident</a:t>
            </a:r>
          </a:p>
        </p:txBody>
      </p:sp>
    </p:spTree>
    <p:extLst>
      <p:ext uri="{BB962C8B-B14F-4D97-AF65-F5344CB8AC3E}">
        <p14:creationId xmlns:p14="http://schemas.microsoft.com/office/powerpoint/2010/main" val="236705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130175"/>
            <a:ext cx="113284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Teams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00358" y="1407076"/>
            <a:ext cx="9772442" cy="30146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>
              <a:lnSpc>
                <a:spcPct val="100000"/>
              </a:lnSpc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Identified sectors will be controlled by a Beach supervisor/manager</a:t>
            </a:r>
          </a:p>
          <a:p>
            <a:pPr lvl="1" indent="-328613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responsible for the clean-up operations within the sector.</a:t>
            </a:r>
          </a:p>
          <a:p>
            <a:pPr lvl="1" indent="-50323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GB" altLang="en-US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7188" indent="-357188" algn="just">
              <a:lnSpc>
                <a:spcPct val="100000"/>
              </a:lnSpc>
            </a:pPr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Supported by response teams</a:t>
            </a:r>
          </a:p>
          <a:p>
            <a:pPr lvl="1" indent="-328613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headed by a Team leader.</a:t>
            </a:r>
          </a:p>
        </p:txBody>
      </p:sp>
    </p:spTree>
    <p:extLst>
      <p:ext uri="{BB962C8B-B14F-4D97-AF65-F5344CB8AC3E}">
        <p14:creationId xmlns:p14="http://schemas.microsoft.com/office/powerpoint/2010/main" val="31123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199" y="130175"/>
            <a:ext cx="1124527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of Volunteers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26022" y="1085719"/>
            <a:ext cx="10707625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event of a manual clean-up operation the use of volunteers may be considered.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this is considered then issues of liability and health and safety regulations need to be addressed:</a:t>
            </a:r>
          </a:p>
          <a:p>
            <a:pPr lvl="1" indent="-420688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legal release of liability</a:t>
            </a:r>
          </a:p>
          <a:p>
            <a:pPr lvl="1" indent="-420688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and operational training </a:t>
            </a:r>
          </a:p>
          <a:p>
            <a:pPr lvl="1" indent="-420688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suitable job roles and responsibilities</a:t>
            </a:r>
          </a:p>
          <a:p>
            <a:pPr lvl="1" indent="-420688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sufficient and appropriate PPE.</a:t>
            </a:r>
          </a:p>
        </p:txBody>
      </p:sp>
    </p:spTree>
    <p:extLst>
      <p:ext uri="{BB962C8B-B14F-4D97-AF65-F5344CB8AC3E}">
        <p14:creationId xmlns:p14="http://schemas.microsoft.com/office/powerpoint/2010/main" val="238219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199" y="130175"/>
            <a:ext cx="1124527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of Volunteers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256421" y="1405297"/>
            <a:ext cx="10173579" cy="38392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Advantages</a:t>
            </a:r>
          </a:p>
          <a:p>
            <a:pPr marL="712788" lvl="1" indent="-355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 knowledge (especially fishermen or shore/water users).</a:t>
            </a:r>
          </a:p>
          <a:p>
            <a:pPr marL="712788" lvl="1" indent="-355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way of filling manpower requirements.</a:t>
            </a:r>
          </a:p>
          <a:p>
            <a:pPr marL="712788" lvl="1" indent="-355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Volunteers have a stake in the local environment. </a:t>
            </a:r>
          </a:p>
          <a:p>
            <a:pPr lvl="1">
              <a:lnSpc>
                <a:spcPct val="100000"/>
              </a:lnSpc>
            </a:pPr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76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199" y="130175"/>
            <a:ext cx="1124527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of Volunteers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80886" y="963402"/>
            <a:ext cx="10597897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Disadvantages</a:t>
            </a:r>
          </a:p>
          <a:p>
            <a:pPr lvl="1" indent="-420688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often untrained in spill response operations and health and safety, so will require training and close supervision;</a:t>
            </a:r>
          </a:p>
          <a:p>
            <a:pPr lvl="1" indent="-420688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require PPE, supplies, logistical support and on-site management and supervision;</a:t>
            </a:r>
          </a:p>
          <a:p>
            <a:pPr lvl="1" indent="-420688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cannot be relied upon to assist daily or for long periods;</a:t>
            </a:r>
          </a:p>
          <a:p>
            <a:pPr lvl="1" indent="-420688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be insurance cost implications;</a:t>
            </a:r>
          </a:p>
          <a:p>
            <a:pPr lvl="1" indent="-420688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cause tension with professional, paid, staff.</a:t>
            </a:r>
          </a:p>
          <a:p>
            <a:pPr lvl="1" algn="just">
              <a:lnSpc>
                <a:spcPct val="100000"/>
              </a:lnSpc>
            </a:pPr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lnSpc>
                <a:spcPct val="100000"/>
              </a:lnSpc>
            </a:pPr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79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2"/>
          <p:cNvSpPr txBox="1">
            <a:spLocks/>
          </p:cNvSpPr>
          <p:nvPr/>
        </p:nvSpPr>
        <p:spPr>
          <a:xfrm>
            <a:off x="-1" y="130175"/>
            <a:ext cx="1219200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of Vessels of Opportunity in Spill </a:t>
            </a:r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esponse</a:t>
            </a:r>
          </a:p>
        </p:txBody>
      </p:sp>
      <p:sp>
        <p:nvSpPr>
          <p:cNvPr id="9" name="Rectangle 3"/>
          <p:cNvSpPr txBox="1">
            <a:spLocks/>
          </p:cNvSpPr>
          <p:nvPr/>
        </p:nvSpPr>
        <p:spPr>
          <a:xfrm>
            <a:off x="789014" y="1061201"/>
            <a:ext cx="10613969" cy="47674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Depending on the nature of the oil spill, there may be a need to mobilize ‘vessels of opportunity’ to assist in the response:</a:t>
            </a:r>
          </a:p>
          <a:p>
            <a:pPr marL="784225" lvl="1" indent="-519113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ypically owned and operated by professional or recreational fishermen dedicated to capturing fish, gathering shellfish or to aquaculture, but may include other boat operators.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Fishermen in oil spill response may be effective in coastal sea areas due to:</a:t>
            </a:r>
          </a:p>
          <a:p>
            <a:pPr marL="784225" lvl="2" indent="-519113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ocal knowledge of the shoreline and coastal waters;</a:t>
            </a:r>
          </a:p>
          <a:p>
            <a:pPr marL="784225" lvl="2" indent="-519113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availability of fishing gear that may be useful for recovery operations;</a:t>
            </a:r>
          </a:p>
          <a:p>
            <a:pPr marL="784225" lvl="2" indent="-519113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availability to offer their collaboration.</a:t>
            </a:r>
          </a:p>
          <a:p>
            <a:pPr algn="just">
              <a:lnSpc>
                <a:spcPct val="100000"/>
              </a:lnSpc>
            </a:pPr>
            <a:endParaRPr lang="fr-FR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6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30175"/>
            <a:ext cx="121920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32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Roles and Tasks for Vessels of Opportunity</a:t>
            </a:r>
          </a:p>
        </p:txBody>
      </p:sp>
      <p:sp>
        <p:nvSpPr>
          <p:cNvPr id="7" name="Content Placeholder 2">
            <a:extLst/>
          </p:cNvPr>
          <p:cNvSpPr txBox="1">
            <a:spLocks/>
          </p:cNvSpPr>
          <p:nvPr/>
        </p:nvSpPr>
        <p:spPr>
          <a:xfrm>
            <a:off x="387985" y="1047620"/>
            <a:ext cx="11279759" cy="52562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Fishermen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deploy traditional gears, booms and trawl nets for oil containment and recovery.</a:t>
            </a:r>
          </a:p>
          <a:p>
            <a:pPr algn="just">
              <a:defRPr/>
            </a:pP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Fish farmers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use ropes, bags, nets, cages, tanks and barges which may be useful in oil recovery, transporting waste/people, or preventing oil from reaching the shoreline.</a:t>
            </a:r>
          </a:p>
          <a:p>
            <a:pPr algn="just">
              <a:defRPr/>
            </a:pP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Shellfish farmers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drive barges to conduct surveys in shallow waters, assist protection of sensitive sites.</a:t>
            </a:r>
          </a:p>
          <a:p>
            <a:pPr algn="just">
              <a:defRPr/>
            </a:pP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Kelp harvesters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recover thick viscous oil with their on-board gear and store it on board.</a:t>
            </a:r>
          </a:p>
          <a:p>
            <a:pPr algn="just">
              <a:defRPr/>
            </a:pP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Divers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assist submerged slick recovery operations or assist to set up boom mooring systems.</a:t>
            </a:r>
          </a:p>
          <a:p>
            <a:pPr algn="just">
              <a:defRPr/>
            </a:pP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 boat operators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transport responders or observers, provision of logistical support.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32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130175"/>
            <a:ext cx="121920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3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Possible Response </a:t>
            </a:r>
            <a:r>
              <a:rPr lang="en-GB" alt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GB" altLang="en-US" sz="3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perations by Vessels of Opportunity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083175" y="896793"/>
            <a:ext cx="10025650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Alert, surveying and sampling</a:t>
            </a:r>
          </a:p>
          <a:p>
            <a:pPr>
              <a:spcBef>
                <a:spcPts val="0"/>
              </a:spcBef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Oiled shoreline assessment – particularly where access from the sea is necessary</a:t>
            </a:r>
          </a:p>
          <a:p>
            <a:pPr>
              <a:spcBef>
                <a:spcPts val="0"/>
              </a:spcBef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operations:</a:t>
            </a:r>
          </a:p>
          <a:p>
            <a:pPr lvl="1" indent="-385763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 dispersion</a:t>
            </a:r>
          </a:p>
          <a:p>
            <a:pPr lvl="1" indent="-385763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Containment</a:t>
            </a:r>
          </a:p>
          <a:p>
            <a:pPr lvl="1" indent="-385763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Recovery operations</a:t>
            </a:r>
          </a:p>
          <a:p>
            <a:pPr lvl="1" indent="-385763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Protection of the shoreline</a:t>
            </a:r>
          </a:p>
          <a:p>
            <a:pPr>
              <a:spcBef>
                <a:spcPts val="0"/>
              </a:spcBef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Waste storage and transportation</a:t>
            </a:r>
          </a:p>
          <a:p>
            <a:pPr>
              <a:spcBef>
                <a:spcPts val="0"/>
              </a:spcBef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Wildlife recovery and rescue</a:t>
            </a:r>
          </a:p>
          <a:p>
            <a:pPr>
              <a:spcBef>
                <a:spcPts val="0"/>
              </a:spcBef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Logistical support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endParaRPr lang="en-US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fr-FR" alt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29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938" y="130175"/>
            <a:ext cx="1218406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3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Elements to Consider in Using </a:t>
            </a:r>
            <a:r>
              <a:rPr lang="en-GB" alt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GB" altLang="en-US" sz="3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essels of Opportunity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0584" y="766618"/>
            <a:ext cx="11484864" cy="5481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Adherence to relevant national regulations on the use of vessels of opportunity where applicable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and safety aspects addressed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Effectiveness of deployment considered</a:t>
            </a:r>
            <a:endParaRPr lang="en-US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 of fishermen/VOOs within the chain of command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Coordinator/manager within spill management team responsible for their deployment and activities 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Communication system among operators for unambiguous flow of information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Definition of their specific roles and responsibilities 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Delivery of on-the-spot training courses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Daily updates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Payment and compensation</a:t>
            </a:r>
          </a:p>
          <a:p>
            <a:pPr lvl="1" algn="just"/>
            <a:endParaRPr lang="en-US" altLang="en-US" sz="2400" dirty="0"/>
          </a:p>
          <a:p>
            <a:pPr algn="just" eaLnBrk="1" hangingPunct="1"/>
            <a:endParaRPr lang="en-US" altLang="en-US" sz="2400" dirty="0">
              <a:latin typeface="Arial" panose="020B0604020202020204" pitchFamily="34" charset="0"/>
            </a:endParaRPr>
          </a:p>
          <a:p>
            <a:pPr algn="just" eaLnBrk="1" hangingPunct="1"/>
            <a:endParaRPr lang="fr-FR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65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199" y="130175"/>
            <a:ext cx="1147618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 Health &amp; Safety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68909" y="1123595"/>
            <a:ext cx="10652761" cy="4897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Health and safety function with operations is to provide operational guidelines and oversight of work practices during response operations.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safety of response personnel and the public is paramount.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development of specific and appropriate guidelines and the monitoring of operations to ensure safe working conditions is required throughout the response.</a:t>
            </a:r>
          </a:p>
        </p:txBody>
      </p:sp>
    </p:spTree>
    <p:extLst>
      <p:ext uri="{BB962C8B-B14F-4D97-AF65-F5344CB8AC3E}">
        <p14:creationId xmlns:p14="http://schemas.microsoft.com/office/powerpoint/2010/main" val="360867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30175"/>
            <a:ext cx="113191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Facilities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69049" y="963402"/>
            <a:ext cx="10762119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incidents require a number of facilities to effectively manage an incident.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may include:</a:t>
            </a:r>
          </a:p>
          <a:p>
            <a:pPr lvl="1" indent="-4206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Command Centre (ICC)</a:t>
            </a:r>
          </a:p>
          <a:p>
            <a:pPr lvl="1" indent="-4206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Forward Command Point(s) (FCP) </a:t>
            </a:r>
          </a:p>
          <a:p>
            <a:pPr lvl="1" indent="-4206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Staging or assembly areas</a:t>
            </a:r>
          </a:p>
          <a:p>
            <a:pPr lvl="1" indent="-4206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Temporary waste storage areas</a:t>
            </a:r>
          </a:p>
          <a:p>
            <a:pPr lvl="1" indent="-4206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Decontamination areas</a:t>
            </a:r>
          </a:p>
          <a:p>
            <a:pPr lvl="1" indent="-4206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Joint Information Centre </a:t>
            </a:r>
          </a:p>
        </p:txBody>
      </p:sp>
    </p:spTree>
    <p:extLst>
      <p:ext uri="{BB962C8B-B14F-4D97-AF65-F5344CB8AC3E}">
        <p14:creationId xmlns:p14="http://schemas.microsoft.com/office/powerpoint/2010/main" val="222304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2"/>
          <p:cNvSpPr txBox="1">
            <a:spLocks/>
          </p:cNvSpPr>
          <p:nvPr/>
        </p:nvSpPr>
        <p:spPr>
          <a:xfrm>
            <a:off x="227013" y="110836"/>
            <a:ext cx="11687896" cy="546389"/>
          </a:xfrm>
          <a:prstGeom prst="rect">
            <a:avLst/>
          </a:prstGeom>
          <a:noFill/>
        </p:spPr>
        <p:txBody>
          <a:bodyPr lIns="94456" tIns="47228" rIns="94456" bIns="47228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244600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Communications</a:t>
            </a:r>
          </a:p>
        </p:txBody>
      </p:sp>
      <p:sp>
        <p:nvSpPr>
          <p:cNvPr id="9" name="Rectangle 3"/>
          <p:cNvSpPr txBox="1">
            <a:spLocks/>
          </p:cNvSpPr>
          <p:nvPr/>
        </p:nvSpPr>
        <p:spPr>
          <a:xfrm>
            <a:off x="905649" y="1299401"/>
            <a:ext cx="10330624" cy="3648796"/>
          </a:xfrm>
          <a:prstGeom prst="rect">
            <a:avLst/>
          </a:prstGeom>
          <a:noFill/>
        </p:spPr>
        <p:txBody>
          <a:bodyPr lIns="94456" tIns="47228" rIns="94456" bIns="4722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 algn="just" defTabSz="1244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Proper and adequate lines of communication (communications plan)</a:t>
            </a:r>
          </a:p>
          <a:p>
            <a:pPr marL="400050" indent="-400050" algn="just" defTabSz="1244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Strict radio discipline</a:t>
            </a:r>
          </a:p>
          <a:p>
            <a:pPr marL="400050" indent="-400050" algn="just" defTabSz="1244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use of standard forms for reporting progress/degree of oiling</a:t>
            </a:r>
          </a:p>
          <a:p>
            <a:pPr marL="400050" indent="-400050" algn="just" defTabSz="1244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Field reports are </a:t>
            </a:r>
            <a:r>
              <a:rPr lang="en-GB" altLang="en-US" sz="3200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critical</a:t>
            </a:r>
          </a:p>
        </p:txBody>
      </p:sp>
    </p:spTree>
    <p:extLst>
      <p:ext uri="{BB962C8B-B14F-4D97-AF65-F5344CB8AC3E}">
        <p14:creationId xmlns:p14="http://schemas.microsoft.com/office/powerpoint/2010/main" val="90350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231775" y="83128"/>
            <a:ext cx="11747789" cy="601086"/>
          </a:xfrm>
          <a:prstGeom prst="rect">
            <a:avLst/>
          </a:prstGeom>
          <a:noFill/>
        </p:spPr>
        <p:txBody>
          <a:bodyPr lIns="94456" tIns="47228" rIns="94456" bIns="47228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244600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Dealing with the Media</a:t>
            </a:r>
          </a:p>
        </p:txBody>
      </p:sp>
      <p:sp>
        <p:nvSpPr>
          <p:cNvPr id="7" name="Rectangle 3"/>
          <p:cNvSpPr txBox="1">
            <a:spLocks/>
          </p:cNvSpPr>
          <p:nvPr/>
        </p:nvSpPr>
        <p:spPr>
          <a:xfrm>
            <a:off x="323849" y="1052513"/>
            <a:ext cx="11332441" cy="4752975"/>
          </a:xfrm>
          <a:prstGeom prst="rect">
            <a:avLst/>
          </a:prstGeom>
          <a:noFill/>
        </p:spPr>
        <p:txBody>
          <a:bodyPr lIns="94456" tIns="47228" rIns="94456" bIns="4722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 algn="just" defTabSz="1244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Interest from media unpredictable.</a:t>
            </a:r>
          </a:p>
          <a:p>
            <a:pPr marL="400050" indent="-400050" algn="just" defTabSz="1244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Informing the media is important.</a:t>
            </a:r>
          </a:p>
          <a:p>
            <a:pPr marL="400050" indent="-400050" algn="just" defTabSz="1244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normally a job for first responders but you may be approached in the field.</a:t>
            </a:r>
          </a:p>
          <a:p>
            <a:pPr marL="857250" lvl="1" indent="-457200" algn="just" defTabSz="1244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comment on the work you are carrying out.</a:t>
            </a:r>
          </a:p>
          <a:p>
            <a:pPr marL="857250" lvl="1" indent="-457200" algn="just" defTabSz="1244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not comment on policy issues </a:t>
            </a: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stick to your area of responsibility.</a:t>
            </a:r>
          </a:p>
          <a:p>
            <a:pPr marL="857250" lvl="1" indent="-457200" algn="just" defTabSz="1244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 other questions to Supervisor/Media Officer.</a:t>
            </a:r>
          </a:p>
          <a:p>
            <a:pPr marL="857250" lvl="1" indent="-457200" algn="just" defTabSz="1244600">
              <a:lnSpc>
                <a:spcPct val="10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endParaRPr lang="en-GB" altLang="en-US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231775" y="83128"/>
            <a:ext cx="11747789" cy="601086"/>
          </a:xfrm>
          <a:prstGeom prst="rect">
            <a:avLst/>
          </a:prstGeom>
          <a:noFill/>
        </p:spPr>
        <p:txBody>
          <a:bodyPr lIns="94456" tIns="47228" rIns="94456" bIns="47228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244600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Dealing with the Media</a:t>
            </a:r>
          </a:p>
        </p:txBody>
      </p:sp>
      <p:sp>
        <p:nvSpPr>
          <p:cNvPr id="8" name="Rectangle 3"/>
          <p:cNvSpPr txBox="1">
            <a:spLocks/>
          </p:cNvSpPr>
          <p:nvPr/>
        </p:nvSpPr>
        <p:spPr>
          <a:xfrm>
            <a:off x="1163719" y="988165"/>
            <a:ext cx="9361026" cy="5472113"/>
          </a:xfrm>
          <a:prstGeom prst="rect">
            <a:avLst/>
          </a:prstGeom>
        </p:spPr>
        <p:txBody>
          <a:bodyPr lIns="94456" tIns="47228" rIns="94456" bIns="4722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approached:</a:t>
            </a:r>
          </a:p>
          <a:p>
            <a:pPr lvl="1" indent="-593725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Don’t offer a personal opinion.</a:t>
            </a:r>
          </a:p>
          <a:p>
            <a:pPr lvl="1" indent="-593725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Beware of language, behave politely and be patient.</a:t>
            </a:r>
          </a:p>
          <a:p>
            <a:pPr lvl="1" indent="-593725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Press must observe safety rules.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aware that your cell phone may be a safety risk.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taking and sharing of photographs on social media needs to be approved by the Incident Command.</a:t>
            </a:r>
          </a:p>
        </p:txBody>
      </p:sp>
    </p:spTree>
    <p:extLst>
      <p:ext uri="{BB962C8B-B14F-4D97-AF65-F5344CB8AC3E}">
        <p14:creationId xmlns:p14="http://schemas.microsoft.com/office/powerpoint/2010/main" val="52592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7338" y="2230508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1933</Words>
  <Application>Microsoft Office PowerPoint</Application>
  <PresentationFormat>Widescreen</PresentationFormat>
  <Paragraphs>236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ＭＳ Ｐゴシック</vt:lpstr>
      <vt:lpstr>Arial</vt:lpstr>
      <vt:lpstr>Calibri</vt:lpstr>
      <vt:lpstr>Calibri Light</vt:lpstr>
      <vt:lpstr>inherit</vt:lpstr>
      <vt:lpstr>Symbol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107</cp:revision>
  <dcterms:created xsi:type="dcterms:W3CDTF">2024-09-27T05:40:49Z</dcterms:created>
  <dcterms:modified xsi:type="dcterms:W3CDTF">2025-01-15T09:48:03Z</dcterms:modified>
</cp:coreProperties>
</file>