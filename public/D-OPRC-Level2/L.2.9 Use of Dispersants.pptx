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6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626605-6AEE-4093-A262-0CE7BB547A8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1D84ADF-B242-4283-820D-58FB9DED48CA}">
      <dgm:prSet phldrT="[Text]"/>
      <dgm:spPr/>
      <dgm:t>
        <a:bodyPr/>
        <a:lstStyle/>
        <a:p>
          <a:r>
            <a:rPr lang="en-GB" dirty="0"/>
            <a:t>Command Function</a:t>
          </a:r>
        </a:p>
      </dgm:t>
    </dgm:pt>
    <dgm:pt modelId="{25B15468-D715-4B38-AC3F-E1F3BD5E0C32}" type="parTrans" cxnId="{4821933D-5A13-42CC-A44F-A9C0EB50524B}">
      <dgm:prSet/>
      <dgm:spPr/>
      <dgm:t>
        <a:bodyPr/>
        <a:lstStyle/>
        <a:p>
          <a:endParaRPr lang="en-GB"/>
        </a:p>
      </dgm:t>
    </dgm:pt>
    <dgm:pt modelId="{3160FF30-5841-428A-B001-38FFB17C262F}" type="sibTrans" cxnId="{4821933D-5A13-42CC-A44F-A9C0EB50524B}">
      <dgm:prSet/>
      <dgm:spPr/>
      <dgm:t>
        <a:bodyPr/>
        <a:lstStyle/>
        <a:p>
          <a:endParaRPr lang="en-GB"/>
        </a:p>
      </dgm:t>
    </dgm:pt>
    <dgm:pt modelId="{9D68DCDA-ED02-40DA-9347-9E14C906990A}">
      <dgm:prSet phldrT="[Text]"/>
      <dgm:spPr>
        <a:solidFill>
          <a:srgbClr val="C00000"/>
        </a:solidFill>
      </dgm:spPr>
      <dgm:t>
        <a:bodyPr/>
        <a:lstStyle/>
        <a:p>
          <a:r>
            <a:rPr lang="en-GB" dirty="0"/>
            <a:t>Planning Function</a:t>
          </a:r>
        </a:p>
      </dgm:t>
    </dgm:pt>
    <dgm:pt modelId="{65C3E786-8BDE-495A-9EAD-DB0A7A11F384}" type="parTrans" cxnId="{ABDBF9A4-2C7C-4B4A-8E34-6114EF0BF010}">
      <dgm:prSet/>
      <dgm:spPr/>
      <dgm:t>
        <a:bodyPr/>
        <a:lstStyle/>
        <a:p>
          <a:endParaRPr lang="en-GB"/>
        </a:p>
      </dgm:t>
    </dgm:pt>
    <dgm:pt modelId="{4B27F085-510B-4DF3-AEC8-9962BA015EBE}" type="sibTrans" cxnId="{ABDBF9A4-2C7C-4B4A-8E34-6114EF0BF010}">
      <dgm:prSet/>
      <dgm:spPr/>
      <dgm:t>
        <a:bodyPr/>
        <a:lstStyle/>
        <a:p>
          <a:endParaRPr lang="en-GB"/>
        </a:p>
      </dgm:t>
    </dgm:pt>
    <dgm:pt modelId="{40E653B4-973E-4089-89FB-F70127C2283B}">
      <dgm:prSet phldrT="[Text]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GB" dirty="0"/>
            <a:t>Logistics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GB" dirty="0"/>
            <a:t>Function</a:t>
          </a:r>
        </a:p>
      </dgm:t>
    </dgm:pt>
    <dgm:pt modelId="{F2A5E286-0802-4D11-ACB0-868A5730A118}" type="parTrans" cxnId="{7A726B66-84DD-4312-9B9D-1C3190D1B425}">
      <dgm:prSet/>
      <dgm:spPr/>
      <dgm:t>
        <a:bodyPr/>
        <a:lstStyle/>
        <a:p>
          <a:endParaRPr lang="en-GB"/>
        </a:p>
      </dgm:t>
    </dgm:pt>
    <dgm:pt modelId="{EE01749E-1A32-4BF6-ABCE-E62BF6095AF9}" type="sibTrans" cxnId="{7A726B66-84DD-4312-9B9D-1C3190D1B425}">
      <dgm:prSet/>
      <dgm:spPr/>
      <dgm:t>
        <a:bodyPr/>
        <a:lstStyle/>
        <a:p>
          <a:endParaRPr lang="en-GB"/>
        </a:p>
      </dgm:t>
    </dgm:pt>
    <dgm:pt modelId="{E8131191-A12A-472E-823F-274D786F9126}">
      <dgm:prSet phldrT="[Text]"/>
      <dgm:spPr/>
      <dgm:t>
        <a:bodyPr/>
        <a:lstStyle/>
        <a:p>
          <a:r>
            <a:rPr lang="en-GB" dirty="0"/>
            <a:t>Finance Function</a:t>
          </a:r>
        </a:p>
      </dgm:t>
    </dgm:pt>
    <dgm:pt modelId="{3925D44F-82FE-4DBA-A13C-0512FA250244}" type="parTrans" cxnId="{A66D332C-9228-4F0E-A551-3B14A74184D2}">
      <dgm:prSet/>
      <dgm:spPr/>
      <dgm:t>
        <a:bodyPr/>
        <a:lstStyle/>
        <a:p>
          <a:endParaRPr lang="en-GB"/>
        </a:p>
      </dgm:t>
    </dgm:pt>
    <dgm:pt modelId="{31F9555D-2DDD-4C70-B186-1AACD5081AF4}" type="sibTrans" cxnId="{A66D332C-9228-4F0E-A551-3B14A74184D2}">
      <dgm:prSet/>
      <dgm:spPr/>
      <dgm:t>
        <a:bodyPr/>
        <a:lstStyle/>
        <a:p>
          <a:endParaRPr lang="en-GB"/>
        </a:p>
      </dgm:t>
    </dgm:pt>
    <dgm:pt modelId="{89E7AC53-F409-4078-9B31-8D814C4ED8F5}">
      <dgm:prSet/>
      <dgm:spPr/>
      <dgm:t>
        <a:bodyPr/>
        <a:lstStyle/>
        <a:p>
          <a:r>
            <a:rPr lang="en-GB" dirty="0"/>
            <a:t>Operations Function</a:t>
          </a:r>
        </a:p>
      </dgm:t>
    </dgm:pt>
    <dgm:pt modelId="{68F262B0-14DF-4B59-AD27-C7C67D3FEAC1}" type="parTrans" cxnId="{B1C0D7A7-C478-4721-87AC-CD3E435B94E4}">
      <dgm:prSet/>
      <dgm:spPr/>
      <dgm:t>
        <a:bodyPr/>
        <a:lstStyle/>
        <a:p>
          <a:endParaRPr lang="en-GB"/>
        </a:p>
      </dgm:t>
    </dgm:pt>
    <dgm:pt modelId="{2815BE89-0A4C-4A85-B9E7-DD9945C236CC}" type="sibTrans" cxnId="{B1C0D7A7-C478-4721-87AC-CD3E435B94E4}">
      <dgm:prSet/>
      <dgm:spPr/>
      <dgm:t>
        <a:bodyPr/>
        <a:lstStyle/>
        <a:p>
          <a:endParaRPr lang="en-GB"/>
        </a:p>
      </dgm:t>
    </dgm:pt>
    <dgm:pt modelId="{D9B9E3EB-19DD-4F11-BED9-29D8B7F665A0}">
      <dgm:prSet/>
      <dgm:spPr>
        <a:solidFill>
          <a:srgbClr val="C00000"/>
        </a:solidFill>
      </dgm:spPr>
      <dgm:t>
        <a:bodyPr/>
        <a:lstStyle/>
        <a:p>
          <a:pPr>
            <a:spcAft>
              <a:spcPts val="0"/>
            </a:spcAft>
          </a:pPr>
          <a:r>
            <a:rPr lang="en-GB" dirty="0"/>
            <a:t>Response</a:t>
          </a:r>
        </a:p>
        <a:p>
          <a:pPr>
            <a:spcAft>
              <a:spcPts val="0"/>
            </a:spcAft>
          </a:pPr>
          <a:r>
            <a:rPr lang="en-GB" dirty="0"/>
            <a:t>Planning</a:t>
          </a:r>
        </a:p>
      </dgm:t>
    </dgm:pt>
    <dgm:pt modelId="{9B624B66-B2E8-4E2F-BE80-21A124911255}" type="parTrans" cxnId="{8D3180F9-DD0C-4C98-902A-778B2723D111}">
      <dgm:prSet/>
      <dgm:spPr/>
      <dgm:t>
        <a:bodyPr/>
        <a:lstStyle/>
        <a:p>
          <a:endParaRPr lang="en-GB"/>
        </a:p>
      </dgm:t>
    </dgm:pt>
    <dgm:pt modelId="{011EB83F-40A6-4D63-AB3A-E32537CA5ED7}" type="sibTrans" cxnId="{8D3180F9-DD0C-4C98-902A-778B2723D111}">
      <dgm:prSet/>
      <dgm:spPr/>
      <dgm:t>
        <a:bodyPr/>
        <a:lstStyle/>
        <a:p>
          <a:endParaRPr lang="en-GB"/>
        </a:p>
      </dgm:t>
    </dgm:pt>
    <dgm:pt modelId="{5BB37B69-BE0A-4367-908F-75049F633BAD}">
      <dgm:prSet/>
      <dgm:spPr/>
      <dgm:t>
        <a:bodyPr/>
        <a:lstStyle/>
        <a:p>
          <a:pPr>
            <a:spcAft>
              <a:spcPts val="0"/>
            </a:spcAft>
          </a:pPr>
          <a:r>
            <a:rPr lang="en-GB" dirty="0"/>
            <a:t>Aerial Surveillance</a:t>
          </a:r>
        </a:p>
      </dgm:t>
    </dgm:pt>
    <dgm:pt modelId="{B7D0E52D-3C94-4E5A-85DA-3BED9786588B}" type="parTrans" cxnId="{80467BCB-0B07-400B-9886-B331B2517F9E}">
      <dgm:prSet/>
      <dgm:spPr/>
      <dgm:t>
        <a:bodyPr/>
        <a:lstStyle/>
        <a:p>
          <a:endParaRPr lang="en-GB"/>
        </a:p>
      </dgm:t>
    </dgm:pt>
    <dgm:pt modelId="{7C5675CD-37F2-4B99-A90C-90D8841BB5D0}" type="sibTrans" cxnId="{80467BCB-0B07-400B-9886-B331B2517F9E}">
      <dgm:prSet/>
      <dgm:spPr/>
      <dgm:t>
        <a:bodyPr/>
        <a:lstStyle/>
        <a:p>
          <a:endParaRPr lang="en-GB"/>
        </a:p>
      </dgm:t>
    </dgm:pt>
    <dgm:pt modelId="{B188A713-B34D-4909-B14B-CAD6AFD7C2D5}">
      <dgm:prSet/>
      <dgm:spPr/>
      <dgm:t>
        <a:bodyPr/>
        <a:lstStyle/>
        <a:p>
          <a:r>
            <a:rPr lang="en-GB" dirty="0"/>
            <a:t>Aerial Dispersant Operations</a:t>
          </a:r>
        </a:p>
      </dgm:t>
    </dgm:pt>
    <dgm:pt modelId="{5C4B06D8-3243-497E-B4D0-0AA86188F483}" type="parTrans" cxnId="{46A711E4-C162-440A-A982-9994A75463FD}">
      <dgm:prSet/>
      <dgm:spPr/>
      <dgm:t>
        <a:bodyPr/>
        <a:lstStyle/>
        <a:p>
          <a:endParaRPr lang="en-GB"/>
        </a:p>
      </dgm:t>
    </dgm:pt>
    <dgm:pt modelId="{A48CF603-6BDF-4507-9EBF-8A17CE82621F}" type="sibTrans" cxnId="{46A711E4-C162-440A-A982-9994A75463FD}">
      <dgm:prSet/>
      <dgm:spPr/>
      <dgm:t>
        <a:bodyPr/>
        <a:lstStyle/>
        <a:p>
          <a:endParaRPr lang="en-GB"/>
        </a:p>
      </dgm:t>
    </dgm:pt>
    <dgm:pt modelId="{34A52DB8-B94F-4278-A166-F1537A8A5144}">
      <dgm:prSet/>
      <dgm:spPr/>
      <dgm:t>
        <a:bodyPr/>
        <a:lstStyle/>
        <a:p>
          <a:r>
            <a:rPr lang="en-GB" dirty="0"/>
            <a:t>Vessel Dispersant Operations</a:t>
          </a:r>
        </a:p>
      </dgm:t>
    </dgm:pt>
    <dgm:pt modelId="{1761CB0D-8DBA-470F-B528-1B101989C73D}" type="parTrans" cxnId="{2A99CCCE-0C07-474C-AA55-8DEAE99C5AE9}">
      <dgm:prSet/>
      <dgm:spPr/>
      <dgm:t>
        <a:bodyPr/>
        <a:lstStyle/>
        <a:p>
          <a:endParaRPr lang="en-GB"/>
        </a:p>
      </dgm:t>
    </dgm:pt>
    <dgm:pt modelId="{38EA7B1B-8F5F-4B25-91C4-959F3F86536E}" type="sibTrans" cxnId="{2A99CCCE-0C07-474C-AA55-8DEAE99C5AE9}">
      <dgm:prSet/>
      <dgm:spPr/>
      <dgm:t>
        <a:bodyPr/>
        <a:lstStyle/>
        <a:p>
          <a:endParaRPr lang="en-GB"/>
        </a:p>
      </dgm:t>
    </dgm:pt>
    <dgm:pt modelId="{4A813A84-7AFA-44B0-91EA-7160BD06AE27}">
      <dgm:prSet/>
      <dgm:spPr>
        <a:solidFill>
          <a:srgbClr val="C00000"/>
        </a:solidFill>
      </dgm:spPr>
      <dgm:t>
        <a:bodyPr/>
        <a:lstStyle/>
        <a:p>
          <a:r>
            <a:rPr lang="en-GB" dirty="0"/>
            <a:t>Resource Deployment</a:t>
          </a:r>
        </a:p>
      </dgm:t>
    </dgm:pt>
    <dgm:pt modelId="{77A3AD5D-B170-40C0-88AE-2B878616E58C}" type="parTrans" cxnId="{1E7AC810-DA0E-4CBE-9E0B-CA24019D3FE0}">
      <dgm:prSet/>
      <dgm:spPr/>
      <dgm:t>
        <a:bodyPr/>
        <a:lstStyle/>
        <a:p>
          <a:endParaRPr lang="en-GB"/>
        </a:p>
      </dgm:t>
    </dgm:pt>
    <dgm:pt modelId="{13FB60A9-A838-4D26-9231-486407A35380}" type="sibTrans" cxnId="{1E7AC810-DA0E-4CBE-9E0B-CA24019D3FE0}">
      <dgm:prSet/>
      <dgm:spPr/>
      <dgm:t>
        <a:bodyPr/>
        <a:lstStyle/>
        <a:p>
          <a:endParaRPr lang="en-GB"/>
        </a:p>
      </dgm:t>
    </dgm:pt>
    <dgm:pt modelId="{E5086E64-4625-4B9F-A202-28103BDB9578}">
      <dgm:prSet/>
      <dgm:spPr/>
      <dgm:t>
        <a:bodyPr/>
        <a:lstStyle/>
        <a:p>
          <a:r>
            <a:rPr lang="en-GB" dirty="0"/>
            <a:t>Dispersant Monitoring </a:t>
          </a:r>
        </a:p>
      </dgm:t>
    </dgm:pt>
    <dgm:pt modelId="{CB33E87B-CE7E-47CE-BC79-0FBE305B1F9A}" type="parTrans" cxnId="{A01777DD-2F11-4BBF-AE62-73B95B7123E9}">
      <dgm:prSet/>
      <dgm:spPr/>
      <dgm:t>
        <a:bodyPr/>
        <a:lstStyle/>
        <a:p>
          <a:endParaRPr lang="en-GB"/>
        </a:p>
      </dgm:t>
    </dgm:pt>
    <dgm:pt modelId="{218DB64E-34F6-4EE4-942A-C7F922AF2CE0}" type="sibTrans" cxnId="{A01777DD-2F11-4BBF-AE62-73B95B7123E9}">
      <dgm:prSet/>
      <dgm:spPr/>
      <dgm:t>
        <a:bodyPr/>
        <a:lstStyle/>
        <a:p>
          <a:endParaRPr lang="en-GB"/>
        </a:p>
      </dgm:t>
    </dgm:pt>
    <dgm:pt modelId="{4066761D-3CBD-4850-B2A6-4EDED30A4714}" type="pres">
      <dgm:prSet presAssocID="{EC626605-6AEE-4093-A262-0CE7BB547A8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312CD821-4910-426D-8FE4-4AD4B520D211}" type="pres">
      <dgm:prSet presAssocID="{91D84ADF-B242-4283-820D-58FB9DED48CA}" presName="hierRoot1" presStyleCnt="0">
        <dgm:presLayoutVars>
          <dgm:hierBranch val="init"/>
        </dgm:presLayoutVars>
      </dgm:prSet>
      <dgm:spPr/>
    </dgm:pt>
    <dgm:pt modelId="{8E91A6C9-CD3F-47A2-85CF-B6247E202B9F}" type="pres">
      <dgm:prSet presAssocID="{91D84ADF-B242-4283-820D-58FB9DED48CA}" presName="rootComposite1" presStyleCnt="0"/>
      <dgm:spPr/>
    </dgm:pt>
    <dgm:pt modelId="{FC1EAB21-14D6-44D5-A319-86CB0CF28264}" type="pres">
      <dgm:prSet presAssocID="{91D84ADF-B242-4283-820D-58FB9DED48CA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AF5D6265-0B29-4766-9991-46FD8EA9A80F}" type="pres">
      <dgm:prSet presAssocID="{91D84ADF-B242-4283-820D-58FB9DED48CA}" presName="rootConnector1" presStyleLbl="node1" presStyleIdx="0" presStyleCnt="0"/>
      <dgm:spPr/>
      <dgm:t>
        <a:bodyPr/>
        <a:lstStyle/>
        <a:p>
          <a:endParaRPr lang="en-GB"/>
        </a:p>
      </dgm:t>
    </dgm:pt>
    <dgm:pt modelId="{B2849F8A-EC8D-4FFA-A417-592C49FEC03F}" type="pres">
      <dgm:prSet presAssocID="{91D84ADF-B242-4283-820D-58FB9DED48CA}" presName="hierChild2" presStyleCnt="0"/>
      <dgm:spPr/>
    </dgm:pt>
    <dgm:pt modelId="{F47B617D-F799-4B2C-9A42-6F00F0EA1EBD}" type="pres">
      <dgm:prSet presAssocID="{65C3E786-8BDE-495A-9EAD-DB0A7A11F384}" presName="Name37" presStyleLbl="parChTrans1D2" presStyleIdx="0" presStyleCnt="4"/>
      <dgm:spPr/>
      <dgm:t>
        <a:bodyPr/>
        <a:lstStyle/>
        <a:p>
          <a:endParaRPr lang="en-GB"/>
        </a:p>
      </dgm:t>
    </dgm:pt>
    <dgm:pt modelId="{8FAC5B4C-D521-404A-B2C0-BF3906D1B6BA}" type="pres">
      <dgm:prSet presAssocID="{9D68DCDA-ED02-40DA-9347-9E14C906990A}" presName="hierRoot2" presStyleCnt="0">
        <dgm:presLayoutVars>
          <dgm:hierBranch val="r"/>
        </dgm:presLayoutVars>
      </dgm:prSet>
      <dgm:spPr/>
    </dgm:pt>
    <dgm:pt modelId="{EB74222A-F5F4-445B-8FAA-278CD10D7004}" type="pres">
      <dgm:prSet presAssocID="{9D68DCDA-ED02-40DA-9347-9E14C906990A}" presName="rootComposite" presStyleCnt="0"/>
      <dgm:spPr/>
    </dgm:pt>
    <dgm:pt modelId="{38E78953-1BA8-43E0-9357-EFF20754D8F4}" type="pres">
      <dgm:prSet presAssocID="{9D68DCDA-ED02-40DA-9347-9E14C906990A}" presName="rootText" presStyleLbl="node2" presStyleIdx="0" presStyleCnt="4" custLinFactX="61826" custLinFactNeighborX="100000" custLinFactNeighborY="4409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43CF1A4E-6445-4FD6-8A98-5FD3C058A257}" type="pres">
      <dgm:prSet presAssocID="{9D68DCDA-ED02-40DA-9347-9E14C906990A}" presName="rootConnector" presStyleLbl="node2" presStyleIdx="0" presStyleCnt="4"/>
      <dgm:spPr/>
      <dgm:t>
        <a:bodyPr/>
        <a:lstStyle/>
        <a:p>
          <a:endParaRPr lang="en-GB"/>
        </a:p>
      </dgm:t>
    </dgm:pt>
    <dgm:pt modelId="{2AC4A03B-D18D-4FA1-9057-6FEB7AB91C54}" type="pres">
      <dgm:prSet presAssocID="{9D68DCDA-ED02-40DA-9347-9E14C906990A}" presName="hierChild4" presStyleCnt="0"/>
      <dgm:spPr/>
    </dgm:pt>
    <dgm:pt modelId="{2E0B5B70-DF9D-4C4B-BDF9-32A193B93A0E}" type="pres">
      <dgm:prSet presAssocID="{9B624B66-B2E8-4E2F-BE80-21A124911255}" presName="Name50" presStyleLbl="parChTrans1D3" presStyleIdx="0" presStyleCnt="6"/>
      <dgm:spPr/>
      <dgm:t>
        <a:bodyPr/>
        <a:lstStyle/>
        <a:p>
          <a:endParaRPr lang="en-GB"/>
        </a:p>
      </dgm:t>
    </dgm:pt>
    <dgm:pt modelId="{63FC8466-C883-4B11-A87E-45AC39956FE6}" type="pres">
      <dgm:prSet presAssocID="{D9B9E3EB-19DD-4F11-BED9-29D8B7F665A0}" presName="hierRoot2" presStyleCnt="0">
        <dgm:presLayoutVars>
          <dgm:hierBranch val="init"/>
        </dgm:presLayoutVars>
      </dgm:prSet>
      <dgm:spPr/>
    </dgm:pt>
    <dgm:pt modelId="{EC44C577-5B52-419F-8714-36BDBD4D79EC}" type="pres">
      <dgm:prSet presAssocID="{D9B9E3EB-19DD-4F11-BED9-29D8B7F665A0}" presName="rootComposite" presStyleCnt="0"/>
      <dgm:spPr/>
    </dgm:pt>
    <dgm:pt modelId="{2F4B39C0-4208-4996-95B9-7EBABA08E810}" type="pres">
      <dgm:prSet presAssocID="{D9B9E3EB-19DD-4F11-BED9-29D8B7F665A0}" presName="rootText" presStyleLbl="node3" presStyleIdx="0" presStyleCnt="6" custScaleX="135213" custLinFactX="65946" custLinFactNeighborX="100000" custLinFactNeighborY="351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AC96F696-CE92-4A87-8FBF-8DC4F447668F}" type="pres">
      <dgm:prSet presAssocID="{D9B9E3EB-19DD-4F11-BED9-29D8B7F665A0}" presName="rootConnector" presStyleLbl="node3" presStyleIdx="0" presStyleCnt="6"/>
      <dgm:spPr/>
      <dgm:t>
        <a:bodyPr/>
        <a:lstStyle/>
        <a:p>
          <a:endParaRPr lang="en-GB"/>
        </a:p>
      </dgm:t>
    </dgm:pt>
    <dgm:pt modelId="{0B332024-60AA-455A-A90B-4EE52E17A9B6}" type="pres">
      <dgm:prSet presAssocID="{D9B9E3EB-19DD-4F11-BED9-29D8B7F665A0}" presName="hierChild4" presStyleCnt="0"/>
      <dgm:spPr/>
    </dgm:pt>
    <dgm:pt modelId="{0FCD1767-7AD8-44A1-A86E-14D0DCC836F4}" type="pres">
      <dgm:prSet presAssocID="{D9B9E3EB-19DD-4F11-BED9-29D8B7F665A0}" presName="hierChild5" presStyleCnt="0"/>
      <dgm:spPr/>
    </dgm:pt>
    <dgm:pt modelId="{EFD2F5A3-60E9-4CE6-9CDC-9106E69CF7A6}" type="pres">
      <dgm:prSet presAssocID="{77A3AD5D-B170-40C0-88AE-2B878616E58C}" presName="Name50" presStyleLbl="parChTrans1D3" presStyleIdx="1" presStyleCnt="6"/>
      <dgm:spPr/>
      <dgm:t>
        <a:bodyPr/>
        <a:lstStyle/>
        <a:p>
          <a:endParaRPr lang="en-GB"/>
        </a:p>
      </dgm:t>
    </dgm:pt>
    <dgm:pt modelId="{89A98AE4-08E2-4E20-9F49-AEDB7A7D992D}" type="pres">
      <dgm:prSet presAssocID="{4A813A84-7AFA-44B0-91EA-7160BD06AE27}" presName="hierRoot2" presStyleCnt="0">
        <dgm:presLayoutVars>
          <dgm:hierBranch val="init"/>
        </dgm:presLayoutVars>
      </dgm:prSet>
      <dgm:spPr/>
    </dgm:pt>
    <dgm:pt modelId="{B7C86592-00E2-44DD-B0FC-1C256CA0EC41}" type="pres">
      <dgm:prSet presAssocID="{4A813A84-7AFA-44B0-91EA-7160BD06AE27}" presName="rootComposite" presStyleCnt="0"/>
      <dgm:spPr/>
    </dgm:pt>
    <dgm:pt modelId="{B6E6242B-B242-455A-8486-4A883320C45D}" type="pres">
      <dgm:prSet presAssocID="{4A813A84-7AFA-44B0-91EA-7160BD06AE27}" presName="rootText" presStyleLbl="node3" presStyleIdx="1" presStyleCnt="6" custScaleX="135213" custLinFactX="67963" custLinFactNeighborX="100000" custLinFactNeighborY="-10078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B95B3078-F62B-4137-A7C3-E6A6F9F5B7DE}" type="pres">
      <dgm:prSet presAssocID="{4A813A84-7AFA-44B0-91EA-7160BD06AE27}" presName="rootConnector" presStyleLbl="node3" presStyleIdx="1" presStyleCnt="6"/>
      <dgm:spPr/>
      <dgm:t>
        <a:bodyPr/>
        <a:lstStyle/>
        <a:p>
          <a:endParaRPr lang="en-GB"/>
        </a:p>
      </dgm:t>
    </dgm:pt>
    <dgm:pt modelId="{4B13C206-A44B-408E-8809-171C69DA3410}" type="pres">
      <dgm:prSet presAssocID="{4A813A84-7AFA-44B0-91EA-7160BD06AE27}" presName="hierChild4" presStyleCnt="0"/>
      <dgm:spPr/>
    </dgm:pt>
    <dgm:pt modelId="{E22ADB1E-CCCC-4279-9B4D-53BDAF35FDEC}" type="pres">
      <dgm:prSet presAssocID="{4A813A84-7AFA-44B0-91EA-7160BD06AE27}" presName="hierChild5" presStyleCnt="0"/>
      <dgm:spPr/>
    </dgm:pt>
    <dgm:pt modelId="{872F253E-D514-486E-BECE-AA79F30D508D}" type="pres">
      <dgm:prSet presAssocID="{9D68DCDA-ED02-40DA-9347-9E14C906990A}" presName="hierChild5" presStyleCnt="0"/>
      <dgm:spPr/>
    </dgm:pt>
    <dgm:pt modelId="{BB839495-BC57-42DB-9BFC-A39249919856}" type="pres">
      <dgm:prSet presAssocID="{68F262B0-14DF-4B59-AD27-C7C67D3FEAC1}" presName="Name37" presStyleLbl="parChTrans1D2" presStyleIdx="1" presStyleCnt="4"/>
      <dgm:spPr/>
      <dgm:t>
        <a:bodyPr/>
        <a:lstStyle/>
        <a:p>
          <a:endParaRPr lang="en-GB"/>
        </a:p>
      </dgm:t>
    </dgm:pt>
    <dgm:pt modelId="{FCB9B65D-FC9D-4B7D-8CCC-A3B8ECA8592F}" type="pres">
      <dgm:prSet presAssocID="{89E7AC53-F409-4078-9B31-8D814C4ED8F5}" presName="hierRoot2" presStyleCnt="0">
        <dgm:presLayoutVars>
          <dgm:hierBranch val="init"/>
        </dgm:presLayoutVars>
      </dgm:prSet>
      <dgm:spPr/>
    </dgm:pt>
    <dgm:pt modelId="{1D81972C-7DE8-4F37-9559-325254D0D632}" type="pres">
      <dgm:prSet presAssocID="{89E7AC53-F409-4078-9B31-8D814C4ED8F5}" presName="rootComposite" presStyleCnt="0"/>
      <dgm:spPr/>
    </dgm:pt>
    <dgm:pt modelId="{85F5E7CF-D020-45AA-8A53-6780475832D6}" type="pres">
      <dgm:prSet presAssocID="{89E7AC53-F409-4078-9B31-8D814C4ED8F5}" presName="rootText" presStyleLbl="node2" presStyleIdx="1" presStyleCnt="4" custLinFactX="-68681" custLinFactNeighborX="-100000" custLinFactNeighborY="5002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406B062F-9EDF-42F1-B966-73873EA80AAF}" type="pres">
      <dgm:prSet presAssocID="{89E7AC53-F409-4078-9B31-8D814C4ED8F5}" presName="rootConnector" presStyleLbl="node2" presStyleIdx="1" presStyleCnt="4"/>
      <dgm:spPr/>
      <dgm:t>
        <a:bodyPr/>
        <a:lstStyle/>
        <a:p>
          <a:endParaRPr lang="en-GB"/>
        </a:p>
      </dgm:t>
    </dgm:pt>
    <dgm:pt modelId="{4A6D82F3-21E9-4598-9BEC-702DF26193D9}" type="pres">
      <dgm:prSet presAssocID="{89E7AC53-F409-4078-9B31-8D814C4ED8F5}" presName="hierChild4" presStyleCnt="0"/>
      <dgm:spPr/>
    </dgm:pt>
    <dgm:pt modelId="{48AD53EE-2778-4DED-845E-26177D6490A5}" type="pres">
      <dgm:prSet presAssocID="{B7D0E52D-3C94-4E5A-85DA-3BED9786588B}" presName="Name37" presStyleLbl="parChTrans1D3" presStyleIdx="2" presStyleCnt="6"/>
      <dgm:spPr/>
      <dgm:t>
        <a:bodyPr/>
        <a:lstStyle/>
        <a:p>
          <a:endParaRPr lang="en-GB"/>
        </a:p>
      </dgm:t>
    </dgm:pt>
    <dgm:pt modelId="{C9881C36-EA64-4523-AFC9-DA23B208EC65}" type="pres">
      <dgm:prSet presAssocID="{5BB37B69-BE0A-4367-908F-75049F633BAD}" presName="hierRoot2" presStyleCnt="0">
        <dgm:presLayoutVars>
          <dgm:hierBranch val="init"/>
        </dgm:presLayoutVars>
      </dgm:prSet>
      <dgm:spPr/>
    </dgm:pt>
    <dgm:pt modelId="{DD696413-1690-4FBD-ADB9-CCD4C9B35D52}" type="pres">
      <dgm:prSet presAssocID="{5BB37B69-BE0A-4367-908F-75049F633BAD}" presName="rootComposite" presStyleCnt="0"/>
      <dgm:spPr/>
    </dgm:pt>
    <dgm:pt modelId="{A9D62632-7CB1-4EAF-A712-389EDFC5175A}" type="pres">
      <dgm:prSet presAssocID="{5BB37B69-BE0A-4367-908F-75049F633BAD}" presName="rootText" presStyleLbl="node3" presStyleIdx="2" presStyleCnt="6" custScaleX="140253" custLinFactX="-73634" custLinFactNeighborX="-100000" custLinFactNeighborY="1001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378BA03F-FBEF-4879-9BD0-7CB1749D3629}" type="pres">
      <dgm:prSet presAssocID="{5BB37B69-BE0A-4367-908F-75049F633BAD}" presName="rootConnector" presStyleLbl="node3" presStyleIdx="2" presStyleCnt="6"/>
      <dgm:spPr/>
      <dgm:t>
        <a:bodyPr/>
        <a:lstStyle/>
        <a:p>
          <a:endParaRPr lang="en-GB"/>
        </a:p>
      </dgm:t>
    </dgm:pt>
    <dgm:pt modelId="{340F5040-39A4-4255-AFE0-533602898151}" type="pres">
      <dgm:prSet presAssocID="{5BB37B69-BE0A-4367-908F-75049F633BAD}" presName="hierChild4" presStyleCnt="0"/>
      <dgm:spPr/>
    </dgm:pt>
    <dgm:pt modelId="{0427480C-5003-435D-9EEB-6F095A469CC0}" type="pres">
      <dgm:prSet presAssocID="{5BB37B69-BE0A-4367-908F-75049F633BAD}" presName="hierChild5" presStyleCnt="0"/>
      <dgm:spPr/>
    </dgm:pt>
    <dgm:pt modelId="{439A6FF3-8E51-44B4-8FF1-4296D96407FC}" type="pres">
      <dgm:prSet presAssocID="{CB33E87B-CE7E-47CE-BC79-0FBE305B1F9A}" presName="Name37" presStyleLbl="parChTrans1D3" presStyleIdx="3" presStyleCnt="6"/>
      <dgm:spPr/>
      <dgm:t>
        <a:bodyPr/>
        <a:lstStyle/>
        <a:p>
          <a:endParaRPr lang="en-GB"/>
        </a:p>
      </dgm:t>
    </dgm:pt>
    <dgm:pt modelId="{37FE64EC-6F1C-44F2-B261-863FF1AA67E7}" type="pres">
      <dgm:prSet presAssocID="{E5086E64-4625-4B9F-A202-28103BDB9578}" presName="hierRoot2" presStyleCnt="0">
        <dgm:presLayoutVars>
          <dgm:hierBranch val="init"/>
        </dgm:presLayoutVars>
      </dgm:prSet>
      <dgm:spPr/>
    </dgm:pt>
    <dgm:pt modelId="{7EE1890B-B149-473D-B29C-8CE665D07A8D}" type="pres">
      <dgm:prSet presAssocID="{E5086E64-4625-4B9F-A202-28103BDB9578}" presName="rootComposite" presStyleCnt="0"/>
      <dgm:spPr/>
    </dgm:pt>
    <dgm:pt modelId="{D7A3E187-29E8-49EF-A594-02C8FA0509B9}" type="pres">
      <dgm:prSet presAssocID="{E5086E64-4625-4B9F-A202-28103BDB9578}" presName="rootText" presStyleLbl="node3" presStyleIdx="3" presStyleCnt="6" custScaleX="149603" custLinFactX="-63024" custLinFactY="100000" custLinFactNeighborX="-100000" custLinFactNeighborY="17200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385ECDB8-9DFD-4F2D-BA83-4DFBE9AABB17}" type="pres">
      <dgm:prSet presAssocID="{E5086E64-4625-4B9F-A202-28103BDB9578}" presName="rootConnector" presStyleLbl="node3" presStyleIdx="3" presStyleCnt="6"/>
      <dgm:spPr/>
      <dgm:t>
        <a:bodyPr/>
        <a:lstStyle/>
        <a:p>
          <a:endParaRPr lang="en-GB"/>
        </a:p>
      </dgm:t>
    </dgm:pt>
    <dgm:pt modelId="{A73676C1-FBA8-4453-9D0D-FB4075E40EE2}" type="pres">
      <dgm:prSet presAssocID="{E5086E64-4625-4B9F-A202-28103BDB9578}" presName="hierChild4" presStyleCnt="0"/>
      <dgm:spPr/>
    </dgm:pt>
    <dgm:pt modelId="{C11C68F8-6F28-4B59-BB05-0DF719968E8F}" type="pres">
      <dgm:prSet presAssocID="{E5086E64-4625-4B9F-A202-28103BDB9578}" presName="hierChild5" presStyleCnt="0"/>
      <dgm:spPr/>
    </dgm:pt>
    <dgm:pt modelId="{18E2C54E-538C-44F5-8F83-71D143F80F86}" type="pres">
      <dgm:prSet presAssocID="{5C4B06D8-3243-497E-B4D0-0AA86188F483}" presName="Name37" presStyleLbl="parChTrans1D3" presStyleIdx="4" presStyleCnt="6"/>
      <dgm:spPr/>
      <dgm:t>
        <a:bodyPr/>
        <a:lstStyle/>
        <a:p>
          <a:endParaRPr lang="en-GB"/>
        </a:p>
      </dgm:t>
    </dgm:pt>
    <dgm:pt modelId="{C2D55B2A-3474-4E6F-90F7-4D57E5A40217}" type="pres">
      <dgm:prSet presAssocID="{B188A713-B34D-4909-B14B-CAD6AFD7C2D5}" presName="hierRoot2" presStyleCnt="0">
        <dgm:presLayoutVars>
          <dgm:hierBranch val="init"/>
        </dgm:presLayoutVars>
      </dgm:prSet>
      <dgm:spPr/>
    </dgm:pt>
    <dgm:pt modelId="{A8F3C970-A990-4AA9-B75B-7144859B8525}" type="pres">
      <dgm:prSet presAssocID="{B188A713-B34D-4909-B14B-CAD6AFD7C2D5}" presName="rootComposite" presStyleCnt="0"/>
      <dgm:spPr/>
    </dgm:pt>
    <dgm:pt modelId="{5D4A5A35-DF9C-44A5-A0CD-05AF4C506F0E}" type="pres">
      <dgm:prSet presAssocID="{B188A713-B34D-4909-B14B-CAD6AFD7C2D5}" presName="rootText" presStyleLbl="node3" presStyleIdx="4" presStyleCnt="6" custScaleX="141471" custLinFactX="-69005" custLinFactY="-31829" custLinFactNeighborX="-100000" custLinFactNeighborY="-10000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4C9C31BF-DBAA-4D5A-9106-38047EE5A5AD}" type="pres">
      <dgm:prSet presAssocID="{B188A713-B34D-4909-B14B-CAD6AFD7C2D5}" presName="rootConnector" presStyleLbl="node3" presStyleIdx="4" presStyleCnt="6"/>
      <dgm:spPr/>
      <dgm:t>
        <a:bodyPr/>
        <a:lstStyle/>
        <a:p>
          <a:endParaRPr lang="en-GB"/>
        </a:p>
      </dgm:t>
    </dgm:pt>
    <dgm:pt modelId="{B68439E5-0A99-4FEC-9FB6-C75602213795}" type="pres">
      <dgm:prSet presAssocID="{B188A713-B34D-4909-B14B-CAD6AFD7C2D5}" presName="hierChild4" presStyleCnt="0"/>
      <dgm:spPr/>
    </dgm:pt>
    <dgm:pt modelId="{670D74A9-FA4B-4117-8F84-58B9EDEB6A00}" type="pres">
      <dgm:prSet presAssocID="{B188A713-B34D-4909-B14B-CAD6AFD7C2D5}" presName="hierChild5" presStyleCnt="0"/>
      <dgm:spPr/>
    </dgm:pt>
    <dgm:pt modelId="{4735DFCE-D1CA-46D8-870A-BC3D5C8A9A0C}" type="pres">
      <dgm:prSet presAssocID="{1761CB0D-8DBA-470F-B528-1B101989C73D}" presName="Name37" presStyleLbl="parChTrans1D3" presStyleIdx="5" presStyleCnt="6"/>
      <dgm:spPr/>
      <dgm:t>
        <a:bodyPr/>
        <a:lstStyle/>
        <a:p>
          <a:endParaRPr lang="en-GB"/>
        </a:p>
      </dgm:t>
    </dgm:pt>
    <dgm:pt modelId="{87713EAA-7A05-4D06-AC33-664AB1206BE9}" type="pres">
      <dgm:prSet presAssocID="{34A52DB8-B94F-4278-A166-F1537A8A5144}" presName="hierRoot2" presStyleCnt="0">
        <dgm:presLayoutVars>
          <dgm:hierBranch val="init"/>
        </dgm:presLayoutVars>
      </dgm:prSet>
      <dgm:spPr/>
    </dgm:pt>
    <dgm:pt modelId="{28330BFC-5D9B-4F88-B2F6-1DC7B91D5C3B}" type="pres">
      <dgm:prSet presAssocID="{34A52DB8-B94F-4278-A166-F1537A8A5144}" presName="rootComposite" presStyleCnt="0"/>
      <dgm:spPr/>
    </dgm:pt>
    <dgm:pt modelId="{72A077CA-EE95-423C-B593-4FC291E2F4AA}" type="pres">
      <dgm:prSet presAssocID="{34A52DB8-B94F-4278-A166-F1537A8A5144}" presName="rootText" presStyleLbl="node3" presStyleIdx="5" presStyleCnt="6" custScaleX="149575" custLinFactX="-69005" custLinFactY="-36678" custLinFactNeighborX="-100000" custLinFactNeighborY="-10000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65646117-98B6-4610-9EB8-192E08995A21}" type="pres">
      <dgm:prSet presAssocID="{34A52DB8-B94F-4278-A166-F1537A8A5144}" presName="rootConnector" presStyleLbl="node3" presStyleIdx="5" presStyleCnt="6"/>
      <dgm:spPr/>
      <dgm:t>
        <a:bodyPr/>
        <a:lstStyle/>
        <a:p>
          <a:endParaRPr lang="en-GB"/>
        </a:p>
      </dgm:t>
    </dgm:pt>
    <dgm:pt modelId="{A5EE97E1-9A6F-478C-B876-4FEEAB3B60D6}" type="pres">
      <dgm:prSet presAssocID="{34A52DB8-B94F-4278-A166-F1537A8A5144}" presName="hierChild4" presStyleCnt="0"/>
      <dgm:spPr/>
    </dgm:pt>
    <dgm:pt modelId="{FC2F688B-70A9-41F6-B3EF-4F2E0C95E67C}" type="pres">
      <dgm:prSet presAssocID="{34A52DB8-B94F-4278-A166-F1537A8A5144}" presName="hierChild5" presStyleCnt="0"/>
      <dgm:spPr/>
    </dgm:pt>
    <dgm:pt modelId="{DC05EC8E-0F28-441E-953A-776F2509E6D1}" type="pres">
      <dgm:prSet presAssocID="{89E7AC53-F409-4078-9B31-8D814C4ED8F5}" presName="hierChild5" presStyleCnt="0"/>
      <dgm:spPr/>
    </dgm:pt>
    <dgm:pt modelId="{9C71437A-F9FD-4DEF-B8A9-77B1FDE52E87}" type="pres">
      <dgm:prSet presAssocID="{F2A5E286-0802-4D11-ACB0-868A5730A118}" presName="Name37" presStyleLbl="parChTrans1D2" presStyleIdx="2" presStyleCnt="4"/>
      <dgm:spPr/>
      <dgm:t>
        <a:bodyPr/>
        <a:lstStyle/>
        <a:p>
          <a:endParaRPr lang="en-GB"/>
        </a:p>
      </dgm:t>
    </dgm:pt>
    <dgm:pt modelId="{1E221CA1-F435-4E9C-8C65-AFEC5D9F0F5C}" type="pres">
      <dgm:prSet presAssocID="{40E653B4-973E-4089-89FB-F70127C2283B}" presName="hierRoot2" presStyleCnt="0">
        <dgm:presLayoutVars>
          <dgm:hierBranch val="init"/>
        </dgm:presLayoutVars>
      </dgm:prSet>
      <dgm:spPr/>
    </dgm:pt>
    <dgm:pt modelId="{92902763-6A4A-4371-AD5E-9873AD2CCD53}" type="pres">
      <dgm:prSet presAssocID="{40E653B4-973E-4089-89FB-F70127C2283B}" presName="rootComposite" presStyleCnt="0"/>
      <dgm:spPr/>
    </dgm:pt>
    <dgm:pt modelId="{6FBFACD9-3D50-41F5-8B9E-74B9755372E8}" type="pres">
      <dgm:prSet presAssocID="{40E653B4-973E-4089-89FB-F70127C2283B}" presName="rootText" presStyleLbl="node2" presStyleIdx="2" presStyleCnt="4" custLinFactNeighborX="4711" custLinFactNeighborY="187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D46AF03D-0099-4109-9BE4-11FF323BA6C3}" type="pres">
      <dgm:prSet presAssocID="{40E653B4-973E-4089-89FB-F70127C2283B}" presName="rootConnector" presStyleLbl="node2" presStyleIdx="2" presStyleCnt="4"/>
      <dgm:spPr/>
      <dgm:t>
        <a:bodyPr/>
        <a:lstStyle/>
        <a:p>
          <a:endParaRPr lang="en-GB"/>
        </a:p>
      </dgm:t>
    </dgm:pt>
    <dgm:pt modelId="{68B42C9B-4FCC-41FE-8F6F-A610DFBEFC5E}" type="pres">
      <dgm:prSet presAssocID="{40E653B4-973E-4089-89FB-F70127C2283B}" presName="hierChild4" presStyleCnt="0"/>
      <dgm:spPr/>
    </dgm:pt>
    <dgm:pt modelId="{C3F64BC3-AC04-4B67-81E8-4909ED662C06}" type="pres">
      <dgm:prSet presAssocID="{40E653B4-973E-4089-89FB-F70127C2283B}" presName="hierChild5" presStyleCnt="0"/>
      <dgm:spPr/>
    </dgm:pt>
    <dgm:pt modelId="{B81F56B5-BA20-47EF-B920-749A017941ED}" type="pres">
      <dgm:prSet presAssocID="{3925D44F-82FE-4DBA-A13C-0512FA250244}" presName="Name37" presStyleLbl="parChTrans1D2" presStyleIdx="3" presStyleCnt="4"/>
      <dgm:spPr/>
      <dgm:t>
        <a:bodyPr/>
        <a:lstStyle/>
        <a:p>
          <a:endParaRPr lang="en-GB"/>
        </a:p>
      </dgm:t>
    </dgm:pt>
    <dgm:pt modelId="{03197D51-7792-41F7-9C35-B45330773C3F}" type="pres">
      <dgm:prSet presAssocID="{E8131191-A12A-472E-823F-274D786F9126}" presName="hierRoot2" presStyleCnt="0">
        <dgm:presLayoutVars>
          <dgm:hierBranch val="init"/>
        </dgm:presLayoutVars>
      </dgm:prSet>
      <dgm:spPr/>
    </dgm:pt>
    <dgm:pt modelId="{C05F4422-CD6B-4A53-9D45-2E1C8CB57482}" type="pres">
      <dgm:prSet presAssocID="{E8131191-A12A-472E-823F-274D786F9126}" presName="rootComposite" presStyleCnt="0"/>
      <dgm:spPr/>
    </dgm:pt>
    <dgm:pt modelId="{FEF7E625-78C6-4699-9780-4480B0CC31C0}" type="pres">
      <dgm:prSet presAssocID="{E8131191-A12A-472E-823F-274D786F9126}" presName="rootText" presStyleLbl="node2" presStyleIdx="3" presStyleCnt="4" custLinFactNeighborX="-3444" custLinFactNeighborY="187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79444466-3C4D-4163-B793-AA30BCC75F30}" type="pres">
      <dgm:prSet presAssocID="{E8131191-A12A-472E-823F-274D786F9126}" presName="rootConnector" presStyleLbl="node2" presStyleIdx="3" presStyleCnt="4"/>
      <dgm:spPr/>
      <dgm:t>
        <a:bodyPr/>
        <a:lstStyle/>
        <a:p>
          <a:endParaRPr lang="en-GB"/>
        </a:p>
      </dgm:t>
    </dgm:pt>
    <dgm:pt modelId="{A9C9C537-AF57-4A97-A8F5-B36DCACB2633}" type="pres">
      <dgm:prSet presAssocID="{E8131191-A12A-472E-823F-274D786F9126}" presName="hierChild4" presStyleCnt="0"/>
      <dgm:spPr/>
    </dgm:pt>
    <dgm:pt modelId="{25ACDFC2-DAF3-4B27-B372-D6F1216C479A}" type="pres">
      <dgm:prSet presAssocID="{E8131191-A12A-472E-823F-274D786F9126}" presName="hierChild5" presStyleCnt="0"/>
      <dgm:spPr/>
    </dgm:pt>
    <dgm:pt modelId="{CAF1E0A6-0329-41A3-B0A0-AE493B2494FF}" type="pres">
      <dgm:prSet presAssocID="{91D84ADF-B242-4283-820D-58FB9DED48CA}" presName="hierChild3" presStyleCnt="0"/>
      <dgm:spPr/>
    </dgm:pt>
  </dgm:ptLst>
  <dgm:cxnLst>
    <dgm:cxn modelId="{A00D2998-27E9-427C-AF89-2121DDA4E6CF}" type="presOf" srcId="{5BB37B69-BE0A-4367-908F-75049F633BAD}" destId="{A9D62632-7CB1-4EAF-A712-389EDFC5175A}" srcOrd="0" destOrd="0" presId="urn:microsoft.com/office/officeart/2005/8/layout/orgChart1"/>
    <dgm:cxn modelId="{80467BCB-0B07-400B-9886-B331B2517F9E}" srcId="{89E7AC53-F409-4078-9B31-8D814C4ED8F5}" destId="{5BB37B69-BE0A-4367-908F-75049F633BAD}" srcOrd="0" destOrd="0" parTransId="{B7D0E52D-3C94-4E5A-85DA-3BED9786588B}" sibTransId="{7C5675CD-37F2-4B99-A90C-90D8841BB5D0}"/>
    <dgm:cxn modelId="{8D3180F9-DD0C-4C98-902A-778B2723D111}" srcId="{9D68DCDA-ED02-40DA-9347-9E14C906990A}" destId="{D9B9E3EB-19DD-4F11-BED9-29D8B7F665A0}" srcOrd="0" destOrd="0" parTransId="{9B624B66-B2E8-4E2F-BE80-21A124911255}" sibTransId="{011EB83F-40A6-4D63-AB3A-E32537CA5ED7}"/>
    <dgm:cxn modelId="{1C807759-C7AE-4AEE-9ABB-3F23079DEA0E}" type="presOf" srcId="{B7D0E52D-3C94-4E5A-85DA-3BED9786588B}" destId="{48AD53EE-2778-4DED-845E-26177D6490A5}" srcOrd="0" destOrd="0" presId="urn:microsoft.com/office/officeart/2005/8/layout/orgChart1"/>
    <dgm:cxn modelId="{651C983A-E3D1-4CCF-BA9D-C019E0453800}" type="presOf" srcId="{1761CB0D-8DBA-470F-B528-1B101989C73D}" destId="{4735DFCE-D1CA-46D8-870A-BC3D5C8A9A0C}" srcOrd="0" destOrd="0" presId="urn:microsoft.com/office/officeart/2005/8/layout/orgChart1"/>
    <dgm:cxn modelId="{4821933D-5A13-42CC-A44F-A9C0EB50524B}" srcId="{EC626605-6AEE-4093-A262-0CE7BB547A8B}" destId="{91D84ADF-B242-4283-820D-58FB9DED48CA}" srcOrd="0" destOrd="0" parTransId="{25B15468-D715-4B38-AC3F-E1F3BD5E0C32}" sibTransId="{3160FF30-5841-428A-B001-38FFB17C262F}"/>
    <dgm:cxn modelId="{455F1E4D-7DA3-446D-8C0D-7918C90C871A}" type="presOf" srcId="{65C3E786-8BDE-495A-9EAD-DB0A7A11F384}" destId="{F47B617D-F799-4B2C-9A42-6F00F0EA1EBD}" srcOrd="0" destOrd="0" presId="urn:microsoft.com/office/officeart/2005/8/layout/orgChart1"/>
    <dgm:cxn modelId="{B490F740-D5F3-4ACA-A1F9-B92DC0E4ED07}" type="presOf" srcId="{5C4B06D8-3243-497E-B4D0-0AA86188F483}" destId="{18E2C54E-538C-44F5-8F83-71D143F80F86}" srcOrd="0" destOrd="0" presId="urn:microsoft.com/office/officeart/2005/8/layout/orgChart1"/>
    <dgm:cxn modelId="{ABDBF9A4-2C7C-4B4A-8E34-6114EF0BF010}" srcId="{91D84ADF-B242-4283-820D-58FB9DED48CA}" destId="{9D68DCDA-ED02-40DA-9347-9E14C906990A}" srcOrd="0" destOrd="0" parTransId="{65C3E786-8BDE-495A-9EAD-DB0A7A11F384}" sibTransId="{4B27F085-510B-4DF3-AEC8-9962BA015EBE}"/>
    <dgm:cxn modelId="{A66D332C-9228-4F0E-A551-3B14A74184D2}" srcId="{91D84ADF-B242-4283-820D-58FB9DED48CA}" destId="{E8131191-A12A-472E-823F-274D786F9126}" srcOrd="3" destOrd="0" parTransId="{3925D44F-82FE-4DBA-A13C-0512FA250244}" sibTransId="{31F9555D-2DDD-4C70-B186-1AACD5081AF4}"/>
    <dgm:cxn modelId="{3E132CC4-568E-41D5-A8C4-5BBF68A6AC6E}" type="presOf" srcId="{91D84ADF-B242-4283-820D-58FB9DED48CA}" destId="{FC1EAB21-14D6-44D5-A319-86CB0CF28264}" srcOrd="0" destOrd="0" presId="urn:microsoft.com/office/officeart/2005/8/layout/orgChart1"/>
    <dgm:cxn modelId="{792EAC93-AEFB-4EB5-B925-DB0FE7D56B46}" type="presOf" srcId="{D9B9E3EB-19DD-4F11-BED9-29D8B7F665A0}" destId="{2F4B39C0-4208-4996-95B9-7EBABA08E810}" srcOrd="0" destOrd="0" presId="urn:microsoft.com/office/officeart/2005/8/layout/orgChart1"/>
    <dgm:cxn modelId="{7BA22CEC-7611-4647-BDAA-6E707624A462}" type="presOf" srcId="{89E7AC53-F409-4078-9B31-8D814C4ED8F5}" destId="{406B062F-9EDF-42F1-B966-73873EA80AAF}" srcOrd="1" destOrd="0" presId="urn:microsoft.com/office/officeart/2005/8/layout/orgChart1"/>
    <dgm:cxn modelId="{25F96D7A-342D-410D-BE53-73AF9D4B2880}" type="presOf" srcId="{91D84ADF-B242-4283-820D-58FB9DED48CA}" destId="{AF5D6265-0B29-4766-9991-46FD8EA9A80F}" srcOrd="1" destOrd="0" presId="urn:microsoft.com/office/officeart/2005/8/layout/orgChart1"/>
    <dgm:cxn modelId="{57413DBF-EBA1-4C4E-A75F-4F910E77700B}" type="presOf" srcId="{40E653B4-973E-4089-89FB-F70127C2283B}" destId="{D46AF03D-0099-4109-9BE4-11FF323BA6C3}" srcOrd="1" destOrd="0" presId="urn:microsoft.com/office/officeart/2005/8/layout/orgChart1"/>
    <dgm:cxn modelId="{B1C0D7A7-C478-4721-87AC-CD3E435B94E4}" srcId="{91D84ADF-B242-4283-820D-58FB9DED48CA}" destId="{89E7AC53-F409-4078-9B31-8D814C4ED8F5}" srcOrd="1" destOrd="0" parTransId="{68F262B0-14DF-4B59-AD27-C7C67D3FEAC1}" sibTransId="{2815BE89-0A4C-4A85-B9E7-DD9945C236CC}"/>
    <dgm:cxn modelId="{34D7C13D-24DE-40CF-9540-50F885772887}" type="presOf" srcId="{E8131191-A12A-472E-823F-274D786F9126}" destId="{79444466-3C4D-4163-B793-AA30BCC75F30}" srcOrd="1" destOrd="0" presId="urn:microsoft.com/office/officeart/2005/8/layout/orgChart1"/>
    <dgm:cxn modelId="{885F0BDF-C6DB-4860-B9AC-BB3246FB1093}" type="presOf" srcId="{EC626605-6AEE-4093-A262-0CE7BB547A8B}" destId="{4066761D-3CBD-4850-B2A6-4EDED30A4714}" srcOrd="0" destOrd="0" presId="urn:microsoft.com/office/officeart/2005/8/layout/orgChart1"/>
    <dgm:cxn modelId="{D5055867-DFCD-46A9-89FD-548E7F6E817A}" type="presOf" srcId="{89E7AC53-F409-4078-9B31-8D814C4ED8F5}" destId="{85F5E7CF-D020-45AA-8A53-6780475832D6}" srcOrd="0" destOrd="0" presId="urn:microsoft.com/office/officeart/2005/8/layout/orgChart1"/>
    <dgm:cxn modelId="{2B4031CB-741F-43F8-B6F4-AD1883F6FDDB}" type="presOf" srcId="{3925D44F-82FE-4DBA-A13C-0512FA250244}" destId="{B81F56B5-BA20-47EF-B920-749A017941ED}" srcOrd="0" destOrd="0" presId="urn:microsoft.com/office/officeart/2005/8/layout/orgChart1"/>
    <dgm:cxn modelId="{65AC8D2D-8281-4198-97B0-F6AB21EBB717}" type="presOf" srcId="{34A52DB8-B94F-4278-A166-F1537A8A5144}" destId="{72A077CA-EE95-423C-B593-4FC291E2F4AA}" srcOrd="0" destOrd="0" presId="urn:microsoft.com/office/officeart/2005/8/layout/orgChart1"/>
    <dgm:cxn modelId="{A01777DD-2F11-4BBF-AE62-73B95B7123E9}" srcId="{89E7AC53-F409-4078-9B31-8D814C4ED8F5}" destId="{E5086E64-4625-4B9F-A202-28103BDB9578}" srcOrd="1" destOrd="0" parTransId="{CB33E87B-CE7E-47CE-BC79-0FBE305B1F9A}" sibTransId="{218DB64E-34F6-4EE4-942A-C7F922AF2CE0}"/>
    <dgm:cxn modelId="{AF29A9BE-4E8F-4667-9D85-ED1DE966A4F2}" type="presOf" srcId="{5BB37B69-BE0A-4367-908F-75049F633BAD}" destId="{378BA03F-FBEF-4879-9BD0-7CB1749D3629}" srcOrd="1" destOrd="0" presId="urn:microsoft.com/office/officeart/2005/8/layout/orgChart1"/>
    <dgm:cxn modelId="{5DC1772E-ED51-48CD-8D01-9773DC73C1B8}" type="presOf" srcId="{E8131191-A12A-472E-823F-274D786F9126}" destId="{FEF7E625-78C6-4699-9780-4480B0CC31C0}" srcOrd="0" destOrd="0" presId="urn:microsoft.com/office/officeart/2005/8/layout/orgChart1"/>
    <dgm:cxn modelId="{F2588B20-E22F-417F-9025-6A3894CF4B95}" type="presOf" srcId="{4A813A84-7AFA-44B0-91EA-7160BD06AE27}" destId="{B95B3078-F62B-4137-A7C3-E6A6F9F5B7DE}" srcOrd="1" destOrd="0" presId="urn:microsoft.com/office/officeart/2005/8/layout/orgChart1"/>
    <dgm:cxn modelId="{2A99CCCE-0C07-474C-AA55-8DEAE99C5AE9}" srcId="{89E7AC53-F409-4078-9B31-8D814C4ED8F5}" destId="{34A52DB8-B94F-4278-A166-F1537A8A5144}" srcOrd="3" destOrd="0" parTransId="{1761CB0D-8DBA-470F-B528-1B101989C73D}" sibTransId="{38EA7B1B-8F5F-4B25-91C4-959F3F86536E}"/>
    <dgm:cxn modelId="{16372386-63F8-4CA4-B572-09D881E8DA0D}" type="presOf" srcId="{D9B9E3EB-19DD-4F11-BED9-29D8B7F665A0}" destId="{AC96F696-CE92-4A87-8FBF-8DC4F447668F}" srcOrd="1" destOrd="0" presId="urn:microsoft.com/office/officeart/2005/8/layout/orgChart1"/>
    <dgm:cxn modelId="{5F836978-7D4B-4D18-B5FE-EA1635DCDC0E}" type="presOf" srcId="{9D68DCDA-ED02-40DA-9347-9E14C906990A}" destId="{43CF1A4E-6445-4FD6-8A98-5FD3C058A257}" srcOrd="1" destOrd="0" presId="urn:microsoft.com/office/officeart/2005/8/layout/orgChart1"/>
    <dgm:cxn modelId="{414F47F7-DF42-4C99-85AD-E397C1C05D87}" type="presOf" srcId="{9B624B66-B2E8-4E2F-BE80-21A124911255}" destId="{2E0B5B70-DF9D-4C4B-BDF9-32A193B93A0E}" srcOrd="0" destOrd="0" presId="urn:microsoft.com/office/officeart/2005/8/layout/orgChart1"/>
    <dgm:cxn modelId="{46A711E4-C162-440A-A982-9994A75463FD}" srcId="{89E7AC53-F409-4078-9B31-8D814C4ED8F5}" destId="{B188A713-B34D-4909-B14B-CAD6AFD7C2D5}" srcOrd="2" destOrd="0" parTransId="{5C4B06D8-3243-497E-B4D0-0AA86188F483}" sibTransId="{A48CF603-6BDF-4507-9EBF-8A17CE82621F}"/>
    <dgm:cxn modelId="{7A726B66-84DD-4312-9B9D-1C3190D1B425}" srcId="{91D84ADF-B242-4283-820D-58FB9DED48CA}" destId="{40E653B4-973E-4089-89FB-F70127C2283B}" srcOrd="2" destOrd="0" parTransId="{F2A5E286-0802-4D11-ACB0-868A5730A118}" sibTransId="{EE01749E-1A32-4BF6-ABCE-E62BF6095AF9}"/>
    <dgm:cxn modelId="{F9B86E08-D053-4FDA-A694-2D76F3B5CF8F}" type="presOf" srcId="{F2A5E286-0802-4D11-ACB0-868A5730A118}" destId="{9C71437A-F9FD-4DEF-B8A9-77B1FDE52E87}" srcOrd="0" destOrd="0" presId="urn:microsoft.com/office/officeart/2005/8/layout/orgChart1"/>
    <dgm:cxn modelId="{C0E7E7DE-8324-4465-8124-07FDC49D2EB9}" type="presOf" srcId="{B188A713-B34D-4909-B14B-CAD6AFD7C2D5}" destId="{4C9C31BF-DBAA-4D5A-9106-38047EE5A5AD}" srcOrd="1" destOrd="0" presId="urn:microsoft.com/office/officeart/2005/8/layout/orgChart1"/>
    <dgm:cxn modelId="{F289843B-DF67-4538-A81B-6157D36B9419}" type="presOf" srcId="{CB33E87B-CE7E-47CE-BC79-0FBE305B1F9A}" destId="{439A6FF3-8E51-44B4-8FF1-4296D96407FC}" srcOrd="0" destOrd="0" presId="urn:microsoft.com/office/officeart/2005/8/layout/orgChart1"/>
    <dgm:cxn modelId="{1E7AC810-DA0E-4CBE-9E0B-CA24019D3FE0}" srcId="{9D68DCDA-ED02-40DA-9347-9E14C906990A}" destId="{4A813A84-7AFA-44B0-91EA-7160BD06AE27}" srcOrd="1" destOrd="0" parTransId="{77A3AD5D-B170-40C0-88AE-2B878616E58C}" sibTransId="{13FB60A9-A838-4D26-9231-486407A35380}"/>
    <dgm:cxn modelId="{5E10BF60-B691-404F-B11D-708D1967582D}" type="presOf" srcId="{4A813A84-7AFA-44B0-91EA-7160BD06AE27}" destId="{B6E6242B-B242-455A-8486-4A883320C45D}" srcOrd="0" destOrd="0" presId="urn:microsoft.com/office/officeart/2005/8/layout/orgChart1"/>
    <dgm:cxn modelId="{E27AD5E8-A63D-4C7D-A711-55744730A788}" type="presOf" srcId="{40E653B4-973E-4089-89FB-F70127C2283B}" destId="{6FBFACD9-3D50-41F5-8B9E-74B9755372E8}" srcOrd="0" destOrd="0" presId="urn:microsoft.com/office/officeart/2005/8/layout/orgChart1"/>
    <dgm:cxn modelId="{95355979-250C-46B8-9862-4F786D24BA74}" type="presOf" srcId="{B188A713-B34D-4909-B14B-CAD6AFD7C2D5}" destId="{5D4A5A35-DF9C-44A5-A0CD-05AF4C506F0E}" srcOrd="0" destOrd="0" presId="urn:microsoft.com/office/officeart/2005/8/layout/orgChart1"/>
    <dgm:cxn modelId="{E7B67F34-6973-49AB-9150-1E051A258133}" type="presOf" srcId="{9D68DCDA-ED02-40DA-9347-9E14C906990A}" destId="{38E78953-1BA8-43E0-9357-EFF20754D8F4}" srcOrd="0" destOrd="0" presId="urn:microsoft.com/office/officeart/2005/8/layout/orgChart1"/>
    <dgm:cxn modelId="{5CA98C7F-625D-413F-A4C8-5E6B6FDEECC2}" type="presOf" srcId="{E5086E64-4625-4B9F-A202-28103BDB9578}" destId="{385ECDB8-9DFD-4F2D-BA83-4DFBE9AABB17}" srcOrd="1" destOrd="0" presId="urn:microsoft.com/office/officeart/2005/8/layout/orgChart1"/>
    <dgm:cxn modelId="{34F75890-01DE-434D-82C7-F86DF63AE6D9}" type="presOf" srcId="{77A3AD5D-B170-40C0-88AE-2B878616E58C}" destId="{EFD2F5A3-60E9-4CE6-9CDC-9106E69CF7A6}" srcOrd="0" destOrd="0" presId="urn:microsoft.com/office/officeart/2005/8/layout/orgChart1"/>
    <dgm:cxn modelId="{10D2FABA-B151-4304-9742-7E6057AC207A}" type="presOf" srcId="{34A52DB8-B94F-4278-A166-F1537A8A5144}" destId="{65646117-98B6-4610-9EB8-192E08995A21}" srcOrd="1" destOrd="0" presId="urn:microsoft.com/office/officeart/2005/8/layout/orgChart1"/>
    <dgm:cxn modelId="{FDFD3FA4-55F8-4D48-B582-79761A65B998}" type="presOf" srcId="{E5086E64-4625-4B9F-A202-28103BDB9578}" destId="{D7A3E187-29E8-49EF-A594-02C8FA0509B9}" srcOrd="0" destOrd="0" presId="urn:microsoft.com/office/officeart/2005/8/layout/orgChart1"/>
    <dgm:cxn modelId="{E2385893-E2B3-41AA-B7CC-0E3378E70303}" type="presOf" srcId="{68F262B0-14DF-4B59-AD27-C7C67D3FEAC1}" destId="{BB839495-BC57-42DB-9BFC-A39249919856}" srcOrd="0" destOrd="0" presId="urn:microsoft.com/office/officeart/2005/8/layout/orgChart1"/>
    <dgm:cxn modelId="{B09D2E07-8DB3-4760-B187-5B43B94B943C}" type="presParOf" srcId="{4066761D-3CBD-4850-B2A6-4EDED30A4714}" destId="{312CD821-4910-426D-8FE4-4AD4B520D211}" srcOrd="0" destOrd="0" presId="urn:microsoft.com/office/officeart/2005/8/layout/orgChart1"/>
    <dgm:cxn modelId="{021A7C78-903B-47EB-8D38-B689C0B3D3F7}" type="presParOf" srcId="{312CD821-4910-426D-8FE4-4AD4B520D211}" destId="{8E91A6C9-CD3F-47A2-85CF-B6247E202B9F}" srcOrd="0" destOrd="0" presId="urn:microsoft.com/office/officeart/2005/8/layout/orgChart1"/>
    <dgm:cxn modelId="{BC29D2B6-F340-4F79-AC0E-5A3B55937FEB}" type="presParOf" srcId="{8E91A6C9-CD3F-47A2-85CF-B6247E202B9F}" destId="{FC1EAB21-14D6-44D5-A319-86CB0CF28264}" srcOrd="0" destOrd="0" presId="urn:microsoft.com/office/officeart/2005/8/layout/orgChart1"/>
    <dgm:cxn modelId="{D9EC0061-F98E-406B-95B2-9A39682DFC7C}" type="presParOf" srcId="{8E91A6C9-CD3F-47A2-85CF-B6247E202B9F}" destId="{AF5D6265-0B29-4766-9991-46FD8EA9A80F}" srcOrd="1" destOrd="0" presId="urn:microsoft.com/office/officeart/2005/8/layout/orgChart1"/>
    <dgm:cxn modelId="{9F89448B-2CEA-4331-8CBB-D415BD7815E6}" type="presParOf" srcId="{312CD821-4910-426D-8FE4-4AD4B520D211}" destId="{B2849F8A-EC8D-4FFA-A417-592C49FEC03F}" srcOrd="1" destOrd="0" presId="urn:microsoft.com/office/officeart/2005/8/layout/orgChart1"/>
    <dgm:cxn modelId="{A8E44139-4003-479B-A2F6-BAE03AB4DC27}" type="presParOf" srcId="{B2849F8A-EC8D-4FFA-A417-592C49FEC03F}" destId="{F47B617D-F799-4B2C-9A42-6F00F0EA1EBD}" srcOrd="0" destOrd="0" presId="urn:microsoft.com/office/officeart/2005/8/layout/orgChart1"/>
    <dgm:cxn modelId="{66B794D5-D88E-4361-B4CD-E1555A1C0C3B}" type="presParOf" srcId="{B2849F8A-EC8D-4FFA-A417-592C49FEC03F}" destId="{8FAC5B4C-D521-404A-B2C0-BF3906D1B6BA}" srcOrd="1" destOrd="0" presId="urn:microsoft.com/office/officeart/2005/8/layout/orgChart1"/>
    <dgm:cxn modelId="{68732B81-F361-4014-B8AF-F3112FEB20AE}" type="presParOf" srcId="{8FAC5B4C-D521-404A-B2C0-BF3906D1B6BA}" destId="{EB74222A-F5F4-445B-8FAA-278CD10D7004}" srcOrd="0" destOrd="0" presId="urn:microsoft.com/office/officeart/2005/8/layout/orgChart1"/>
    <dgm:cxn modelId="{3C2F45A4-147F-478E-A08B-F0908D01AEA0}" type="presParOf" srcId="{EB74222A-F5F4-445B-8FAA-278CD10D7004}" destId="{38E78953-1BA8-43E0-9357-EFF20754D8F4}" srcOrd="0" destOrd="0" presId="urn:microsoft.com/office/officeart/2005/8/layout/orgChart1"/>
    <dgm:cxn modelId="{B4F798FF-7FAA-4857-AFF2-AC5A2A7DC5D1}" type="presParOf" srcId="{EB74222A-F5F4-445B-8FAA-278CD10D7004}" destId="{43CF1A4E-6445-4FD6-8A98-5FD3C058A257}" srcOrd="1" destOrd="0" presId="urn:microsoft.com/office/officeart/2005/8/layout/orgChart1"/>
    <dgm:cxn modelId="{2CC523DB-FB02-4EA6-9512-95258073B9F0}" type="presParOf" srcId="{8FAC5B4C-D521-404A-B2C0-BF3906D1B6BA}" destId="{2AC4A03B-D18D-4FA1-9057-6FEB7AB91C54}" srcOrd="1" destOrd="0" presId="urn:microsoft.com/office/officeart/2005/8/layout/orgChart1"/>
    <dgm:cxn modelId="{B4D56FDC-398F-4AD8-B32A-F1A3EDAA0B78}" type="presParOf" srcId="{2AC4A03B-D18D-4FA1-9057-6FEB7AB91C54}" destId="{2E0B5B70-DF9D-4C4B-BDF9-32A193B93A0E}" srcOrd="0" destOrd="0" presId="urn:microsoft.com/office/officeart/2005/8/layout/orgChart1"/>
    <dgm:cxn modelId="{5C0D6B9A-E898-40CC-824C-2125DE5602C9}" type="presParOf" srcId="{2AC4A03B-D18D-4FA1-9057-6FEB7AB91C54}" destId="{63FC8466-C883-4B11-A87E-45AC39956FE6}" srcOrd="1" destOrd="0" presId="urn:microsoft.com/office/officeart/2005/8/layout/orgChart1"/>
    <dgm:cxn modelId="{818E8C83-DD40-4FD2-A0D7-E1AB0BB02752}" type="presParOf" srcId="{63FC8466-C883-4B11-A87E-45AC39956FE6}" destId="{EC44C577-5B52-419F-8714-36BDBD4D79EC}" srcOrd="0" destOrd="0" presId="urn:microsoft.com/office/officeart/2005/8/layout/orgChart1"/>
    <dgm:cxn modelId="{A29F8CD2-6775-491A-85DF-4C9B90EAA364}" type="presParOf" srcId="{EC44C577-5B52-419F-8714-36BDBD4D79EC}" destId="{2F4B39C0-4208-4996-95B9-7EBABA08E810}" srcOrd="0" destOrd="0" presId="urn:microsoft.com/office/officeart/2005/8/layout/orgChart1"/>
    <dgm:cxn modelId="{BE438959-4777-46A5-AA9D-AE1DF38D4F6C}" type="presParOf" srcId="{EC44C577-5B52-419F-8714-36BDBD4D79EC}" destId="{AC96F696-CE92-4A87-8FBF-8DC4F447668F}" srcOrd="1" destOrd="0" presId="urn:microsoft.com/office/officeart/2005/8/layout/orgChart1"/>
    <dgm:cxn modelId="{C23E3238-3C87-4F63-A9D9-273C23FCA20C}" type="presParOf" srcId="{63FC8466-C883-4B11-A87E-45AC39956FE6}" destId="{0B332024-60AA-455A-A90B-4EE52E17A9B6}" srcOrd="1" destOrd="0" presId="urn:microsoft.com/office/officeart/2005/8/layout/orgChart1"/>
    <dgm:cxn modelId="{2DA575BA-0046-4106-87DF-646293810A4B}" type="presParOf" srcId="{63FC8466-C883-4B11-A87E-45AC39956FE6}" destId="{0FCD1767-7AD8-44A1-A86E-14D0DCC836F4}" srcOrd="2" destOrd="0" presId="urn:microsoft.com/office/officeart/2005/8/layout/orgChart1"/>
    <dgm:cxn modelId="{59009517-D849-49EB-9550-1229B441F000}" type="presParOf" srcId="{2AC4A03B-D18D-4FA1-9057-6FEB7AB91C54}" destId="{EFD2F5A3-60E9-4CE6-9CDC-9106E69CF7A6}" srcOrd="2" destOrd="0" presId="urn:microsoft.com/office/officeart/2005/8/layout/orgChart1"/>
    <dgm:cxn modelId="{29F96395-2A02-4AB1-BDFF-228458D28DA1}" type="presParOf" srcId="{2AC4A03B-D18D-4FA1-9057-6FEB7AB91C54}" destId="{89A98AE4-08E2-4E20-9F49-AEDB7A7D992D}" srcOrd="3" destOrd="0" presId="urn:microsoft.com/office/officeart/2005/8/layout/orgChart1"/>
    <dgm:cxn modelId="{038AE93D-404E-431E-B716-0F39559665FE}" type="presParOf" srcId="{89A98AE4-08E2-4E20-9F49-AEDB7A7D992D}" destId="{B7C86592-00E2-44DD-B0FC-1C256CA0EC41}" srcOrd="0" destOrd="0" presId="urn:microsoft.com/office/officeart/2005/8/layout/orgChart1"/>
    <dgm:cxn modelId="{CDA0E24D-D5AB-4685-A3BE-FA7E021E3932}" type="presParOf" srcId="{B7C86592-00E2-44DD-B0FC-1C256CA0EC41}" destId="{B6E6242B-B242-455A-8486-4A883320C45D}" srcOrd="0" destOrd="0" presId="urn:microsoft.com/office/officeart/2005/8/layout/orgChart1"/>
    <dgm:cxn modelId="{047B84EC-FEC3-44B4-9B98-9253A8E240D8}" type="presParOf" srcId="{B7C86592-00E2-44DD-B0FC-1C256CA0EC41}" destId="{B95B3078-F62B-4137-A7C3-E6A6F9F5B7DE}" srcOrd="1" destOrd="0" presId="urn:microsoft.com/office/officeart/2005/8/layout/orgChart1"/>
    <dgm:cxn modelId="{3E2C947A-25A1-4ADB-99FB-990173590146}" type="presParOf" srcId="{89A98AE4-08E2-4E20-9F49-AEDB7A7D992D}" destId="{4B13C206-A44B-408E-8809-171C69DA3410}" srcOrd="1" destOrd="0" presId="urn:microsoft.com/office/officeart/2005/8/layout/orgChart1"/>
    <dgm:cxn modelId="{442BBDAC-9372-4DFE-9CDE-569FFCA9F843}" type="presParOf" srcId="{89A98AE4-08E2-4E20-9F49-AEDB7A7D992D}" destId="{E22ADB1E-CCCC-4279-9B4D-53BDAF35FDEC}" srcOrd="2" destOrd="0" presId="urn:microsoft.com/office/officeart/2005/8/layout/orgChart1"/>
    <dgm:cxn modelId="{83E3660E-1B2A-4464-B910-4A4D396CA741}" type="presParOf" srcId="{8FAC5B4C-D521-404A-B2C0-BF3906D1B6BA}" destId="{872F253E-D514-486E-BECE-AA79F30D508D}" srcOrd="2" destOrd="0" presId="urn:microsoft.com/office/officeart/2005/8/layout/orgChart1"/>
    <dgm:cxn modelId="{7A5437F4-DB7C-40FF-B1D6-CE83E119D9CA}" type="presParOf" srcId="{B2849F8A-EC8D-4FFA-A417-592C49FEC03F}" destId="{BB839495-BC57-42DB-9BFC-A39249919856}" srcOrd="2" destOrd="0" presId="urn:microsoft.com/office/officeart/2005/8/layout/orgChart1"/>
    <dgm:cxn modelId="{A50042B5-888C-46BC-B85E-3C1E4AB42BD8}" type="presParOf" srcId="{B2849F8A-EC8D-4FFA-A417-592C49FEC03F}" destId="{FCB9B65D-FC9D-4B7D-8CCC-A3B8ECA8592F}" srcOrd="3" destOrd="0" presId="urn:microsoft.com/office/officeart/2005/8/layout/orgChart1"/>
    <dgm:cxn modelId="{9AA68A0A-299B-41FD-982C-A58EB772E039}" type="presParOf" srcId="{FCB9B65D-FC9D-4B7D-8CCC-A3B8ECA8592F}" destId="{1D81972C-7DE8-4F37-9559-325254D0D632}" srcOrd="0" destOrd="0" presId="urn:microsoft.com/office/officeart/2005/8/layout/orgChart1"/>
    <dgm:cxn modelId="{5E62DB59-B1F3-4F15-AB89-4877C6A99E6B}" type="presParOf" srcId="{1D81972C-7DE8-4F37-9559-325254D0D632}" destId="{85F5E7CF-D020-45AA-8A53-6780475832D6}" srcOrd="0" destOrd="0" presId="urn:microsoft.com/office/officeart/2005/8/layout/orgChart1"/>
    <dgm:cxn modelId="{16CAA408-B80C-4EB0-AB44-3FFA7B2FE5E6}" type="presParOf" srcId="{1D81972C-7DE8-4F37-9559-325254D0D632}" destId="{406B062F-9EDF-42F1-B966-73873EA80AAF}" srcOrd="1" destOrd="0" presId="urn:microsoft.com/office/officeart/2005/8/layout/orgChart1"/>
    <dgm:cxn modelId="{07ACE23F-D445-471B-BBC9-05F9289C8D13}" type="presParOf" srcId="{FCB9B65D-FC9D-4B7D-8CCC-A3B8ECA8592F}" destId="{4A6D82F3-21E9-4598-9BEC-702DF26193D9}" srcOrd="1" destOrd="0" presId="urn:microsoft.com/office/officeart/2005/8/layout/orgChart1"/>
    <dgm:cxn modelId="{6951CADC-FA42-4B9E-83E1-8D232E4CADEB}" type="presParOf" srcId="{4A6D82F3-21E9-4598-9BEC-702DF26193D9}" destId="{48AD53EE-2778-4DED-845E-26177D6490A5}" srcOrd="0" destOrd="0" presId="urn:microsoft.com/office/officeart/2005/8/layout/orgChart1"/>
    <dgm:cxn modelId="{60722B14-9E65-4A9B-84FD-4861F66E0AE7}" type="presParOf" srcId="{4A6D82F3-21E9-4598-9BEC-702DF26193D9}" destId="{C9881C36-EA64-4523-AFC9-DA23B208EC65}" srcOrd="1" destOrd="0" presId="urn:microsoft.com/office/officeart/2005/8/layout/orgChart1"/>
    <dgm:cxn modelId="{7D9E1AF0-BFDF-42A7-9A91-6C1C8F4BAAA4}" type="presParOf" srcId="{C9881C36-EA64-4523-AFC9-DA23B208EC65}" destId="{DD696413-1690-4FBD-ADB9-CCD4C9B35D52}" srcOrd="0" destOrd="0" presId="urn:microsoft.com/office/officeart/2005/8/layout/orgChart1"/>
    <dgm:cxn modelId="{977744FE-0B39-444A-9E3F-1D84AA680128}" type="presParOf" srcId="{DD696413-1690-4FBD-ADB9-CCD4C9B35D52}" destId="{A9D62632-7CB1-4EAF-A712-389EDFC5175A}" srcOrd="0" destOrd="0" presId="urn:microsoft.com/office/officeart/2005/8/layout/orgChart1"/>
    <dgm:cxn modelId="{56CABD96-2A38-4885-9D4D-48E83C6B9938}" type="presParOf" srcId="{DD696413-1690-4FBD-ADB9-CCD4C9B35D52}" destId="{378BA03F-FBEF-4879-9BD0-7CB1749D3629}" srcOrd="1" destOrd="0" presId="urn:microsoft.com/office/officeart/2005/8/layout/orgChart1"/>
    <dgm:cxn modelId="{07E18EFD-E4F8-4709-8259-16B6D39E57C0}" type="presParOf" srcId="{C9881C36-EA64-4523-AFC9-DA23B208EC65}" destId="{340F5040-39A4-4255-AFE0-533602898151}" srcOrd="1" destOrd="0" presId="urn:microsoft.com/office/officeart/2005/8/layout/orgChart1"/>
    <dgm:cxn modelId="{33FBC296-AFEB-4B00-A704-41CCAEA524A3}" type="presParOf" srcId="{C9881C36-EA64-4523-AFC9-DA23B208EC65}" destId="{0427480C-5003-435D-9EEB-6F095A469CC0}" srcOrd="2" destOrd="0" presId="urn:microsoft.com/office/officeart/2005/8/layout/orgChart1"/>
    <dgm:cxn modelId="{641E1B21-FBC3-41D1-973E-9E4167CDFBFD}" type="presParOf" srcId="{4A6D82F3-21E9-4598-9BEC-702DF26193D9}" destId="{439A6FF3-8E51-44B4-8FF1-4296D96407FC}" srcOrd="2" destOrd="0" presId="urn:microsoft.com/office/officeart/2005/8/layout/orgChart1"/>
    <dgm:cxn modelId="{38BB153E-82EA-46FD-B454-E6A8E031E5EF}" type="presParOf" srcId="{4A6D82F3-21E9-4598-9BEC-702DF26193D9}" destId="{37FE64EC-6F1C-44F2-B261-863FF1AA67E7}" srcOrd="3" destOrd="0" presId="urn:microsoft.com/office/officeart/2005/8/layout/orgChart1"/>
    <dgm:cxn modelId="{E70094DD-6295-4283-839F-43D7950250AF}" type="presParOf" srcId="{37FE64EC-6F1C-44F2-B261-863FF1AA67E7}" destId="{7EE1890B-B149-473D-B29C-8CE665D07A8D}" srcOrd="0" destOrd="0" presId="urn:microsoft.com/office/officeart/2005/8/layout/orgChart1"/>
    <dgm:cxn modelId="{60166B64-1E36-4F5E-AB82-78E85D8CBC9F}" type="presParOf" srcId="{7EE1890B-B149-473D-B29C-8CE665D07A8D}" destId="{D7A3E187-29E8-49EF-A594-02C8FA0509B9}" srcOrd="0" destOrd="0" presId="urn:microsoft.com/office/officeart/2005/8/layout/orgChart1"/>
    <dgm:cxn modelId="{75FC80D5-8BF1-4901-B640-B7DACA3EAB0D}" type="presParOf" srcId="{7EE1890B-B149-473D-B29C-8CE665D07A8D}" destId="{385ECDB8-9DFD-4F2D-BA83-4DFBE9AABB17}" srcOrd="1" destOrd="0" presId="urn:microsoft.com/office/officeart/2005/8/layout/orgChart1"/>
    <dgm:cxn modelId="{9048BDB2-6DB3-444B-B2F3-B804F5822DB6}" type="presParOf" srcId="{37FE64EC-6F1C-44F2-B261-863FF1AA67E7}" destId="{A73676C1-FBA8-4453-9D0D-FB4075E40EE2}" srcOrd="1" destOrd="0" presId="urn:microsoft.com/office/officeart/2005/8/layout/orgChart1"/>
    <dgm:cxn modelId="{D838735B-35AC-4940-B628-0B6F8B6A3C7E}" type="presParOf" srcId="{37FE64EC-6F1C-44F2-B261-863FF1AA67E7}" destId="{C11C68F8-6F28-4B59-BB05-0DF719968E8F}" srcOrd="2" destOrd="0" presId="urn:microsoft.com/office/officeart/2005/8/layout/orgChart1"/>
    <dgm:cxn modelId="{40CE6C6F-CDD0-4601-A0D8-B235400F7535}" type="presParOf" srcId="{4A6D82F3-21E9-4598-9BEC-702DF26193D9}" destId="{18E2C54E-538C-44F5-8F83-71D143F80F86}" srcOrd="4" destOrd="0" presId="urn:microsoft.com/office/officeart/2005/8/layout/orgChart1"/>
    <dgm:cxn modelId="{EFE44DD5-DBCF-4958-BE3C-C29B54D8D016}" type="presParOf" srcId="{4A6D82F3-21E9-4598-9BEC-702DF26193D9}" destId="{C2D55B2A-3474-4E6F-90F7-4D57E5A40217}" srcOrd="5" destOrd="0" presId="urn:microsoft.com/office/officeart/2005/8/layout/orgChart1"/>
    <dgm:cxn modelId="{5C0087C2-FFF6-4EF0-A77B-28A9D36576B6}" type="presParOf" srcId="{C2D55B2A-3474-4E6F-90F7-4D57E5A40217}" destId="{A8F3C970-A990-4AA9-B75B-7144859B8525}" srcOrd="0" destOrd="0" presId="urn:microsoft.com/office/officeart/2005/8/layout/orgChart1"/>
    <dgm:cxn modelId="{FD0DC79A-D670-4462-94AA-1B99079595B7}" type="presParOf" srcId="{A8F3C970-A990-4AA9-B75B-7144859B8525}" destId="{5D4A5A35-DF9C-44A5-A0CD-05AF4C506F0E}" srcOrd="0" destOrd="0" presId="urn:microsoft.com/office/officeart/2005/8/layout/orgChart1"/>
    <dgm:cxn modelId="{56FA4949-0D00-4B1C-8D02-B1B7D816A754}" type="presParOf" srcId="{A8F3C970-A990-4AA9-B75B-7144859B8525}" destId="{4C9C31BF-DBAA-4D5A-9106-38047EE5A5AD}" srcOrd="1" destOrd="0" presId="urn:microsoft.com/office/officeart/2005/8/layout/orgChart1"/>
    <dgm:cxn modelId="{D15161D8-88F0-46C1-8AA3-AFD3C553C91E}" type="presParOf" srcId="{C2D55B2A-3474-4E6F-90F7-4D57E5A40217}" destId="{B68439E5-0A99-4FEC-9FB6-C75602213795}" srcOrd="1" destOrd="0" presId="urn:microsoft.com/office/officeart/2005/8/layout/orgChart1"/>
    <dgm:cxn modelId="{E6CBED12-7907-452B-9A8A-75967E95FD47}" type="presParOf" srcId="{C2D55B2A-3474-4E6F-90F7-4D57E5A40217}" destId="{670D74A9-FA4B-4117-8F84-58B9EDEB6A00}" srcOrd="2" destOrd="0" presId="urn:microsoft.com/office/officeart/2005/8/layout/orgChart1"/>
    <dgm:cxn modelId="{55D197C4-6533-4548-84BE-E3CBE6BE10BA}" type="presParOf" srcId="{4A6D82F3-21E9-4598-9BEC-702DF26193D9}" destId="{4735DFCE-D1CA-46D8-870A-BC3D5C8A9A0C}" srcOrd="6" destOrd="0" presId="urn:microsoft.com/office/officeart/2005/8/layout/orgChart1"/>
    <dgm:cxn modelId="{4C1A5EA8-B4BB-4A53-9661-16EA1DEBDE17}" type="presParOf" srcId="{4A6D82F3-21E9-4598-9BEC-702DF26193D9}" destId="{87713EAA-7A05-4D06-AC33-664AB1206BE9}" srcOrd="7" destOrd="0" presId="urn:microsoft.com/office/officeart/2005/8/layout/orgChart1"/>
    <dgm:cxn modelId="{E3B2A7A5-8F37-417F-AD51-65FB1A699647}" type="presParOf" srcId="{87713EAA-7A05-4D06-AC33-664AB1206BE9}" destId="{28330BFC-5D9B-4F88-B2F6-1DC7B91D5C3B}" srcOrd="0" destOrd="0" presId="urn:microsoft.com/office/officeart/2005/8/layout/orgChart1"/>
    <dgm:cxn modelId="{76E9504C-447C-4924-B160-0FE58F57C2DC}" type="presParOf" srcId="{28330BFC-5D9B-4F88-B2F6-1DC7B91D5C3B}" destId="{72A077CA-EE95-423C-B593-4FC291E2F4AA}" srcOrd="0" destOrd="0" presId="urn:microsoft.com/office/officeart/2005/8/layout/orgChart1"/>
    <dgm:cxn modelId="{769C2FAD-CD6A-4844-A485-BA57778AEE66}" type="presParOf" srcId="{28330BFC-5D9B-4F88-B2F6-1DC7B91D5C3B}" destId="{65646117-98B6-4610-9EB8-192E08995A21}" srcOrd="1" destOrd="0" presId="urn:microsoft.com/office/officeart/2005/8/layout/orgChart1"/>
    <dgm:cxn modelId="{4092257E-0F9D-4204-9517-F4FAA1462BCA}" type="presParOf" srcId="{87713EAA-7A05-4D06-AC33-664AB1206BE9}" destId="{A5EE97E1-9A6F-478C-B876-4FEEAB3B60D6}" srcOrd="1" destOrd="0" presId="urn:microsoft.com/office/officeart/2005/8/layout/orgChart1"/>
    <dgm:cxn modelId="{620F4D69-7AD7-48EC-A2DA-C2FD89E398D6}" type="presParOf" srcId="{87713EAA-7A05-4D06-AC33-664AB1206BE9}" destId="{FC2F688B-70A9-41F6-B3EF-4F2E0C95E67C}" srcOrd="2" destOrd="0" presId="urn:microsoft.com/office/officeart/2005/8/layout/orgChart1"/>
    <dgm:cxn modelId="{D44BAD8D-B825-475A-A52D-736575C51F1E}" type="presParOf" srcId="{FCB9B65D-FC9D-4B7D-8CCC-A3B8ECA8592F}" destId="{DC05EC8E-0F28-441E-953A-776F2509E6D1}" srcOrd="2" destOrd="0" presId="urn:microsoft.com/office/officeart/2005/8/layout/orgChart1"/>
    <dgm:cxn modelId="{C6C9C4B6-E7FC-48BC-B2FE-5D0D26ABC469}" type="presParOf" srcId="{B2849F8A-EC8D-4FFA-A417-592C49FEC03F}" destId="{9C71437A-F9FD-4DEF-B8A9-77B1FDE52E87}" srcOrd="4" destOrd="0" presId="urn:microsoft.com/office/officeart/2005/8/layout/orgChart1"/>
    <dgm:cxn modelId="{CF2DA6D5-D7B5-4045-8544-FCCD09EB5AA1}" type="presParOf" srcId="{B2849F8A-EC8D-4FFA-A417-592C49FEC03F}" destId="{1E221CA1-F435-4E9C-8C65-AFEC5D9F0F5C}" srcOrd="5" destOrd="0" presId="urn:microsoft.com/office/officeart/2005/8/layout/orgChart1"/>
    <dgm:cxn modelId="{2609AC29-C13D-4585-BB50-DF7F5434AAF8}" type="presParOf" srcId="{1E221CA1-F435-4E9C-8C65-AFEC5D9F0F5C}" destId="{92902763-6A4A-4371-AD5E-9873AD2CCD53}" srcOrd="0" destOrd="0" presId="urn:microsoft.com/office/officeart/2005/8/layout/orgChart1"/>
    <dgm:cxn modelId="{4EADD877-7B64-4022-8C00-5358D9AA3DF1}" type="presParOf" srcId="{92902763-6A4A-4371-AD5E-9873AD2CCD53}" destId="{6FBFACD9-3D50-41F5-8B9E-74B9755372E8}" srcOrd="0" destOrd="0" presId="urn:microsoft.com/office/officeart/2005/8/layout/orgChart1"/>
    <dgm:cxn modelId="{EA8A657E-9D68-497F-8EC8-5AE98F490B9A}" type="presParOf" srcId="{92902763-6A4A-4371-AD5E-9873AD2CCD53}" destId="{D46AF03D-0099-4109-9BE4-11FF323BA6C3}" srcOrd="1" destOrd="0" presId="urn:microsoft.com/office/officeart/2005/8/layout/orgChart1"/>
    <dgm:cxn modelId="{068788EE-9879-4F41-BD89-8ECBE9E7B38E}" type="presParOf" srcId="{1E221CA1-F435-4E9C-8C65-AFEC5D9F0F5C}" destId="{68B42C9B-4FCC-41FE-8F6F-A610DFBEFC5E}" srcOrd="1" destOrd="0" presId="urn:microsoft.com/office/officeart/2005/8/layout/orgChart1"/>
    <dgm:cxn modelId="{C90C8C10-E922-4F8F-9A8D-975D218D8403}" type="presParOf" srcId="{1E221CA1-F435-4E9C-8C65-AFEC5D9F0F5C}" destId="{C3F64BC3-AC04-4B67-81E8-4909ED662C06}" srcOrd="2" destOrd="0" presId="urn:microsoft.com/office/officeart/2005/8/layout/orgChart1"/>
    <dgm:cxn modelId="{999E3438-B078-43B4-B1C3-B3EF3AD9A3C8}" type="presParOf" srcId="{B2849F8A-EC8D-4FFA-A417-592C49FEC03F}" destId="{B81F56B5-BA20-47EF-B920-749A017941ED}" srcOrd="6" destOrd="0" presId="urn:microsoft.com/office/officeart/2005/8/layout/orgChart1"/>
    <dgm:cxn modelId="{2A38B883-D29E-47DB-94EB-E995E8778D26}" type="presParOf" srcId="{B2849F8A-EC8D-4FFA-A417-592C49FEC03F}" destId="{03197D51-7792-41F7-9C35-B45330773C3F}" srcOrd="7" destOrd="0" presId="urn:microsoft.com/office/officeart/2005/8/layout/orgChart1"/>
    <dgm:cxn modelId="{4B07B8E5-4EE6-43D1-99E4-526279CE4849}" type="presParOf" srcId="{03197D51-7792-41F7-9C35-B45330773C3F}" destId="{C05F4422-CD6B-4A53-9D45-2E1C8CB57482}" srcOrd="0" destOrd="0" presId="urn:microsoft.com/office/officeart/2005/8/layout/orgChart1"/>
    <dgm:cxn modelId="{11DE00AE-B1DF-4AE7-B1A0-B20B4DD45B2E}" type="presParOf" srcId="{C05F4422-CD6B-4A53-9D45-2E1C8CB57482}" destId="{FEF7E625-78C6-4699-9780-4480B0CC31C0}" srcOrd="0" destOrd="0" presId="urn:microsoft.com/office/officeart/2005/8/layout/orgChart1"/>
    <dgm:cxn modelId="{9FBB8669-1D14-44F3-B0D0-8D273F9B872C}" type="presParOf" srcId="{C05F4422-CD6B-4A53-9D45-2E1C8CB57482}" destId="{79444466-3C4D-4163-B793-AA30BCC75F30}" srcOrd="1" destOrd="0" presId="urn:microsoft.com/office/officeart/2005/8/layout/orgChart1"/>
    <dgm:cxn modelId="{15E4B988-ECC4-4044-A0D0-742B3ED66945}" type="presParOf" srcId="{03197D51-7792-41F7-9C35-B45330773C3F}" destId="{A9C9C537-AF57-4A97-A8F5-B36DCACB2633}" srcOrd="1" destOrd="0" presId="urn:microsoft.com/office/officeart/2005/8/layout/orgChart1"/>
    <dgm:cxn modelId="{B950F1A0-B427-429A-A511-09490CC447DA}" type="presParOf" srcId="{03197D51-7792-41F7-9C35-B45330773C3F}" destId="{25ACDFC2-DAF3-4B27-B372-D6F1216C479A}" srcOrd="2" destOrd="0" presId="urn:microsoft.com/office/officeart/2005/8/layout/orgChart1"/>
    <dgm:cxn modelId="{BD3E6912-E501-4DD7-B693-7FE9797CA89A}" type="presParOf" srcId="{312CD821-4910-426D-8FE4-4AD4B520D211}" destId="{CAF1E0A6-0329-41A3-B0A0-AE493B2494F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1F56B5-BA20-47EF-B920-749A017941ED}">
      <dsp:nvSpPr>
        <dsp:cNvPr id="0" name=""/>
        <dsp:cNvSpPr/>
      </dsp:nvSpPr>
      <dsp:spPr>
        <a:xfrm>
          <a:off x="2520280" y="436449"/>
          <a:ext cx="1703542" cy="1910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585"/>
              </a:lnTo>
              <a:lnTo>
                <a:pt x="1703542" y="99585"/>
              </a:lnTo>
              <a:lnTo>
                <a:pt x="1703542" y="19100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71437A-F9FD-4DEF-B8A9-77B1FDE52E87}">
      <dsp:nvSpPr>
        <dsp:cNvPr id="0" name=""/>
        <dsp:cNvSpPr/>
      </dsp:nvSpPr>
      <dsp:spPr>
        <a:xfrm>
          <a:off x="2520280" y="436449"/>
          <a:ext cx="721053" cy="1910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585"/>
              </a:lnTo>
              <a:lnTo>
                <a:pt x="721053" y="99585"/>
              </a:lnTo>
              <a:lnTo>
                <a:pt x="721053" y="19100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35DFCE-D1CA-46D8-870A-BC3D5C8A9A0C}">
      <dsp:nvSpPr>
        <dsp:cNvPr id="0" name=""/>
        <dsp:cNvSpPr/>
      </dsp:nvSpPr>
      <dsp:spPr>
        <a:xfrm>
          <a:off x="329938" y="1076388"/>
          <a:ext cx="127777" cy="16382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8221"/>
              </a:lnTo>
              <a:lnTo>
                <a:pt x="127777" y="16382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E2C54E-538C-44F5-8F83-71D143F80F86}">
      <dsp:nvSpPr>
        <dsp:cNvPr id="0" name=""/>
        <dsp:cNvSpPr/>
      </dsp:nvSpPr>
      <dsp:spPr>
        <a:xfrm>
          <a:off x="329938" y="1076388"/>
          <a:ext cx="127777" cy="10411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1166"/>
              </a:lnTo>
              <a:lnTo>
                <a:pt x="127777" y="104116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9A6FF3-8E51-44B4-8FF1-4296D96407FC}">
      <dsp:nvSpPr>
        <dsp:cNvPr id="0" name=""/>
        <dsp:cNvSpPr/>
      </dsp:nvSpPr>
      <dsp:spPr>
        <a:xfrm>
          <a:off x="329938" y="1076388"/>
          <a:ext cx="179850" cy="21810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81004"/>
              </a:lnTo>
              <a:lnTo>
                <a:pt x="179850" y="218100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AD53EE-2778-4DED-845E-26177D6490A5}">
      <dsp:nvSpPr>
        <dsp:cNvPr id="0" name=""/>
        <dsp:cNvSpPr/>
      </dsp:nvSpPr>
      <dsp:spPr>
        <a:xfrm>
          <a:off x="284218" y="1076388"/>
          <a:ext cx="91440" cy="42232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22327"/>
              </a:lnTo>
              <a:lnTo>
                <a:pt x="133194" y="42232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839495-BC57-42DB-9BFC-A39249919856}">
      <dsp:nvSpPr>
        <dsp:cNvPr id="0" name=""/>
        <dsp:cNvSpPr/>
      </dsp:nvSpPr>
      <dsp:spPr>
        <a:xfrm>
          <a:off x="678199" y="436449"/>
          <a:ext cx="1842080" cy="204612"/>
        </a:xfrm>
        <a:custGeom>
          <a:avLst/>
          <a:gdLst/>
          <a:ahLst/>
          <a:cxnLst/>
          <a:rect l="0" t="0" r="0" b="0"/>
          <a:pathLst>
            <a:path>
              <a:moveTo>
                <a:pt x="1842080" y="0"/>
              </a:moveTo>
              <a:lnTo>
                <a:pt x="1842080" y="113193"/>
              </a:lnTo>
              <a:lnTo>
                <a:pt x="0" y="113193"/>
              </a:lnTo>
              <a:lnTo>
                <a:pt x="0" y="20461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D2F5A3-60E9-4CE6-9CDC-9106E69CF7A6}">
      <dsp:nvSpPr>
        <dsp:cNvPr id="0" name=""/>
        <dsp:cNvSpPr/>
      </dsp:nvSpPr>
      <dsp:spPr>
        <a:xfrm>
          <a:off x="1847434" y="1073807"/>
          <a:ext cx="184030" cy="9555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55598"/>
              </a:lnTo>
              <a:lnTo>
                <a:pt x="184030" y="95559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0B5B70-DF9D-4C4B-BDF9-32A193B93A0E}">
      <dsp:nvSpPr>
        <dsp:cNvPr id="0" name=""/>
        <dsp:cNvSpPr/>
      </dsp:nvSpPr>
      <dsp:spPr>
        <a:xfrm>
          <a:off x="1847434" y="1073807"/>
          <a:ext cx="166468" cy="3966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613"/>
              </a:lnTo>
              <a:lnTo>
                <a:pt x="166468" y="3966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7B617D-F799-4B2C-9A42-6F00F0EA1EBD}">
      <dsp:nvSpPr>
        <dsp:cNvPr id="0" name=""/>
        <dsp:cNvSpPr/>
      </dsp:nvSpPr>
      <dsp:spPr>
        <a:xfrm>
          <a:off x="2195696" y="436449"/>
          <a:ext cx="324583" cy="202030"/>
        </a:xfrm>
        <a:custGeom>
          <a:avLst/>
          <a:gdLst/>
          <a:ahLst/>
          <a:cxnLst/>
          <a:rect l="0" t="0" r="0" b="0"/>
          <a:pathLst>
            <a:path>
              <a:moveTo>
                <a:pt x="324583" y="0"/>
              </a:moveTo>
              <a:lnTo>
                <a:pt x="324583" y="110612"/>
              </a:lnTo>
              <a:lnTo>
                <a:pt x="0" y="110612"/>
              </a:lnTo>
              <a:lnTo>
                <a:pt x="0" y="20203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1EAB21-14D6-44D5-A319-86CB0CF28264}">
      <dsp:nvSpPr>
        <dsp:cNvPr id="0" name=""/>
        <dsp:cNvSpPr/>
      </dsp:nvSpPr>
      <dsp:spPr>
        <a:xfrm>
          <a:off x="2084953" y="1122"/>
          <a:ext cx="870653" cy="4353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/>
            <a:t>Command Function</a:t>
          </a:r>
        </a:p>
      </dsp:txBody>
      <dsp:txXfrm>
        <a:off x="2084953" y="1122"/>
        <a:ext cx="870653" cy="435326"/>
      </dsp:txXfrm>
    </dsp:sp>
    <dsp:sp modelId="{38E78953-1BA8-43E0-9357-EFF20754D8F4}">
      <dsp:nvSpPr>
        <dsp:cNvPr id="0" name=""/>
        <dsp:cNvSpPr/>
      </dsp:nvSpPr>
      <dsp:spPr>
        <a:xfrm>
          <a:off x="1760369" y="638480"/>
          <a:ext cx="870653" cy="435326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/>
            <a:t>Planning Function</a:t>
          </a:r>
        </a:p>
      </dsp:txBody>
      <dsp:txXfrm>
        <a:off x="1760369" y="638480"/>
        <a:ext cx="870653" cy="435326"/>
      </dsp:txXfrm>
    </dsp:sp>
    <dsp:sp modelId="{2F4B39C0-4208-4996-95B9-7EBABA08E810}">
      <dsp:nvSpPr>
        <dsp:cNvPr id="0" name=""/>
        <dsp:cNvSpPr/>
      </dsp:nvSpPr>
      <dsp:spPr>
        <a:xfrm>
          <a:off x="2013903" y="1252756"/>
          <a:ext cx="1177236" cy="435326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en-GB" sz="1200" kern="1200" dirty="0"/>
            <a:t>Response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en-GB" sz="1200" kern="1200" dirty="0"/>
            <a:t>Planning</a:t>
          </a:r>
        </a:p>
      </dsp:txBody>
      <dsp:txXfrm>
        <a:off x="2013903" y="1252756"/>
        <a:ext cx="1177236" cy="435326"/>
      </dsp:txXfrm>
    </dsp:sp>
    <dsp:sp modelId="{B6E6242B-B242-455A-8486-4A883320C45D}">
      <dsp:nvSpPr>
        <dsp:cNvPr id="0" name=""/>
        <dsp:cNvSpPr/>
      </dsp:nvSpPr>
      <dsp:spPr>
        <a:xfrm>
          <a:off x="2031464" y="1811742"/>
          <a:ext cx="1177236" cy="435326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/>
            <a:t>Resource Deployment</a:t>
          </a:r>
        </a:p>
      </dsp:txBody>
      <dsp:txXfrm>
        <a:off x="2031464" y="1811742"/>
        <a:ext cx="1177236" cy="435326"/>
      </dsp:txXfrm>
    </dsp:sp>
    <dsp:sp modelId="{85F5E7CF-D020-45AA-8A53-6780475832D6}">
      <dsp:nvSpPr>
        <dsp:cNvPr id="0" name=""/>
        <dsp:cNvSpPr/>
      </dsp:nvSpPr>
      <dsp:spPr>
        <a:xfrm>
          <a:off x="242872" y="641061"/>
          <a:ext cx="870653" cy="4353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/>
            <a:t>Operations Function</a:t>
          </a:r>
        </a:p>
      </dsp:txBody>
      <dsp:txXfrm>
        <a:off x="242872" y="641061"/>
        <a:ext cx="870653" cy="435326"/>
      </dsp:txXfrm>
    </dsp:sp>
    <dsp:sp modelId="{A9D62632-7CB1-4EAF-A712-389EDFC5175A}">
      <dsp:nvSpPr>
        <dsp:cNvPr id="0" name=""/>
        <dsp:cNvSpPr/>
      </dsp:nvSpPr>
      <dsp:spPr>
        <a:xfrm>
          <a:off x="417412" y="1281053"/>
          <a:ext cx="1221117" cy="4353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en-GB" sz="1200" kern="1200" dirty="0"/>
            <a:t>Aerial Surveillance</a:t>
          </a:r>
        </a:p>
      </dsp:txBody>
      <dsp:txXfrm>
        <a:off x="417412" y="1281053"/>
        <a:ext cx="1221117" cy="435326"/>
      </dsp:txXfrm>
    </dsp:sp>
    <dsp:sp modelId="{D7A3E187-29E8-49EF-A594-02C8FA0509B9}">
      <dsp:nvSpPr>
        <dsp:cNvPr id="0" name=""/>
        <dsp:cNvSpPr/>
      </dsp:nvSpPr>
      <dsp:spPr>
        <a:xfrm>
          <a:off x="509789" y="3039729"/>
          <a:ext cx="1302523" cy="4353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/>
            <a:t>Dispersant Monitoring </a:t>
          </a:r>
        </a:p>
      </dsp:txBody>
      <dsp:txXfrm>
        <a:off x="509789" y="3039729"/>
        <a:ext cx="1302523" cy="435326"/>
      </dsp:txXfrm>
    </dsp:sp>
    <dsp:sp modelId="{5D4A5A35-DF9C-44A5-A0CD-05AF4C506F0E}">
      <dsp:nvSpPr>
        <dsp:cNvPr id="0" name=""/>
        <dsp:cNvSpPr/>
      </dsp:nvSpPr>
      <dsp:spPr>
        <a:xfrm>
          <a:off x="457715" y="1899891"/>
          <a:ext cx="1231722" cy="4353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/>
            <a:t>Aerial Dispersant Operations</a:t>
          </a:r>
        </a:p>
      </dsp:txBody>
      <dsp:txXfrm>
        <a:off x="457715" y="1899891"/>
        <a:ext cx="1231722" cy="435326"/>
      </dsp:txXfrm>
    </dsp:sp>
    <dsp:sp modelId="{72A077CA-EE95-423C-B593-4FC291E2F4AA}">
      <dsp:nvSpPr>
        <dsp:cNvPr id="0" name=""/>
        <dsp:cNvSpPr/>
      </dsp:nvSpPr>
      <dsp:spPr>
        <a:xfrm>
          <a:off x="457715" y="2496946"/>
          <a:ext cx="1302279" cy="4353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/>
            <a:t>Vessel Dispersant Operations</a:t>
          </a:r>
        </a:p>
      </dsp:txBody>
      <dsp:txXfrm>
        <a:off x="457715" y="2496946"/>
        <a:ext cx="1302279" cy="435326"/>
      </dsp:txXfrm>
    </dsp:sp>
    <dsp:sp modelId="{6FBFACD9-3D50-41F5-8B9E-74B9755372E8}">
      <dsp:nvSpPr>
        <dsp:cNvPr id="0" name=""/>
        <dsp:cNvSpPr/>
      </dsp:nvSpPr>
      <dsp:spPr>
        <a:xfrm>
          <a:off x="2806006" y="627453"/>
          <a:ext cx="870653" cy="4353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GB" sz="1200" kern="1200" dirty="0"/>
            <a:t>Logistics</a:t>
          </a:r>
        </a:p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GB" sz="1200" kern="1200" dirty="0"/>
            <a:t>Function</a:t>
          </a:r>
        </a:p>
      </dsp:txBody>
      <dsp:txXfrm>
        <a:off x="2806006" y="627453"/>
        <a:ext cx="870653" cy="435326"/>
      </dsp:txXfrm>
    </dsp:sp>
    <dsp:sp modelId="{FEF7E625-78C6-4699-9780-4480B0CC31C0}">
      <dsp:nvSpPr>
        <dsp:cNvPr id="0" name=""/>
        <dsp:cNvSpPr/>
      </dsp:nvSpPr>
      <dsp:spPr>
        <a:xfrm>
          <a:off x="3788495" y="627453"/>
          <a:ext cx="870653" cy="4353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/>
            <a:t>Finance Function</a:t>
          </a:r>
        </a:p>
      </dsp:txBody>
      <dsp:txXfrm>
        <a:off x="3788495" y="627453"/>
        <a:ext cx="870653" cy="4353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493776" y="3090672"/>
            <a:ext cx="11273092" cy="9860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of Dispersants</a:t>
            </a:r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088136" y="130175"/>
            <a:ext cx="1000353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>
                <a:latin typeface="Arial" panose="020B0604020202020204" pitchFamily="34" charset="0"/>
              </a:rPr>
              <a:t>Objective</a:t>
            </a:r>
          </a:p>
        </p:txBody>
      </p:sp>
      <p:sp>
        <p:nvSpPr>
          <p:cNvPr id="6" name="Rectangle 3">
            <a:extLst/>
          </p:cNvPr>
          <p:cNvSpPr txBox="1">
            <a:spLocks noChangeArrowheads="1"/>
          </p:cNvSpPr>
          <p:nvPr/>
        </p:nvSpPr>
        <p:spPr>
          <a:xfrm>
            <a:off x="1207008" y="1342749"/>
            <a:ext cx="1000353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dirty="0" smtClean="0">
                <a:ea typeface="ＭＳ Ｐゴシック" panose="020B0600070205080204" pitchFamily="34" charset="-128"/>
              </a:rPr>
              <a:t>To understand the mechanism of dispersion</a:t>
            </a:r>
          </a:p>
          <a:p>
            <a:pPr>
              <a:defRPr/>
            </a:pPr>
            <a:endParaRPr lang="en-US" altLang="en-US" dirty="0" smtClean="0">
              <a:ea typeface="ＭＳ Ｐゴシック" panose="020B0600070205080204" pitchFamily="34" charset="-128"/>
            </a:endParaRPr>
          </a:p>
          <a:p>
            <a:pPr>
              <a:defRPr/>
            </a:pPr>
            <a:r>
              <a:rPr lang="en-US" altLang="en-US" dirty="0" smtClean="0">
                <a:ea typeface="ＭＳ Ｐゴシック" panose="020B0600070205080204" pitchFamily="34" charset="-128"/>
              </a:rPr>
              <a:t>To understand the tactical advantages and disadvantages of using dispersants</a:t>
            </a:r>
          </a:p>
          <a:p>
            <a:pPr>
              <a:defRPr/>
            </a:pPr>
            <a:endParaRPr lang="en-US" altLang="en-US" dirty="0" smtClean="0">
              <a:ea typeface="ＭＳ Ｐゴシック" panose="020B0600070205080204" pitchFamily="34" charset="-128"/>
            </a:endParaRPr>
          </a:p>
          <a:p>
            <a:pPr>
              <a:defRPr/>
            </a:pPr>
            <a:r>
              <a:rPr lang="en-US" altLang="en-US" dirty="0" smtClean="0">
                <a:ea typeface="ＭＳ Ｐゴシック" panose="020B0600070205080204" pitchFamily="34" charset="-128"/>
              </a:rPr>
              <a:t>To consider how dispersants can be used as a tactical response option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US" dirty="0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defRPr/>
            </a:pPr>
            <a:endParaRPr lang="en-US" altLang="en-US" dirty="0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defRPr/>
            </a:pPr>
            <a:endParaRPr lang="en-US" altLang="en-US" dirty="0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defRPr/>
            </a:pPr>
            <a:endParaRPr lang="fr-FR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9644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024128" y="130175"/>
            <a:ext cx="1019556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Introduction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24128" y="1160187"/>
            <a:ext cx="1019556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The principal aim of dispersant application is to break up an oil slick for subsequent degradation by naturally occurring micro-organisms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Used appropriately, dispersants can be an effective response to an oil spill and minimize or prevent damage to important sensitive resources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In common with other response techniques, their use must be considered carefully</a:t>
            </a:r>
          </a:p>
        </p:txBody>
      </p:sp>
    </p:spTree>
    <p:extLst>
      <p:ext uri="{BB962C8B-B14F-4D97-AF65-F5344CB8AC3E}">
        <p14:creationId xmlns:p14="http://schemas.microsoft.com/office/powerpoint/2010/main" val="37763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16152" y="130175"/>
            <a:ext cx="994867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Introduction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16152" y="1160187"/>
            <a:ext cx="994867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altLang="en-US" sz="3200" dirty="0" smtClean="0"/>
              <a:t>You must take into account: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The oil characteristics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The current state of the oil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Sea and weather conditions, including forecast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Environmental sensitivities at risk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National regulations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The type of dispersant and quantities available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How you plan to apply dispersants, how you plan to monitor their application and measure their effectiveness</a:t>
            </a:r>
          </a:p>
          <a:p>
            <a:pPr lvl="1">
              <a:lnSpc>
                <a:spcPct val="100000"/>
              </a:lnSpc>
            </a:pPr>
            <a:endParaRPr lang="en-GB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33250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52144" y="130175"/>
            <a:ext cx="1004011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Introduction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52144" y="1246378"/>
            <a:ext cx="1004011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In some cases, significant environmental and economic benefits can be achieved through the use of dispersants as a tactical option, particularly when other at-sea response techniques are limited by weather conditions or the availability of resources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Most dispersants are unable to disperse very viscous oils and stable emulsions</a:t>
            </a:r>
          </a:p>
        </p:txBody>
      </p:sp>
    </p:spTree>
    <p:extLst>
      <p:ext uri="{BB962C8B-B14F-4D97-AF65-F5344CB8AC3E}">
        <p14:creationId xmlns:p14="http://schemas.microsoft.com/office/powerpoint/2010/main" val="178475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819656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Introduction</a:t>
            </a:r>
          </a:p>
        </p:txBody>
      </p:sp>
      <p:sp>
        <p:nvSpPr>
          <p:cNvPr id="6" name="TextBox 4">
            <a:extLst/>
          </p:cNvPr>
          <p:cNvSpPr txBox="1">
            <a:spLocks noChangeArrowheads="1"/>
          </p:cNvSpPr>
          <p:nvPr/>
        </p:nvSpPr>
        <p:spPr bwMode="auto">
          <a:xfrm>
            <a:off x="6510719" y="923925"/>
            <a:ext cx="3960812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2400" dirty="0">
                <a:latin typeface="+mn-lt"/>
              </a:rPr>
              <a:t>In summary:</a:t>
            </a:r>
          </a:p>
          <a:p>
            <a:pPr>
              <a:defRPr/>
            </a:pPr>
            <a:endParaRPr lang="en-GB" sz="2400" dirty="0">
              <a:latin typeface="+mn-lt"/>
            </a:endParaRPr>
          </a:p>
          <a:p>
            <a:pPr>
              <a:defRPr/>
            </a:pPr>
            <a:r>
              <a:rPr lang="en-GB" sz="2400" dirty="0">
                <a:latin typeface="+mn-lt"/>
              </a:rPr>
              <a:t>Is it technically reasonable?</a:t>
            </a:r>
          </a:p>
          <a:p>
            <a:pPr>
              <a:defRPr/>
            </a:pPr>
            <a:endParaRPr lang="en-GB" sz="2400" dirty="0">
              <a:latin typeface="+mn-lt"/>
            </a:endParaRPr>
          </a:p>
          <a:p>
            <a:pPr>
              <a:defRPr/>
            </a:pPr>
            <a:r>
              <a:rPr lang="en-GB" sz="2400" dirty="0">
                <a:latin typeface="+mn-lt"/>
              </a:rPr>
              <a:t>Does it meet our NEBA criteria and considerations?</a:t>
            </a:r>
          </a:p>
          <a:p>
            <a:pPr>
              <a:defRPr/>
            </a:pPr>
            <a:endParaRPr lang="en-GB" sz="2400" dirty="0">
              <a:latin typeface="+mn-lt"/>
            </a:endParaRPr>
          </a:p>
          <a:p>
            <a:pPr>
              <a:defRPr/>
            </a:pPr>
            <a:r>
              <a:rPr lang="en-GB" sz="2400" dirty="0">
                <a:latin typeface="+mn-lt"/>
              </a:rPr>
              <a:t>Is it allowed under our regulations?</a:t>
            </a:r>
          </a:p>
          <a:p>
            <a:pPr>
              <a:defRPr/>
            </a:pPr>
            <a:endParaRPr lang="en-GB" sz="2400" dirty="0">
              <a:latin typeface="+mn-lt"/>
            </a:endParaRPr>
          </a:p>
          <a:p>
            <a:pPr>
              <a:defRPr/>
            </a:pPr>
            <a:r>
              <a:rPr lang="en-GB" sz="2400" dirty="0">
                <a:latin typeface="+mn-lt"/>
              </a:rPr>
              <a:t>Do we have the resources?</a:t>
            </a:r>
          </a:p>
          <a:p>
            <a:pPr>
              <a:defRPr/>
            </a:pPr>
            <a:endParaRPr lang="en-GB" sz="2400" dirty="0">
              <a:latin typeface="+mn-lt"/>
            </a:endParaRPr>
          </a:p>
          <a:p>
            <a:pPr>
              <a:defRPr/>
            </a:pPr>
            <a:r>
              <a:rPr lang="en-GB" sz="2400" dirty="0">
                <a:latin typeface="+mn-lt"/>
              </a:rPr>
              <a:t>Can we monitor the effectiveness? </a:t>
            </a:r>
          </a:p>
        </p:txBody>
      </p:sp>
      <p:pic>
        <p:nvPicPr>
          <p:cNvPr id="7" name="Content Placeholder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13281" y="968375"/>
            <a:ext cx="4548188" cy="521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1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4">
            <a:extLst/>
          </p:cNvPr>
          <p:cNvSpPr txBox="1">
            <a:spLocks/>
          </p:cNvSpPr>
          <p:nvPr/>
        </p:nvSpPr>
        <p:spPr>
          <a:xfrm>
            <a:off x="417195" y="74613"/>
            <a:ext cx="10616184" cy="5619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sz="4000" b="1" dirty="0" smtClean="0">
                <a:ea typeface="ＭＳ Ｐゴシック" charset="0"/>
              </a:rPr>
              <a:t>Simple Decision </a:t>
            </a:r>
            <a:r>
              <a:rPr lang="en-GB" sz="4000" b="1" dirty="0">
                <a:ea typeface="ＭＳ Ｐゴシック" charset="0"/>
              </a:rPr>
              <a:t>C</a:t>
            </a:r>
            <a:r>
              <a:rPr lang="en-GB" sz="4000" b="1" dirty="0" smtClean="0">
                <a:ea typeface="ＭＳ Ｐゴシック" charset="0"/>
              </a:rPr>
              <a:t>hecklist </a:t>
            </a:r>
            <a:r>
              <a:rPr lang="en-GB" sz="4000" b="1" dirty="0" smtClean="0">
                <a:ea typeface="ＭＳ Ｐゴシック" charset="0"/>
                <a:sym typeface="Symbol" panose="05050102010706020507" pitchFamily="18" charset="2"/>
              </a:rPr>
              <a:t></a:t>
            </a:r>
            <a:r>
              <a:rPr lang="en-GB" sz="4000" b="1" dirty="0" smtClean="0">
                <a:ea typeface="ＭＳ Ｐゴシック" charset="0"/>
              </a:rPr>
              <a:t> Dispersants </a:t>
            </a:r>
            <a:endParaRPr lang="en-GB" sz="4000" b="1" dirty="0">
              <a:ea typeface="ＭＳ Ｐゴシック" charset="0"/>
            </a:endParaRPr>
          </a:p>
        </p:txBody>
      </p:sp>
      <p:grpSp>
        <p:nvGrpSpPr>
          <p:cNvPr id="6" name="Group 2"/>
          <p:cNvGrpSpPr>
            <a:grpSpLocks/>
          </p:cNvGrpSpPr>
          <p:nvPr/>
        </p:nvGrpSpPr>
        <p:grpSpPr bwMode="auto">
          <a:xfrm>
            <a:off x="1696212" y="969963"/>
            <a:ext cx="8685213" cy="4906962"/>
            <a:chOff x="342398" y="1267667"/>
            <a:chExt cx="8686335" cy="4907754"/>
          </a:xfrm>
        </p:grpSpPr>
        <p:sp>
          <p:nvSpPr>
            <p:cNvPr id="7" name="AutoShape 2">
              <a:extLst/>
            </p:cNvPr>
            <p:cNvSpPr>
              <a:spLocks noChangeArrowheads="1"/>
            </p:cNvSpPr>
            <p:nvPr/>
          </p:nvSpPr>
          <p:spPr bwMode="auto">
            <a:xfrm>
              <a:off x="3105459" y="2119101"/>
              <a:ext cx="2712643" cy="851434"/>
            </a:xfrm>
            <a:prstGeom prst="flowChartAlternateProcess">
              <a:avLst/>
            </a:prstGeom>
            <a:solidFill>
              <a:schemeClr val="accent3">
                <a:lumMod val="75000"/>
              </a:schemeClr>
            </a:soli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lIns="84573" tIns="42286" rIns="84573" bIns="42286" anchor="ctr">
              <a:flatTx/>
            </a:bodyPr>
            <a:lstStyle/>
            <a:p>
              <a:pPr algn="ctr" rtl="1">
                <a:defRPr/>
              </a:pPr>
              <a:r>
                <a:rPr lang="en-GB" sz="1500" dirty="0">
                  <a:latin typeface="+mn-lt"/>
                  <a:ea typeface="ＭＳ Ｐゴシック" panose="020B0600070205080204" pitchFamily="34" charset="-128"/>
                </a:rPr>
                <a:t>Is the oil threatening</a:t>
              </a:r>
            </a:p>
            <a:p>
              <a:pPr algn="ctr" rtl="1">
                <a:defRPr/>
              </a:pPr>
              <a:r>
                <a:rPr lang="en-GB" sz="1500" dirty="0">
                  <a:latin typeface="+mn-lt"/>
                  <a:ea typeface="ＭＳ Ｐゴシック" panose="020B0600070205080204" pitchFamily="34" charset="-128"/>
                </a:rPr>
                <a:t> sensitive resources </a:t>
              </a:r>
            </a:p>
            <a:p>
              <a:pPr algn="ctr" rtl="1">
                <a:defRPr/>
              </a:pPr>
              <a:r>
                <a:rPr lang="en-GB" sz="1500" dirty="0">
                  <a:latin typeface="+mn-lt"/>
                  <a:ea typeface="ＭＳ Ｐゴシック" panose="020B0600070205080204" pitchFamily="34" charset="-128"/>
                </a:rPr>
                <a:t>and requires a response?</a:t>
              </a:r>
              <a:endParaRPr lang="en-US" sz="1500" dirty="0"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8" name="AutoShape 5">
              <a:extLst/>
            </p:cNvPr>
            <p:cNvSpPr>
              <a:spLocks noChangeArrowheads="1"/>
            </p:cNvSpPr>
            <p:nvPr/>
          </p:nvSpPr>
          <p:spPr bwMode="auto">
            <a:xfrm>
              <a:off x="3302634" y="3363506"/>
              <a:ext cx="2373563" cy="785953"/>
            </a:xfrm>
            <a:prstGeom prst="flowChartAlternateProcess">
              <a:avLst/>
            </a:prstGeom>
            <a:solidFill>
              <a:schemeClr val="accent3">
                <a:lumMod val="75000"/>
              </a:schemeClr>
            </a:soli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lIns="84573" tIns="42286" rIns="84573" bIns="42286" anchor="ctr">
              <a:flatTx/>
            </a:bodyPr>
            <a:lstStyle/>
            <a:p>
              <a:pPr algn="ctr" rtl="1">
                <a:defRPr/>
              </a:pPr>
              <a:r>
                <a:rPr lang="en-GB" sz="1500" dirty="0">
                  <a:latin typeface="+mn-lt"/>
                  <a:ea typeface="ＭＳ Ｐゴシック" panose="020B0600070205080204" pitchFamily="34" charset="-128"/>
                </a:rPr>
                <a:t>Is containment and</a:t>
              </a:r>
            </a:p>
            <a:p>
              <a:pPr algn="ctr" rtl="1">
                <a:defRPr/>
              </a:pPr>
              <a:r>
                <a:rPr lang="en-GB" sz="1500" dirty="0">
                  <a:latin typeface="+mn-lt"/>
                  <a:ea typeface="ＭＳ Ｐゴシック" panose="020B0600070205080204" pitchFamily="34" charset="-128"/>
                </a:rPr>
                <a:t> mechanical recovery</a:t>
              </a:r>
            </a:p>
            <a:p>
              <a:pPr algn="ctr" rtl="1">
                <a:defRPr/>
              </a:pPr>
              <a:r>
                <a:rPr lang="en-GB" sz="1500" dirty="0">
                  <a:latin typeface="+mn-lt"/>
                  <a:ea typeface="ＭＳ Ｐゴシック" panose="020B0600070205080204" pitchFamily="34" charset="-128"/>
                </a:rPr>
                <a:t> practicable?</a:t>
              </a:r>
              <a:endParaRPr lang="en-US" sz="1500" dirty="0"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9" name="AutoShape 6">
              <a:extLst/>
            </p:cNvPr>
            <p:cNvSpPr>
              <a:spLocks noChangeArrowheads="1"/>
            </p:cNvSpPr>
            <p:nvPr/>
          </p:nvSpPr>
          <p:spPr bwMode="auto">
            <a:xfrm>
              <a:off x="5853323" y="2512468"/>
              <a:ext cx="474723" cy="261979"/>
            </a:xfrm>
            <a:prstGeom prst="leftArrow">
              <a:avLst>
                <a:gd name="adj1" fmla="val 30204"/>
                <a:gd name="adj2" fmla="val 58305"/>
              </a:avLst>
            </a:prstGeom>
            <a:solidFill>
              <a:schemeClr val="accent1"/>
            </a:solidFill>
            <a:ln w="12700">
              <a:noFill/>
              <a:miter lim="800000"/>
              <a:headEnd/>
              <a:tailEnd/>
            </a:ln>
          </p:spPr>
          <p:txBody>
            <a:bodyPr wrap="none" lIns="84573" tIns="42286" rIns="84573" bIns="42286" anchor="ctr"/>
            <a:lstStyle/>
            <a:p>
              <a:pPr>
                <a:defRPr/>
              </a:pPr>
              <a:endParaRPr lang="en-GB"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10" name="AutoShape 7">
              <a:extLst/>
            </p:cNvPr>
            <p:cNvSpPr>
              <a:spLocks noChangeArrowheads="1"/>
            </p:cNvSpPr>
            <p:nvPr/>
          </p:nvSpPr>
          <p:spPr bwMode="auto">
            <a:xfrm>
              <a:off x="3108594" y="1267667"/>
              <a:ext cx="2780460" cy="458465"/>
            </a:xfrm>
            <a:prstGeom prst="flowChartAlternateProcess">
              <a:avLst/>
            </a:prstGeom>
            <a:solidFill>
              <a:schemeClr val="accent3">
                <a:lumMod val="75000"/>
              </a:schemeClr>
            </a:soli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lIns="84573" tIns="42286" rIns="84573" bIns="42286" anchor="ctr">
              <a:flatTx/>
            </a:bodyPr>
            <a:lstStyle/>
            <a:p>
              <a:pPr algn="ctr" rtl="1">
                <a:lnSpc>
                  <a:spcPct val="90000"/>
                </a:lnSpc>
                <a:defRPr/>
              </a:pPr>
              <a:r>
                <a:rPr lang="en-US" sz="1500" dirty="0">
                  <a:latin typeface="+mn-lt"/>
                  <a:ea typeface="ＭＳ Ｐゴシック" panose="020B0600070205080204" pitchFamily="34" charset="-128"/>
                </a:rPr>
                <a:t>Oil Spilled</a:t>
              </a:r>
            </a:p>
          </p:txBody>
        </p:sp>
        <p:sp>
          <p:nvSpPr>
            <p:cNvPr id="11" name="AutoShape 8">
              <a:extLst/>
            </p:cNvPr>
            <p:cNvSpPr>
              <a:spLocks noChangeArrowheads="1"/>
            </p:cNvSpPr>
            <p:nvPr/>
          </p:nvSpPr>
          <p:spPr bwMode="auto">
            <a:xfrm>
              <a:off x="464535" y="3559957"/>
              <a:ext cx="2373563" cy="654982"/>
            </a:xfrm>
            <a:prstGeom prst="flowChartAlternateProcess">
              <a:avLst/>
            </a:prstGeom>
            <a:solidFill>
              <a:schemeClr val="accent3">
                <a:lumMod val="75000"/>
              </a:schemeClr>
            </a:soli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lIns="84573" tIns="42286" rIns="84573" bIns="42286" anchor="ctr">
              <a:flatTx/>
            </a:bodyPr>
            <a:lstStyle/>
            <a:p>
              <a:pPr algn="ctr" rtl="1">
                <a:lnSpc>
                  <a:spcPct val="90000"/>
                </a:lnSpc>
                <a:defRPr/>
              </a:pPr>
              <a:r>
                <a:rPr lang="en-US" sz="1500" dirty="0">
                  <a:latin typeface="+mn-lt"/>
                  <a:ea typeface="ＭＳ Ｐゴシック" panose="020B0600070205080204" pitchFamily="34" charset="-128"/>
                </a:rPr>
                <a:t>Is offshore containment</a:t>
              </a:r>
            </a:p>
            <a:p>
              <a:pPr algn="ctr" rtl="1">
                <a:lnSpc>
                  <a:spcPct val="90000"/>
                </a:lnSpc>
                <a:defRPr/>
              </a:pPr>
              <a:r>
                <a:rPr lang="en-US" sz="1500" dirty="0">
                  <a:latin typeface="+mn-lt"/>
                  <a:ea typeface="ＭＳ Ｐゴシック" panose="020B0600070205080204" pitchFamily="34" charset="-128"/>
                </a:rPr>
                <a:t>&amp; recovery adequate?</a:t>
              </a:r>
            </a:p>
          </p:txBody>
        </p:sp>
        <p:sp>
          <p:nvSpPr>
            <p:cNvPr id="12" name="AutoShape 9">
              <a:extLst/>
            </p:cNvPr>
            <p:cNvSpPr>
              <a:spLocks noChangeArrowheads="1"/>
            </p:cNvSpPr>
            <p:nvPr/>
          </p:nvSpPr>
          <p:spPr bwMode="auto">
            <a:xfrm>
              <a:off x="464535" y="5590333"/>
              <a:ext cx="2373563" cy="585088"/>
            </a:xfrm>
            <a:prstGeom prst="flowChartAlternateProcess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lIns="84573" tIns="42286" rIns="84573" bIns="42286" anchor="ctr">
              <a:flatTx/>
            </a:bodyPr>
            <a:lstStyle/>
            <a:p>
              <a:pPr algn="ctr" rtl="1">
                <a:lnSpc>
                  <a:spcPct val="90000"/>
                </a:lnSpc>
                <a:defRPr/>
              </a:pPr>
              <a:r>
                <a:rPr lang="en-US" dirty="0">
                  <a:latin typeface="+mn-lt"/>
                  <a:ea typeface="ＭＳ Ｐゴシック" panose="020B0600070205080204" pitchFamily="34" charset="-128"/>
                </a:rPr>
                <a:t>Do Not Apply</a:t>
              </a:r>
            </a:p>
          </p:txBody>
        </p:sp>
        <p:sp>
          <p:nvSpPr>
            <p:cNvPr id="13" name="AutoShape 10">
              <a:extLst/>
            </p:cNvPr>
            <p:cNvSpPr>
              <a:spLocks noChangeArrowheads="1"/>
            </p:cNvSpPr>
            <p:nvPr/>
          </p:nvSpPr>
          <p:spPr bwMode="auto">
            <a:xfrm>
              <a:off x="3302634" y="4542414"/>
              <a:ext cx="2373563" cy="593861"/>
            </a:xfrm>
            <a:prstGeom prst="flowChartAlternateProcess">
              <a:avLst/>
            </a:prstGeom>
            <a:solidFill>
              <a:schemeClr val="accent3">
                <a:lumMod val="75000"/>
              </a:schemeClr>
            </a:soli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lIns="84573" tIns="42286" rIns="84573" bIns="42286" anchor="ctr">
              <a:flatTx/>
            </a:bodyPr>
            <a:lstStyle/>
            <a:p>
              <a:pPr algn="ctr" rtl="1">
                <a:lnSpc>
                  <a:spcPct val="90000"/>
                </a:lnSpc>
                <a:defRPr/>
              </a:pPr>
              <a:r>
                <a:rPr lang="en-GB" sz="1500" dirty="0">
                  <a:latin typeface="+mn-lt"/>
                  <a:ea typeface="ＭＳ Ｐゴシック" panose="020B0600070205080204" pitchFamily="34" charset="-128"/>
                </a:rPr>
                <a:t>Is the oil amenable</a:t>
              </a:r>
            </a:p>
            <a:p>
              <a:pPr algn="ctr" rtl="1">
                <a:lnSpc>
                  <a:spcPct val="90000"/>
                </a:lnSpc>
                <a:defRPr/>
              </a:pPr>
              <a:r>
                <a:rPr lang="en-GB" sz="1500" dirty="0">
                  <a:latin typeface="+mn-lt"/>
                  <a:ea typeface="ＭＳ Ｐゴシック" panose="020B0600070205080204" pitchFamily="34" charset="-128"/>
                </a:rPr>
                <a:t> to chemical dispersion?</a:t>
              </a:r>
              <a:endParaRPr lang="en-US" sz="1500" dirty="0"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14" name="AutoShape 11">
              <a:extLst/>
            </p:cNvPr>
            <p:cNvSpPr>
              <a:spLocks noChangeArrowheads="1"/>
            </p:cNvSpPr>
            <p:nvPr/>
          </p:nvSpPr>
          <p:spPr bwMode="auto">
            <a:xfrm>
              <a:off x="6234960" y="4411424"/>
              <a:ext cx="2793773" cy="851434"/>
            </a:xfrm>
            <a:prstGeom prst="flowChartAlternateProcess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lIns="84573" tIns="42286" rIns="84573" bIns="42286" anchor="ctr">
              <a:flatTx/>
            </a:bodyPr>
            <a:lstStyle/>
            <a:p>
              <a:pPr algn="ctr" rtl="1">
                <a:lnSpc>
                  <a:spcPct val="90000"/>
                </a:lnSpc>
                <a:defRPr/>
              </a:pPr>
              <a:r>
                <a:rPr lang="en-US" sz="1500" dirty="0">
                  <a:latin typeface="+mn-lt"/>
                  <a:ea typeface="ＭＳ Ｐゴシック" panose="020B0600070205080204" pitchFamily="34" charset="-128"/>
                </a:rPr>
                <a:t>Do not apply Dispersants</a:t>
              </a:r>
            </a:p>
            <a:p>
              <a:pPr algn="ctr" rtl="1">
                <a:lnSpc>
                  <a:spcPct val="90000"/>
                </a:lnSpc>
                <a:defRPr/>
              </a:pPr>
              <a:r>
                <a:rPr lang="en-US" sz="1500" dirty="0">
                  <a:latin typeface="+mn-lt"/>
                  <a:ea typeface="ＭＳ Ｐゴシック" panose="020B0600070205080204" pitchFamily="34" charset="-128"/>
                </a:rPr>
                <a:t>Concentrate effort on protecting</a:t>
              </a:r>
            </a:p>
            <a:p>
              <a:pPr algn="ctr" rtl="1">
                <a:lnSpc>
                  <a:spcPct val="90000"/>
                </a:lnSpc>
                <a:defRPr/>
              </a:pPr>
              <a:r>
                <a:rPr lang="en-US" sz="1500" dirty="0">
                  <a:latin typeface="+mn-lt"/>
                  <a:ea typeface="ＭＳ Ｐゴシック" panose="020B0600070205080204" pitchFamily="34" charset="-128"/>
                </a:rPr>
                <a:t>specific coastal resources</a:t>
              </a:r>
            </a:p>
          </p:txBody>
        </p:sp>
        <p:sp>
          <p:nvSpPr>
            <p:cNvPr id="15" name="AutoShape 12">
              <a:extLst/>
            </p:cNvPr>
            <p:cNvSpPr>
              <a:spLocks noChangeArrowheads="1"/>
            </p:cNvSpPr>
            <p:nvPr/>
          </p:nvSpPr>
          <p:spPr bwMode="auto">
            <a:xfrm>
              <a:off x="6437847" y="2250091"/>
              <a:ext cx="2373563" cy="458465"/>
            </a:xfrm>
            <a:prstGeom prst="flowChartAlternateProcess">
              <a:avLst/>
            </a:prstGeom>
            <a:solidFill>
              <a:schemeClr val="accent3">
                <a:lumMod val="75000"/>
              </a:schemeClr>
            </a:soli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lIns="84573" tIns="42286" rIns="84573" bIns="42286" anchor="ctr">
              <a:flatTx/>
            </a:bodyPr>
            <a:lstStyle/>
            <a:p>
              <a:pPr algn="ctr" rtl="1">
                <a:defRPr/>
              </a:pPr>
              <a:r>
                <a:rPr lang="en-US" sz="1500" dirty="0">
                  <a:latin typeface="+mn-lt"/>
                  <a:ea typeface="ＭＳ Ｐゴシック" panose="020B0600070205080204" pitchFamily="34" charset="-128"/>
                </a:rPr>
                <a:t>Continue monitoring</a:t>
              </a:r>
            </a:p>
          </p:txBody>
        </p:sp>
        <p:sp>
          <p:nvSpPr>
            <p:cNvPr id="16" name="AutoShape 14">
              <a:extLst/>
            </p:cNvPr>
            <p:cNvSpPr>
              <a:spLocks noChangeArrowheads="1"/>
            </p:cNvSpPr>
            <p:nvPr/>
          </p:nvSpPr>
          <p:spPr bwMode="auto">
            <a:xfrm>
              <a:off x="980655" y="4476522"/>
              <a:ext cx="403277" cy="943127"/>
            </a:xfrm>
            <a:prstGeom prst="downArrow">
              <a:avLst>
                <a:gd name="adj1" fmla="val 38343"/>
                <a:gd name="adj2" fmla="val 74275"/>
              </a:avLst>
            </a:prstGeom>
            <a:solidFill>
              <a:srgbClr val="00B050"/>
            </a:solidFill>
            <a:ln w="12700">
              <a:noFill/>
              <a:miter lim="800000"/>
              <a:headEnd/>
              <a:tailEnd/>
            </a:ln>
          </p:spPr>
          <p:txBody>
            <a:bodyPr wrap="none" lIns="84573" tIns="42286" rIns="84573" bIns="42286" anchor="ctr"/>
            <a:lstStyle/>
            <a:p>
              <a:pPr>
                <a:defRPr/>
              </a:pPr>
              <a:endParaRPr lang="en-GB"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17" name="AutoShape 15">
              <a:extLst/>
            </p:cNvPr>
            <p:cNvSpPr>
              <a:spLocks noChangeArrowheads="1"/>
            </p:cNvSpPr>
            <p:nvPr/>
          </p:nvSpPr>
          <p:spPr bwMode="auto">
            <a:xfrm flipV="1">
              <a:off x="1645904" y="4293930"/>
              <a:ext cx="1595643" cy="641454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4725 h 21600"/>
                <a:gd name="T14" fmla="*/ 20215 w 21600"/>
                <a:gd name="T15" fmla="*/ 743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384" y="0"/>
                  </a:lnTo>
                  <a:lnTo>
                    <a:pt x="15384" y="4725"/>
                  </a:lnTo>
                  <a:lnTo>
                    <a:pt x="12427" y="4725"/>
                  </a:lnTo>
                  <a:cubicBezTo>
                    <a:pt x="5564" y="4725"/>
                    <a:pt x="0" y="8053"/>
                    <a:pt x="0" y="12158"/>
                  </a:cubicBezTo>
                  <a:lnTo>
                    <a:pt x="0" y="21600"/>
                  </a:lnTo>
                  <a:lnTo>
                    <a:pt x="2768" y="21600"/>
                  </a:lnTo>
                  <a:lnTo>
                    <a:pt x="2768" y="12158"/>
                  </a:lnTo>
                  <a:cubicBezTo>
                    <a:pt x="2768" y="9548"/>
                    <a:pt x="7092" y="7433"/>
                    <a:pt x="12427" y="7433"/>
                  </a:cubicBezTo>
                  <a:lnTo>
                    <a:pt x="15384" y="7433"/>
                  </a:lnTo>
                  <a:lnTo>
                    <a:pt x="15384" y="12158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noFill/>
              <a:miter lim="800000"/>
              <a:headEnd/>
              <a:tailEnd/>
            </a:ln>
          </p:spPr>
          <p:txBody>
            <a:bodyPr wrap="none" lIns="84573" tIns="42286" rIns="84573" bIns="42286" anchor="ctr"/>
            <a:lstStyle/>
            <a:p>
              <a:pPr>
                <a:defRPr/>
              </a:pPr>
              <a:endParaRPr lang="en-GB"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18" name="AutoShape 19">
              <a:extLst/>
            </p:cNvPr>
            <p:cNvSpPr>
              <a:spLocks noChangeArrowheads="1"/>
            </p:cNvSpPr>
            <p:nvPr/>
          </p:nvSpPr>
          <p:spPr bwMode="auto">
            <a:xfrm>
              <a:off x="3308150" y="5524838"/>
              <a:ext cx="2373563" cy="589454"/>
            </a:xfrm>
            <a:prstGeom prst="flowChartAlternateProcess">
              <a:avLst/>
            </a:prstGeom>
            <a:solidFill>
              <a:schemeClr val="accent3">
                <a:lumMod val="75000"/>
              </a:schemeClr>
            </a:soli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lIns="84573" tIns="42286" rIns="84573" bIns="42286" anchor="ctr">
              <a:flatTx/>
            </a:bodyPr>
            <a:lstStyle/>
            <a:p>
              <a:pPr algn="ctr" rtl="1">
                <a:lnSpc>
                  <a:spcPct val="90000"/>
                </a:lnSpc>
                <a:defRPr/>
              </a:pPr>
              <a:r>
                <a:rPr lang="en-US" sz="1500" dirty="0">
                  <a:latin typeface="+mn-lt"/>
                  <a:ea typeface="ＭＳ Ｐゴシック" panose="020B0600070205080204" pitchFamily="34" charset="-128"/>
                </a:rPr>
                <a:t>Is dispersant spraying</a:t>
              </a:r>
            </a:p>
            <a:p>
              <a:pPr algn="ctr" rtl="1">
                <a:lnSpc>
                  <a:spcPct val="90000"/>
                </a:lnSpc>
                <a:defRPr/>
              </a:pPr>
              <a:r>
                <a:rPr lang="en-US" sz="1500" dirty="0">
                  <a:latin typeface="+mn-lt"/>
                  <a:ea typeface="ＭＳ Ｐゴシック" panose="020B0600070205080204" pitchFamily="34" charset="-128"/>
                </a:rPr>
                <a:t>environmentally safe?</a:t>
              </a:r>
            </a:p>
          </p:txBody>
        </p:sp>
        <p:sp>
          <p:nvSpPr>
            <p:cNvPr id="19" name="AutoShape 21">
              <a:extLst/>
            </p:cNvPr>
            <p:cNvSpPr>
              <a:spLocks noChangeArrowheads="1"/>
            </p:cNvSpPr>
            <p:nvPr/>
          </p:nvSpPr>
          <p:spPr bwMode="auto">
            <a:xfrm>
              <a:off x="6282638" y="5590333"/>
              <a:ext cx="2373563" cy="519593"/>
            </a:xfrm>
            <a:prstGeom prst="flowChartAlternateProcess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lIns="84573" tIns="42286" rIns="84573" bIns="42286" anchor="ctr">
              <a:flatTx/>
            </a:bodyPr>
            <a:lstStyle/>
            <a:p>
              <a:pPr algn="ctr" rtl="1">
                <a:lnSpc>
                  <a:spcPct val="90000"/>
                </a:lnSpc>
                <a:defRPr/>
              </a:pPr>
              <a:r>
                <a:rPr lang="en-US">
                  <a:latin typeface="+mn-lt"/>
                  <a:ea typeface="ＭＳ Ｐゴシック" panose="020B0600070205080204" pitchFamily="34" charset="-128"/>
                </a:rPr>
                <a:t>Apply </a:t>
              </a:r>
              <a:endParaRPr lang="en-US" dirty="0"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20" name="Rectangle 27">
              <a:extLst/>
            </p:cNvPr>
            <p:cNvSpPr>
              <a:spLocks noChangeArrowheads="1"/>
            </p:cNvSpPr>
            <p:nvPr/>
          </p:nvSpPr>
          <p:spPr bwMode="auto">
            <a:xfrm>
              <a:off x="378916" y="1844022"/>
              <a:ext cx="2251366" cy="129719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GB">
                <a:latin typeface="+mn-lt"/>
                <a:ea typeface="ＭＳ Ｐゴシック" panose="020B0600070205080204" pitchFamily="34" charset="-128"/>
              </a:endParaRPr>
            </a:p>
          </p:txBody>
        </p:sp>
        <p:grpSp>
          <p:nvGrpSpPr>
            <p:cNvPr id="21" name="Group 1"/>
            <p:cNvGrpSpPr>
              <a:grpSpLocks/>
            </p:cNvGrpSpPr>
            <p:nvPr/>
          </p:nvGrpSpPr>
          <p:grpSpPr bwMode="auto">
            <a:xfrm>
              <a:off x="342398" y="1446186"/>
              <a:ext cx="2116854" cy="1105874"/>
              <a:chOff x="514011" y="1924811"/>
              <a:chExt cx="2116854" cy="1105874"/>
            </a:xfrm>
          </p:grpSpPr>
          <p:sp>
            <p:nvSpPr>
              <p:cNvPr id="31" name="Text Box 24">
                <a:extLst/>
              </p:cNvPr>
              <p:cNvSpPr txBox="1">
                <a:spLocks noChangeArrowheads="1"/>
              </p:cNvSpPr>
              <p:nvPr/>
            </p:nvSpPr>
            <p:spPr bwMode="auto">
              <a:xfrm>
                <a:off x="1191961" y="1924121"/>
                <a:ext cx="746221" cy="42551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rtl="1">
                  <a:lnSpc>
                    <a:spcPct val="90000"/>
                  </a:lnSpc>
                  <a:spcBef>
                    <a:spcPct val="50000"/>
                  </a:spcBef>
                  <a:defRPr/>
                </a:pPr>
                <a:r>
                  <a:rPr lang="en-US">
                    <a:latin typeface="+mn-lt"/>
                    <a:ea typeface="ＭＳ Ｐゴシック" panose="020B0600070205080204" pitchFamily="34" charset="-128"/>
                  </a:rPr>
                  <a:t>Yes</a:t>
                </a:r>
              </a:p>
            </p:txBody>
          </p:sp>
          <p:sp>
            <p:nvSpPr>
              <p:cNvPr id="32" name="Text Box 25">
                <a:extLst/>
              </p:cNvPr>
              <p:cNvSpPr txBox="1">
                <a:spLocks noChangeArrowheads="1"/>
              </p:cNvSpPr>
              <p:nvPr/>
            </p:nvSpPr>
            <p:spPr bwMode="auto">
              <a:xfrm>
                <a:off x="1191961" y="2290892"/>
                <a:ext cx="746221" cy="42551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rtl="1">
                  <a:lnSpc>
                    <a:spcPct val="90000"/>
                  </a:lnSpc>
                  <a:spcBef>
                    <a:spcPct val="50000"/>
                  </a:spcBef>
                  <a:defRPr/>
                </a:pPr>
                <a:r>
                  <a:rPr lang="en-US">
                    <a:latin typeface="+mn-lt"/>
                    <a:ea typeface="ＭＳ Ｐゴシック" panose="020B0600070205080204" pitchFamily="34" charset="-128"/>
                  </a:rPr>
                  <a:t>No</a:t>
                </a:r>
              </a:p>
            </p:txBody>
          </p:sp>
          <p:sp>
            <p:nvSpPr>
              <p:cNvPr id="33" name="Text Box 26">
                <a:extLst/>
              </p:cNvPr>
              <p:cNvSpPr txBox="1">
                <a:spLocks noChangeArrowheads="1"/>
              </p:cNvSpPr>
              <p:nvPr/>
            </p:nvSpPr>
            <p:spPr bwMode="auto">
              <a:xfrm>
                <a:off x="1191961" y="2605268"/>
                <a:ext cx="1438461" cy="42551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rtl="1">
                  <a:lnSpc>
                    <a:spcPct val="90000"/>
                  </a:lnSpc>
                  <a:spcBef>
                    <a:spcPct val="50000"/>
                  </a:spcBef>
                  <a:defRPr/>
                </a:pPr>
                <a:r>
                  <a:rPr lang="en-US" dirty="0">
                    <a:latin typeface="+mn-lt"/>
                    <a:ea typeface="ＭＳ Ｐゴシック" panose="020B0600070205080204" pitchFamily="34" charset="-128"/>
                  </a:rPr>
                  <a:t>Continue</a:t>
                </a:r>
              </a:p>
            </p:txBody>
          </p:sp>
          <p:sp>
            <p:nvSpPr>
              <p:cNvPr id="34" name="AutoShape 28">
                <a:extLst/>
              </p:cNvPr>
              <p:cNvSpPr>
                <a:spLocks noChangeArrowheads="1"/>
              </p:cNvSpPr>
              <p:nvPr/>
            </p:nvSpPr>
            <p:spPr bwMode="auto">
              <a:xfrm>
                <a:off x="514011" y="2067019"/>
                <a:ext cx="542995" cy="209584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00B050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GB" dirty="0">
                  <a:solidFill>
                    <a:srgbClr val="00B050"/>
                  </a:solidFill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5" name="AutoShape 29">
                <a:extLst/>
              </p:cNvPr>
              <p:cNvSpPr>
                <a:spLocks noChangeArrowheads="1"/>
              </p:cNvSpPr>
              <p:nvPr/>
            </p:nvSpPr>
            <p:spPr bwMode="auto">
              <a:xfrm>
                <a:off x="514011" y="2427439"/>
                <a:ext cx="542995" cy="209584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FF0000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GB"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6" name="AutoShape 30">
                <a:extLst/>
              </p:cNvPr>
              <p:cNvSpPr>
                <a:spLocks noChangeArrowheads="1"/>
              </p:cNvSpPr>
              <p:nvPr/>
            </p:nvSpPr>
            <p:spPr bwMode="auto">
              <a:xfrm>
                <a:off x="514011" y="2714823"/>
                <a:ext cx="542995" cy="209584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GB"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2" name="AutoShape 6">
              <a:extLst/>
            </p:cNvPr>
            <p:cNvSpPr>
              <a:spLocks noChangeArrowheads="1"/>
            </p:cNvSpPr>
            <p:nvPr/>
          </p:nvSpPr>
          <p:spPr bwMode="auto">
            <a:xfrm rot="10800000">
              <a:off x="5902541" y="2250488"/>
              <a:ext cx="474724" cy="261980"/>
            </a:xfrm>
            <a:prstGeom prst="leftArrow">
              <a:avLst>
                <a:gd name="adj1" fmla="val 30204"/>
                <a:gd name="adj2" fmla="val 58305"/>
              </a:avLst>
            </a:prstGeom>
            <a:solidFill>
              <a:srgbClr val="FF0000"/>
            </a:solidFill>
            <a:ln w="12700">
              <a:noFill/>
              <a:miter lim="800000"/>
              <a:headEnd/>
              <a:tailEnd/>
            </a:ln>
          </p:spPr>
          <p:txBody>
            <a:bodyPr wrap="none" lIns="84573" tIns="42286" rIns="84573" bIns="42286" anchor="ctr"/>
            <a:lstStyle/>
            <a:p>
              <a:pPr>
                <a:defRPr/>
              </a:pPr>
              <a:endParaRPr lang="en-GB"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23" name="AutoShape 6">
              <a:extLst/>
            </p:cNvPr>
            <p:cNvSpPr>
              <a:spLocks noChangeArrowheads="1"/>
            </p:cNvSpPr>
            <p:nvPr/>
          </p:nvSpPr>
          <p:spPr bwMode="auto">
            <a:xfrm rot="-5400000">
              <a:off x="4303717" y="1794804"/>
              <a:ext cx="336604" cy="200051"/>
            </a:xfrm>
            <a:prstGeom prst="leftArrow">
              <a:avLst>
                <a:gd name="adj1" fmla="val 30204"/>
                <a:gd name="adj2" fmla="val 58297"/>
              </a:avLst>
            </a:prstGeom>
            <a:solidFill>
              <a:schemeClr val="accent1"/>
            </a:solidFill>
            <a:ln w="12700">
              <a:noFill/>
              <a:miter lim="800000"/>
              <a:headEnd/>
              <a:tailEnd/>
            </a:ln>
          </p:spPr>
          <p:txBody>
            <a:bodyPr wrap="none" lIns="84573" tIns="42286" rIns="84573" bIns="42286" anchor="ctr"/>
            <a:lstStyle/>
            <a:p>
              <a:pPr>
                <a:defRPr/>
              </a:pPr>
              <a:endParaRPr lang="en-GB"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24" name="AutoShape 6">
              <a:extLst/>
            </p:cNvPr>
            <p:cNvSpPr>
              <a:spLocks noChangeArrowheads="1"/>
            </p:cNvSpPr>
            <p:nvPr/>
          </p:nvSpPr>
          <p:spPr bwMode="auto">
            <a:xfrm rot="-5400000">
              <a:off x="4304510" y="3038812"/>
              <a:ext cx="335017" cy="200051"/>
            </a:xfrm>
            <a:prstGeom prst="leftArrow">
              <a:avLst>
                <a:gd name="adj1" fmla="val 30204"/>
                <a:gd name="adj2" fmla="val 58296"/>
              </a:avLst>
            </a:prstGeom>
            <a:solidFill>
              <a:srgbClr val="00B050"/>
            </a:solidFill>
            <a:ln w="12700">
              <a:noFill/>
              <a:miter lim="800000"/>
              <a:headEnd/>
              <a:tailEnd/>
            </a:ln>
          </p:spPr>
          <p:txBody>
            <a:bodyPr wrap="none" lIns="84573" tIns="42286" rIns="84573" bIns="42286" anchor="ctr"/>
            <a:lstStyle/>
            <a:p>
              <a:pPr>
                <a:defRPr/>
              </a:pPr>
              <a:endParaRPr lang="en-GB"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25" name="AutoShape 6">
              <a:extLst/>
            </p:cNvPr>
            <p:cNvSpPr>
              <a:spLocks noChangeArrowheads="1"/>
            </p:cNvSpPr>
            <p:nvPr/>
          </p:nvSpPr>
          <p:spPr bwMode="auto">
            <a:xfrm rot="-5400000">
              <a:off x="4303717" y="4217720"/>
              <a:ext cx="336604" cy="200051"/>
            </a:xfrm>
            <a:prstGeom prst="leftArrow">
              <a:avLst>
                <a:gd name="adj1" fmla="val 30204"/>
                <a:gd name="adj2" fmla="val 58296"/>
              </a:avLst>
            </a:prstGeom>
            <a:solidFill>
              <a:srgbClr val="FF0000"/>
            </a:solidFill>
            <a:ln w="12700">
              <a:noFill/>
              <a:miter lim="800000"/>
              <a:headEnd/>
              <a:tailEnd/>
            </a:ln>
          </p:spPr>
          <p:txBody>
            <a:bodyPr wrap="none" lIns="84573" tIns="42286" rIns="84573" bIns="42286" anchor="ctr"/>
            <a:lstStyle/>
            <a:p>
              <a:pPr>
                <a:defRPr/>
              </a:pPr>
              <a:endParaRPr lang="en-GB"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26" name="AutoShape 6">
              <a:extLst/>
            </p:cNvPr>
            <p:cNvSpPr>
              <a:spLocks noChangeArrowheads="1"/>
            </p:cNvSpPr>
            <p:nvPr/>
          </p:nvSpPr>
          <p:spPr bwMode="auto">
            <a:xfrm rot="-5400000">
              <a:off x="4304511" y="5199748"/>
              <a:ext cx="335016" cy="200051"/>
            </a:xfrm>
            <a:prstGeom prst="leftArrow">
              <a:avLst>
                <a:gd name="adj1" fmla="val 30204"/>
                <a:gd name="adj2" fmla="val 58297"/>
              </a:avLst>
            </a:prstGeom>
            <a:solidFill>
              <a:srgbClr val="00B050"/>
            </a:solidFill>
            <a:ln w="12700">
              <a:noFill/>
              <a:miter lim="800000"/>
              <a:headEnd/>
              <a:tailEnd/>
            </a:ln>
          </p:spPr>
          <p:txBody>
            <a:bodyPr wrap="none" lIns="84573" tIns="42286" rIns="84573" bIns="42286" anchor="ctr"/>
            <a:lstStyle/>
            <a:p>
              <a:pPr>
                <a:defRPr/>
              </a:pPr>
              <a:endParaRPr lang="en-GB"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27" name="AutoShape 6">
              <a:extLst/>
            </p:cNvPr>
            <p:cNvSpPr>
              <a:spLocks noChangeArrowheads="1"/>
            </p:cNvSpPr>
            <p:nvPr/>
          </p:nvSpPr>
          <p:spPr bwMode="auto">
            <a:xfrm rot="10800000">
              <a:off x="5702490" y="4673404"/>
              <a:ext cx="474724" cy="261980"/>
            </a:xfrm>
            <a:prstGeom prst="leftArrow">
              <a:avLst>
                <a:gd name="adj1" fmla="val 30204"/>
                <a:gd name="adj2" fmla="val 58305"/>
              </a:avLst>
            </a:prstGeom>
            <a:solidFill>
              <a:srgbClr val="FF0000"/>
            </a:solidFill>
            <a:ln w="12700">
              <a:noFill/>
              <a:miter lim="800000"/>
              <a:headEnd/>
              <a:tailEnd/>
            </a:ln>
          </p:spPr>
          <p:txBody>
            <a:bodyPr wrap="none" lIns="84573" tIns="42286" rIns="84573" bIns="42286" anchor="ctr"/>
            <a:lstStyle/>
            <a:p>
              <a:pPr>
                <a:defRPr/>
              </a:pPr>
              <a:endParaRPr lang="en-GB"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28" name="AutoShape 6">
              <a:extLst/>
            </p:cNvPr>
            <p:cNvSpPr>
              <a:spLocks noChangeArrowheads="1"/>
            </p:cNvSpPr>
            <p:nvPr/>
          </p:nvSpPr>
          <p:spPr bwMode="auto">
            <a:xfrm rot="8886015">
              <a:off x="5665974" y="5216416"/>
              <a:ext cx="547758" cy="261980"/>
            </a:xfrm>
            <a:prstGeom prst="leftArrow">
              <a:avLst>
                <a:gd name="adj1" fmla="val 30204"/>
                <a:gd name="adj2" fmla="val 58245"/>
              </a:avLst>
            </a:prstGeom>
            <a:solidFill>
              <a:srgbClr val="FF0000"/>
            </a:solidFill>
            <a:ln w="12700">
              <a:noFill/>
              <a:miter lim="800000"/>
              <a:headEnd/>
              <a:tailEnd/>
            </a:ln>
          </p:spPr>
          <p:txBody>
            <a:bodyPr wrap="none" lIns="84573" tIns="42286" rIns="84573" bIns="42286" anchor="ctr"/>
            <a:lstStyle/>
            <a:p>
              <a:pPr>
                <a:defRPr/>
              </a:pPr>
              <a:endParaRPr lang="en-GB"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29" name="AutoShape 6">
              <a:extLst/>
            </p:cNvPr>
            <p:cNvSpPr>
              <a:spLocks noChangeArrowheads="1"/>
            </p:cNvSpPr>
            <p:nvPr/>
          </p:nvSpPr>
          <p:spPr bwMode="auto">
            <a:xfrm rot="10800000">
              <a:off x="5702490" y="5721323"/>
              <a:ext cx="531882" cy="261980"/>
            </a:xfrm>
            <a:prstGeom prst="leftArrow">
              <a:avLst>
                <a:gd name="adj1" fmla="val 30204"/>
                <a:gd name="adj2" fmla="val 58333"/>
              </a:avLst>
            </a:prstGeom>
            <a:solidFill>
              <a:srgbClr val="00B050"/>
            </a:solidFill>
            <a:ln w="12700">
              <a:noFill/>
              <a:miter lim="800000"/>
              <a:headEnd/>
              <a:tailEnd/>
            </a:ln>
          </p:spPr>
          <p:txBody>
            <a:bodyPr wrap="none" lIns="84573" tIns="42286" rIns="84573" bIns="42286" anchor="ctr"/>
            <a:lstStyle/>
            <a:p>
              <a:pPr>
                <a:defRPr/>
              </a:pPr>
              <a:endParaRPr lang="en-GB"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30" name="AutoShape 6">
              <a:extLst/>
            </p:cNvPr>
            <p:cNvSpPr>
              <a:spLocks noChangeArrowheads="1"/>
            </p:cNvSpPr>
            <p:nvPr/>
          </p:nvSpPr>
          <p:spPr bwMode="auto">
            <a:xfrm>
              <a:off x="2909718" y="3690583"/>
              <a:ext cx="398513" cy="196882"/>
            </a:xfrm>
            <a:prstGeom prst="leftArrow">
              <a:avLst>
                <a:gd name="adj1" fmla="val 30204"/>
                <a:gd name="adj2" fmla="val 58333"/>
              </a:avLst>
            </a:prstGeom>
            <a:solidFill>
              <a:srgbClr val="00B050"/>
            </a:solidFill>
            <a:ln w="12700">
              <a:noFill/>
              <a:miter lim="800000"/>
              <a:headEnd/>
              <a:tailEnd/>
            </a:ln>
          </p:spPr>
          <p:txBody>
            <a:bodyPr wrap="none" lIns="84573" tIns="42286" rIns="84573" bIns="42286" anchor="ctr"/>
            <a:lstStyle/>
            <a:p>
              <a:pPr>
                <a:defRPr/>
              </a:pPr>
              <a:endParaRPr lang="en-GB">
                <a:latin typeface="+mn-lt"/>
                <a:ea typeface="ＭＳ Ｐゴシック" panose="020B060007020508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761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234440" y="49724"/>
            <a:ext cx="981151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Dispersants</a:t>
            </a:r>
            <a:r>
              <a:rPr lang="en-GB" altLang="en-US" dirty="0" smtClean="0"/>
              <a:t>  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234440" y="1218333"/>
            <a:ext cx="981151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Objective: Promote natural dispersion of oil into water column.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Dispersants are chemical products formulated to produce 10s-microns size oil droplets that will be dispersed, diluted and eventually biodegraded in the environment.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New generations of dispersants have low toxicity and high efficiency.</a:t>
            </a:r>
          </a:p>
          <a:p>
            <a:pPr algn="just"/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3165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1307592" y="130175"/>
            <a:ext cx="986637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Dispersants  </a:t>
            </a:r>
          </a:p>
        </p:txBody>
      </p:sp>
      <p:sp>
        <p:nvSpPr>
          <p:cNvPr id="8" name="Espace réservé du contenu 2"/>
          <p:cNvSpPr txBox="1">
            <a:spLocks/>
          </p:cNvSpPr>
          <p:nvPr/>
        </p:nvSpPr>
        <p:spPr>
          <a:xfrm>
            <a:off x="1307592" y="1160187"/>
            <a:ext cx="986637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GB" altLang="en-US" sz="3200" dirty="0" smtClean="0"/>
              <a:t>How do dispersants work?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Chemical formulation to reduce interfacial surface tension between oil and water 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Oil will form 10s-micron size droplets because of mixing energy from waves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Because of their small size, these droplets will remain suspended in water column as a plume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Plume will be diluted by mixing energy and currents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Increase microbial biodegradation due to larger surface area</a:t>
            </a:r>
          </a:p>
        </p:txBody>
      </p:sp>
    </p:spTree>
    <p:extLst>
      <p:ext uri="{BB962C8B-B14F-4D97-AF65-F5344CB8AC3E}">
        <p14:creationId xmlns:p14="http://schemas.microsoft.com/office/powerpoint/2010/main" val="2098693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929384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Chemical Dispersion </a:t>
            </a:r>
            <a:r>
              <a:rPr lang="en-GB" altLang="en-US" sz="4000" b="1" dirty="0"/>
              <a:t>P</a:t>
            </a:r>
            <a:r>
              <a:rPr lang="en-GB" altLang="en-US" sz="4000" b="1" dirty="0" smtClean="0"/>
              <a:t>rocess</a:t>
            </a:r>
          </a:p>
        </p:txBody>
      </p:sp>
      <p:sp>
        <p:nvSpPr>
          <p:cNvPr id="8" name="TextBox 7">
            <a:extLst/>
          </p:cNvPr>
          <p:cNvSpPr txBox="1"/>
          <p:nvPr/>
        </p:nvSpPr>
        <p:spPr>
          <a:xfrm>
            <a:off x="1790446" y="5918345"/>
            <a:ext cx="2087563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1600" dirty="0"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</a:rPr>
              <a:t>Source: ITOPF TIP 4</a:t>
            </a:r>
          </a:p>
        </p:txBody>
      </p:sp>
      <p:pic>
        <p:nvPicPr>
          <p:cNvPr id="9" name="Content Placeholder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1922" y="1116013"/>
            <a:ext cx="8137525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167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810512" y="102321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Decision-Making </a:t>
            </a:r>
            <a:r>
              <a:rPr lang="en-GB" altLang="en-US" sz="4000" b="1" dirty="0"/>
              <a:t>P</a:t>
            </a:r>
            <a:r>
              <a:rPr lang="en-GB" altLang="en-US" sz="4000" b="1" dirty="0" smtClean="0"/>
              <a:t>rocess </a:t>
            </a: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8641" y="877888"/>
            <a:ext cx="6038850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8315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25296" y="130175"/>
            <a:ext cx="970178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Decision-Making </a:t>
            </a:r>
            <a:r>
              <a:rPr lang="en-GB" altLang="en-US" sz="4000" b="1" dirty="0"/>
              <a:t>P</a:t>
            </a:r>
            <a:r>
              <a:rPr lang="en-GB" altLang="en-US" sz="4000" b="1" dirty="0" smtClean="0"/>
              <a:t>rocess – Q1</a:t>
            </a:r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118586" y="6076883"/>
            <a:ext cx="59039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600" dirty="0">
                <a:solidFill>
                  <a:schemeClr val="bg1"/>
                </a:solidFill>
              </a:rPr>
              <a:t>Source: IMO Dispersant Guidelines – Revised 2014</a:t>
            </a:r>
          </a:p>
        </p:txBody>
      </p:sp>
      <p:pic>
        <p:nvPicPr>
          <p:cNvPr id="7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205" y="836613"/>
            <a:ext cx="7494588" cy="549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867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43000" y="130175"/>
            <a:ext cx="968349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Decision-Making </a:t>
            </a:r>
            <a:r>
              <a:rPr lang="en-GB" altLang="en-US" sz="4000" b="1" dirty="0"/>
              <a:t>P</a:t>
            </a:r>
            <a:r>
              <a:rPr lang="en-GB" altLang="en-US" sz="4000" b="1" dirty="0" smtClean="0"/>
              <a:t>rocess – Q2</a:t>
            </a:r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142043" y="6099969"/>
            <a:ext cx="59039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600" dirty="0">
                <a:solidFill>
                  <a:schemeClr val="bg1"/>
                </a:solidFill>
              </a:rPr>
              <a:t>Source: IMO Dispersant Guidelines – Revised 2014</a:t>
            </a: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4621" y="812673"/>
            <a:ext cx="7200900" cy="538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5603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79576" y="130175"/>
            <a:ext cx="980236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Decision-Making </a:t>
            </a:r>
            <a:r>
              <a:rPr lang="en-GB" altLang="en-US" sz="4000" b="1" dirty="0"/>
              <a:t>P</a:t>
            </a:r>
            <a:r>
              <a:rPr lang="en-GB" altLang="en-US" sz="4000" b="1" dirty="0" smtClean="0"/>
              <a:t>rocess – Q3</a:t>
            </a:r>
          </a:p>
        </p:txBody>
      </p:sp>
      <p:pic>
        <p:nvPicPr>
          <p:cNvPr id="6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70"/>
          <a:stretch>
            <a:fillRect/>
          </a:stretch>
        </p:blipFill>
        <p:spPr bwMode="auto">
          <a:xfrm>
            <a:off x="2414969" y="960565"/>
            <a:ext cx="7146925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6627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984248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Dispersants  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975282" y="1015724"/>
            <a:ext cx="8229600" cy="55451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dirty="0" smtClean="0"/>
              <a:t>Application by aircraft or boats</a:t>
            </a:r>
          </a:p>
          <a:p>
            <a:endParaRPr lang="en-GB" altLang="en-US" sz="1200" dirty="0" smtClean="0"/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dirty="0" smtClean="0"/>
              <a:t>Aircraft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dirty="0" smtClean="0"/>
              <a:t>Plane </a:t>
            </a:r>
          </a:p>
          <a:p>
            <a:pPr marL="1435100" lvl="3" indent="-273050"/>
            <a:r>
              <a:rPr lang="en-GB" altLang="en-US" dirty="0" smtClean="0"/>
              <a:t>Longer range </a:t>
            </a:r>
          </a:p>
          <a:p>
            <a:pPr marL="1435100" lvl="3" indent="-273050"/>
            <a:r>
              <a:rPr lang="en-GB" altLang="en-US" dirty="0" smtClean="0"/>
              <a:t>Higher payload thus wider coverage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dirty="0" smtClean="0"/>
              <a:t>Helicopter</a:t>
            </a:r>
          </a:p>
          <a:p>
            <a:pPr marL="1435100" lvl="3" indent="-273050"/>
            <a:r>
              <a:rPr lang="en-GB" altLang="en-US" dirty="0" smtClean="0"/>
              <a:t>More targeted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dirty="0" smtClean="0"/>
              <a:t>Trained pilots and operators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dirty="0" smtClean="0"/>
              <a:t>Overhead surveillance and control</a:t>
            </a:r>
          </a:p>
          <a:p>
            <a:pPr lvl="2"/>
            <a:endParaRPr lang="en-GB" altLang="en-US" dirty="0" smtClean="0"/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dirty="0" smtClean="0"/>
              <a:t>Boats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dirty="0" smtClean="0"/>
              <a:t>Small local response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endParaRPr lang="en-GB" altLang="en-US" dirty="0" smtClean="0"/>
          </a:p>
          <a:p>
            <a:pPr lvl="2"/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273911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920240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altLang="en-US" smtClean="0"/>
              <a:t>Dispersant application </a:t>
            </a:r>
            <a:r>
              <a:rPr lang="en-CA" altLang="en-US" smtClean="0">
                <a:sym typeface="Symbol" panose="05050102010706020507" pitchFamily="18" charset="2"/>
              </a:rPr>
              <a:t></a:t>
            </a:r>
            <a:r>
              <a:rPr lang="en-CA" altLang="en-US" smtClean="0"/>
              <a:t> Aircraft</a:t>
            </a:r>
            <a:endParaRPr lang="en-CA" alt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740814"/>
            <a:ext cx="5237988" cy="349199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316" y="1740814"/>
            <a:ext cx="5237988" cy="349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936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609344" y="102321"/>
            <a:ext cx="877824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b="1" dirty="0" smtClean="0"/>
              <a:t>Dispersant Application </a:t>
            </a:r>
            <a:r>
              <a:rPr lang="en-CA" altLang="en-US" b="1" dirty="0" smtClean="0">
                <a:sym typeface="Symbol" panose="05050102010706020507" pitchFamily="18" charset="2"/>
              </a:rPr>
              <a:t></a:t>
            </a:r>
            <a:r>
              <a:rPr lang="en-CA" altLang="en-US" b="1" dirty="0" smtClean="0"/>
              <a:t> Boats</a:t>
            </a:r>
          </a:p>
        </p:txBody>
      </p:sp>
      <p:pic>
        <p:nvPicPr>
          <p:cNvPr id="6" name="Content Placeholder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15580" y="1811338"/>
            <a:ext cx="4572000" cy="3429000"/>
          </a:xfrm>
          <a:prstGeom prst="rect">
            <a:avLst/>
          </a:prstGeom>
        </p:spPr>
      </p:pic>
      <p:pic>
        <p:nvPicPr>
          <p:cNvPr id="7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2292" y="1812925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5049330" y="5024438"/>
            <a:ext cx="8096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CA" altLang="en-US" sz="800">
                <a:solidFill>
                  <a:schemeClr val="bg1"/>
                </a:solidFill>
                <a:latin typeface="Tahoma" panose="020B0604030504040204" pitchFamily="34" charset="0"/>
              </a:rPr>
              <a:t>Source: OSRL</a:t>
            </a:r>
            <a:endParaRPr lang="en-CA" altLang="en-US" sz="8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9386380" y="5026025"/>
            <a:ext cx="8429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CA" altLang="en-US" sz="800">
                <a:solidFill>
                  <a:schemeClr val="bg1"/>
                </a:solidFill>
                <a:latin typeface="Tahoma" panose="020B0604030504040204" pitchFamily="34" charset="0"/>
              </a:rPr>
              <a:t>Source: ITOPF</a:t>
            </a:r>
            <a:endParaRPr lang="en-CA" altLang="en-US" sz="8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90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929384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Dispersant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580134" y="823913"/>
            <a:ext cx="8928100" cy="540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-457200">
              <a:defRPr/>
            </a:pPr>
            <a:r>
              <a:rPr lang="en-GB" altLang="en-US" smtClean="0">
                <a:ea typeface="ＭＳ Ｐゴシック" panose="020B0600070205080204" pitchFamily="34" charset="-128"/>
              </a:rPr>
              <a:t>The application of dispersants requires careful planning, selection, deployment, control and monitoring of resources</a:t>
            </a:r>
          </a:p>
          <a:p>
            <a:pPr marL="457200" lvl="1" indent="-457200">
              <a:defRPr/>
            </a:pPr>
            <a:r>
              <a:rPr lang="en-GB" altLang="en-US" smtClean="0">
                <a:ea typeface="ＭＳ Ｐゴシック" panose="020B0600070205080204" pitchFamily="34" charset="-128"/>
              </a:rPr>
              <a:t>Close cooperation between Operations, Planning and Logistics functions</a:t>
            </a:r>
          </a:p>
          <a:p>
            <a:pPr marL="0" lvl="1" indent="0">
              <a:buFont typeface="Arial" panose="020B0604020202020204" pitchFamily="34" charset="0"/>
              <a:buNone/>
              <a:defRPr/>
            </a:pPr>
            <a:r>
              <a:rPr lang="en-GB" altLang="en-US" smtClean="0">
                <a:ea typeface="ＭＳ Ｐゴシック" panose="020B0600070205080204" pitchFamily="34" charset="-128"/>
              </a:rPr>
              <a:t> </a:t>
            </a:r>
          </a:p>
          <a:p>
            <a:pPr>
              <a:defRPr/>
            </a:pPr>
            <a:endParaRPr lang="en-GB" altLang="en-US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7" name="Content Placeholder 3">
            <a:extLst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8270067"/>
              </p:ext>
            </p:extLst>
          </p:nvPr>
        </p:nvGraphicFramePr>
        <p:xfrm>
          <a:off x="5295272" y="2696886"/>
          <a:ext cx="5040560" cy="35283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Content Placeholder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947" y="3360738"/>
            <a:ext cx="3309937" cy="220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167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289303" y="130175"/>
            <a:ext cx="9882695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Dispersants  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289303" y="1110933"/>
            <a:ext cx="9882695" cy="55451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dirty="0" smtClean="0"/>
              <a:t>Issues with dispersants use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dirty="0" smtClean="0"/>
              <a:t>Toxicity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dirty="0" smtClean="0"/>
              <a:t>Dispersants have lower toxicity than dispersed oil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dirty="0" smtClean="0"/>
              <a:t>Field test have shown higher oil concentrations in 0 to 10 m water depth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dirty="0" smtClean="0"/>
              <a:t>Background oil concentration within hours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dirty="0" smtClean="0"/>
              <a:t>Short duration exposure because of dilution</a:t>
            </a:r>
          </a:p>
          <a:p>
            <a:pPr lvl="2"/>
            <a:endParaRPr lang="en-GB" altLang="en-US" dirty="0" smtClean="0"/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dirty="0" smtClean="0"/>
              <a:t>Oil viscosity and </a:t>
            </a:r>
            <a:r>
              <a:rPr lang="en-GB" altLang="en-US" dirty="0" err="1" smtClean="0"/>
              <a:t>dispersibility</a:t>
            </a:r>
            <a:endParaRPr lang="en-GB" altLang="en-US" dirty="0" smtClean="0"/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dirty="0" smtClean="0"/>
              <a:t>Readily dispersible for oil viscosity below 5,000cSt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dirty="0" smtClean="0"/>
              <a:t>Moderate for oil viscosity between 5,000 – 10,000cSt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dirty="0" smtClean="0"/>
              <a:t>Likely to be ineffective above 10,000cSt</a:t>
            </a:r>
          </a:p>
        </p:txBody>
      </p:sp>
    </p:spTree>
    <p:extLst>
      <p:ext uri="{BB962C8B-B14F-4D97-AF65-F5344CB8AC3E}">
        <p14:creationId xmlns:p14="http://schemas.microsoft.com/office/powerpoint/2010/main" val="2293075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97864" y="130175"/>
            <a:ext cx="1008583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Dispersants  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97864" y="1160187"/>
            <a:ext cx="1008583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Issues with dispersants use</a:t>
            </a:r>
          </a:p>
          <a:p>
            <a:pPr algn="just"/>
            <a:endParaRPr lang="en-GB" altLang="en-US" sz="1400" dirty="0" smtClean="0"/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Oil viscosity and time </a:t>
            </a:r>
          </a:p>
          <a:p>
            <a:pPr lvl="2" indent="-430213" algn="just">
              <a:buFont typeface="Wingdings" panose="05000000000000000000" pitchFamily="2" charset="2"/>
              <a:buChar char="Ø"/>
            </a:pPr>
            <a:r>
              <a:rPr lang="en-GB" altLang="en-US" dirty="0" smtClean="0"/>
              <a:t>Weathering processes will increase oil viscosity over time; </a:t>
            </a:r>
          </a:p>
          <a:p>
            <a:pPr lvl="2" indent="-430213" algn="just">
              <a:buFont typeface="Wingdings" panose="05000000000000000000" pitchFamily="2" charset="2"/>
              <a:buChar char="Ø"/>
            </a:pPr>
            <a:r>
              <a:rPr lang="en-GB" altLang="en-US" dirty="0" smtClean="0"/>
              <a:t>Dispersants must be applied before viscosity is too high;</a:t>
            </a:r>
          </a:p>
          <a:p>
            <a:pPr lvl="2" indent="-430213" algn="just">
              <a:buFont typeface="Wingdings" panose="05000000000000000000" pitchFamily="2" charset="2"/>
              <a:buChar char="Ø"/>
            </a:pPr>
            <a:r>
              <a:rPr lang="en-GB" altLang="fr-FR" dirty="0" smtClean="0"/>
              <a:t>“</a:t>
            </a:r>
            <a:r>
              <a:rPr lang="en-GB" altLang="en-US" dirty="0" smtClean="0"/>
              <a:t>Window of opportunity</a:t>
            </a:r>
            <a:r>
              <a:rPr lang="en-GB" altLang="fr-FR" dirty="0" smtClean="0"/>
              <a:t>”</a:t>
            </a:r>
            <a:r>
              <a:rPr lang="en-GB" altLang="en-US" dirty="0" smtClean="0"/>
              <a:t> </a:t>
            </a:r>
          </a:p>
          <a:p>
            <a:pPr lvl="2" indent="-430213" algn="just">
              <a:buFont typeface="Wingdings" panose="05000000000000000000" pitchFamily="2" charset="2"/>
              <a:buChar char="Ø"/>
            </a:pPr>
            <a:endParaRPr lang="en-GB" altLang="en-US" dirty="0" smtClean="0"/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Sea state and weather</a:t>
            </a:r>
          </a:p>
          <a:p>
            <a:pPr lvl="2" indent="-430213" algn="just">
              <a:buFont typeface="Wingdings" panose="05000000000000000000" pitchFamily="2" charset="2"/>
              <a:buChar char="Ø"/>
            </a:pPr>
            <a:r>
              <a:rPr lang="en-GB" altLang="en-US" dirty="0" smtClean="0"/>
              <a:t>Typically requires between 3 to 18 m/s wind speed and 0.5 to 5 m wave height</a:t>
            </a:r>
          </a:p>
          <a:p>
            <a:pPr lvl="2" indent="-430213" algn="just">
              <a:buFont typeface="Wingdings" panose="05000000000000000000" pitchFamily="2" charset="2"/>
              <a:buChar char="Ø"/>
            </a:pPr>
            <a:r>
              <a:rPr lang="en-GB" altLang="en-US" dirty="0" smtClean="0"/>
              <a:t>Weather conditions must permit application of dispersants</a:t>
            </a:r>
          </a:p>
        </p:txBody>
      </p:sp>
    </p:spTree>
    <p:extLst>
      <p:ext uri="{BB962C8B-B14F-4D97-AF65-F5344CB8AC3E}">
        <p14:creationId xmlns:p14="http://schemas.microsoft.com/office/powerpoint/2010/main" val="2078020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457200" y="130175"/>
            <a:ext cx="1068019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Dispersants  </a:t>
            </a:r>
          </a:p>
        </p:txBody>
      </p:sp>
      <p:sp>
        <p:nvSpPr>
          <p:cNvPr id="6" name="Espace réservé du contenu 2">
            <a:extLst/>
          </p:cNvPr>
          <p:cNvSpPr txBox="1">
            <a:spLocks/>
          </p:cNvSpPr>
          <p:nvPr/>
        </p:nvSpPr>
        <p:spPr>
          <a:xfrm>
            <a:off x="868680" y="1088750"/>
            <a:ext cx="9701784" cy="54721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Arial" charset="0"/>
              <a:buChar char="•"/>
              <a:defRPr/>
            </a:pPr>
            <a:r>
              <a:rPr lang="en-GB" dirty="0" smtClean="0">
                <a:ea typeface="ＭＳ Ｐゴシック" charset="0"/>
              </a:rPr>
              <a:t>Issues with dispersants use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Government approval </a:t>
            </a:r>
          </a:p>
          <a:p>
            <a:pPr lvl="2" indent="-430213" algn="just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dirty="0" smtClean="0">
                <a:ea typeface="ＭＳ Ｐゴシック" charset="0"/>
              </a:rPr>
              <a:t>Usually required by national regulations with a list of approved dispersants</a:t>
            </a:r>
          </a:p>
          <a:p>
            <a:pPr lvl="2" indent="-430213" algn="just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dirty="0" smtClean="0">
                <a:ea typeface="ＭＳ Ｐゴシック" charset="0"/>
              </a:rPr>
              <a:t>Criteria for application and dispersants use policy</a:t>
            </a:r>
          </a:p>
          <a:p>
            <a:pPr lvl="2" indent="-430213" algn="just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dirty="0" smtClean="0">
                <a:ea typeface="ＭＳ Ｐゴシック" charset="0"/>
              </a:rPr>
              <a:t>Monitoring protocol to ensure effectiveness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Application zones</a:t>
            </a:r>
          </a:p>
          <a:p>
            <a:pPr lvl="2" indent="-430213" algn="just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dirty="0" smtClean="0">
                <a:ea typeface="ＭＳ Ｐゴシック" charset="0"/>
              </a:rPr>
              <a:t>Not in or near shallow water (less than 10 to 20 m) although use may be justified in shallow water if a specific NEBA case can be made</a:t>
            </a:r>
          </a:p>
          <a:p>
            <a:pPr lvl="2" indent="-430213" algn="just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dirty="0" smtClean="0">
                <a:ea typeface="ＭＳ Ｐゴシック" charset="0"/>
              </a:rPr>
              <a:t>Not near water intakes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Net environmental benefit</a:t>
            </a:r>
          </a:p>
          <a:p>
            <a:pPr lvl="2" algn="just">
              <a:lnSpc>
                <a:spcPct val="100000"/>
              </a:lnSpc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 lvl="2" algn="just">
              <a:lnSpc>
                <a:spcPct val="100000"/>
              </a:lnSpc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 marL="914400" lvl="2" indent="0" algn="just">
              <a:lnSpc>
                <a:spcPct val="100000"/>
              </a:lnSpc>
              <a:buFont typeface="Arial" charset="0"/>
              <a:buNone/>
              <a:defRPr/>
            </a:pPr>
            <a:r>
              <a:rPr lang="en-GB" dirty="0" smtClean="0">
                <a:ea typeface="ＭＳ Ｐゴシック" charset="0"/>
              </a:rPr>
              <a:t> </a:t>
            </a:r>
            <a:endParaRPr lang="en-GB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752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234440" y="130175"/>
            <a:ext cx="998524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Dispersants  </a:t>
            </a:r>
          </a:p>
        </p:txBody>
      </p:sp>
      <p:sp>
        <p:nvSpPr>
          <p:cNvPr id="6" name="Espace réservé du contenu 2">
            <a:extLst/>
          </p:cNvPr>
          <p:cNvSpPr txBox="1">
            <a:spLocks/>
          </p:cNvSpPr>
          <p:nvPr/>
        </p:nvSpPr>
        <p:spPr>
          <a:xfrm>
            <a:off x="1234440" y="1160187"/>
            <a:ext cx="987552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charset="0"/>
              <a:buChar char="•"/>
              <a:defRPr/>
            </a:pPr>
            <a:r>
              <a:rPr lang="en-GB" dirty="0" smtClean="0">
                <a:ea typeface="ＭＳ Ｐゴシック" charset="0"/>
              </a:rPr>
              <a:t>Conflict with other response methods</a:t>
            </a:r>
          </a:p>
          <a:p>
            <a:pPr algn="just">
              <a:buFont typeface="Arial" charset="0"/>
              <a:buChar char="•"/>
              <a:defRPr/>
            </a:pPr>
            <a:endParaRPr lang="en-GB" sz="700" dirty="0" smtClean="0">
              <a:ea typeface="ＭＳ Ｐゴシック" charset="0"/>
            </a:endParaRPr>
          </a:p>
          <a:p>
            <a:pPr lvl="1" indent="-420688" algn="just"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Coordination of all response methods is necessary to ensure dispersant use does not conflict with other techniques</a:t>
            </a:r>
          </a:p>
          <a:p>
            <a:pPr lvl="1" indent="-420688" algn="just">
              <a:buFont typeface="Wingdings" panose="05000000000000000000" pitchFamily="2" charset="2"/>
              <a:buChar char="ü"/>
              <a:defRPr/>
            </a:pPr>
            <a:endParaRPr lang="en-GB" dirty="0" smtClean="0">
              <a:ea typeface="ＭＳ Ｐゴシック" charset="0"/>
            </a:endParaRPr>
          </a:p>
          <a:p>
            <a:pPr lvl="1" indent="-420688" algn="just"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Oil dispersed into the water column cannot be contained by booms or recovered by skimmers</a:t>
            </a:r>
          </a:p>
          <a:p>
            <a:pPr lvl="1" indent="-420688" algn="just">
              <a:buFont typeface="Wingdings" panose="05000000000000000000" pitchFamily="2" charset="2"/>
              <a:buChar char="ü"/>
              <a:defRPr/>
            </a:pPr>
            <a:endParaRPr lang="en-GB" dirty="0" smtClean="0">
              <a:ea typeface="ＭＳ Ｐゴシック" charset="0"/>
            </a:endParaRPr>
          </a:p>
          <a:p>
            <a:pPr lvl="1" indent="-420688" algn="just"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The effectiveness of </a:t>
            </a:r>
            <a:r>
              <a:rPr lang="en-GB" dirty="0" err="1" smtClean="0">
                <a:ea typeface="ＭＳ Ｐゴシック" charset="0"/>
              </a:rPr>
              <a:t>oleophilic</a:t>
            </a:r>
            <a:r>
              <a:rPr lang="en-GB" dirty="0" smtClean="0">
                <a:ea typeface="ＭＳ Ｐゴシック" charset="0"/>
              </a:rPr>
              <a:t> skimmers and sorbent materials can be significantly reduced by the use of dispersants</a:t>
            </a:r>
          </a:p>
          <a:p>
            <a:pPr lvl="2" algn="just"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 marL="914400" lvl="2" indent="0" algn="just">
              <a:buFont typeface="Arial" charset="0"/>
              <a:buNone/>
              <a:defRPr/>
            </a:pPr>
            <a:r>
              <a:rPr lang="en-GB" dirty="0" smtClean="0">
                <a:ea typeface="ＭＳ Ｐゴシック" charset="0"/>
              </a:rPr>
              <a:t> </a:t>
            </a:r>
            <a:endParaRPr lang="en-GB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30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15568" y="130175"/>
            <a:ext cx="980236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Dispersants </a:t>
            </a:r>
            <a:r>
              <a:rPr lang="en-GB" altLang="en-US" sz="4000" b="1" dirty="0" smtClean="0">
                <a:sym typeface="Symbol" panose="05050102010706020507" pitchFamily="18" charset="2"/>
              </a:rPr>
              <a:t></a:t>
            </a:r>
            <a:r>
              <a:rPr lang="en-GB" altLang="en-US" sz="4000" b="1" dirty="0" smtClean="0"/>
              <a:t> Monitoring  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15568" y="1160187"/>
            <a:ext cx="980236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Ongoing monitoring of effectiveness should be undertaken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Visual observation of effectiveness may be impaired by: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Poor weather, high sediment waters, pale-coloured oils, poor light</a:t>
            </a:r>
          </a:p>
          <a:p>
            <a:pPr lvl="1" algn="just"/>
            <a:endParaRPr lang="en-GB" altLang="en-US" dirty="0" smtClean="0"/>
          </a:p>
          <a:p>
            <a:pPr algn="just"/>
            <a:r>
              <a:rPr lang="en-GB" altLang="en-US" dirty="0" smtClean="0"/>
              <a:t>Effectiveness can be monitored by towing an ultra-violet </a:t>
            </a:r>
            <a:r>
              <a:rPr lang="en-GB" altLang="en-US" dirty="0" err="1" smtClean="0"/>
              <a:t>fluorometer</a:t>
            </a:r>
            <a:r>
              <a:rPr lang="en-GB" altLang="en-US" dirty="0" smtClean="0"/>
              <a:t> below the oil to  measure the variation in oil concentrations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Should be used with visual observations </a:t>
            </a:r>
          </a:p>
        </p:txBody>
      </p:sp>
    </p:spTree>
    <p:extLst>
      <p:ext uri="{BB962C8B-B14F-4D97-AF65-F5344CB8AC3E}">
        <p14:creationId xmlns:p14="http://schemas.microsoft.com/office/powerpoint/2010/main" val="1620056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33856" y="130175"/>
            <a:ext cx="974750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Dispersants  </a:t>
            </a:r>
          </a:p>
        </p:txBody>
      </p:sp>
      <p:sp>
        <p:nvSpPr>
          <p:cNvPr id="6" name="Espace réservé du contenu 2">
            <a:extLst/>
          </p:cNvPr>
          <p:cNvSpPr txBox="1">
            <a:spLocks/>
          </p:cNvSpPr>
          <p:nvPr/>
        </p:nvSpPr>
        <p:spPr>
          <a:xfrm>
            <a:off x="1133856" y="1143001"/>
            <a:ext cx="9747504" cy="54178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Arial" charset="0"/>
              <a:buChar char="•"/>
              <a:defRPr/>
            </a:pPr>
            <a:r>
              <a:rPr lang="en-GB" dirty="0" smtClean="0">
                <a:ea typeface="ＭＳ Ｐゴシック" charset="0"/>
              </a:rPr>
              <a:t>Advantages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Elimination of oil from sea surface</a:t>
            </a:r>
          </a:p>
          <a:p>
            <a:pPr lvl="2" indent="-430213" algn="just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dirty="0" smtClean="0">
                <a:ea typeface="ＭＳ Ｐゴシック" charset="0"/>
              </a:rPr>
              <a:t>Protection of birds and sensitive shorelines e.g. mangroves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High encounter rate (higher than other options)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Wide range of weather conditions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Enhances biodegradation of oil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Does not generate waste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Quick response (if in contingency plan)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Reduces potentially harmful vapours; a safety benefit  </a:t>
            </a:r>
          </a:p>
          <a:p>
            <a:pPr lvl="2" algn="just">
              <a:lnSpc>
                <a:spcPct val="100000"/>
              </a:lnSpc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 lvl="2" algn="just">
              <a:lnSpc>
                <a:spcPct val="100000"/>
              </a:lnSpc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 marL="914400" lvl="2" indent="0" algn="just">
              <a:lnSpc>
                <a:spcPct val="100000"/>
              </a:lnSpc>
              <a:buFont typeface="Arial" charset="0"/>
              <a:buNone/>
              <a:defRPr/>
            </a:pPr>
            <a:r>
              <a:rPr lang="en-GB" dirty="0" smtClean="0">
                <a:ea typeface="ＭＳ Ｐゴシック" charset="0"/>
              </a:rPr>
              <a:t> </a:t>
            </a:r>
            <a:endParaRPr lang="en-GB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071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33856" y="130175"/>
            <a:ext cx="961034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Dispersants  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33856" y="1087035"/>
            <a:ext cx="961034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Disadvantages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Dispersed oil plumes may cause damage to sensitive resources such as coral, shellfish beds or industrial water intakes</a:t>
            </a:r>
          </a:p>
          <a:p>
            <a:pPr marL="265112" lvl="1" indent="0" algn="just">
              <a:buNone/>
            </a:pPr>
            <a:r>
              <a:rPr lang="en-GB" altLang="en-US" dirty="0" smtClean="0"/>
              <a:t> 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For most crude oils (and some fuel oils) only a brief opportunity exists in which dispersants will be effective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endParaRPr lang="en-GB" altLang="en-US" dirty="0" smtClean="0"/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Most dispersants are unable to disperse very viscous oils and stable emulsions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endParaRPr lang="en-GB" altLang="en-US" dirty="0" smtClean="0"/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Dispersants can deteriorate over time, according to their properties and storage conditions</a:t>
            </a:r>
          </a:p>
          <a:p>
            <a:pPr marL="914400" lvl="2" indent="0" algn="just">
              <a:buFont typeface="Arial" panose="020B0604020202020204" pitchFamily="34" charset="0"/>
              <a:buNone/>
            </a:pPr>
            <a:r>
              <a:rPr lang="en-GB" altLang="en-US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12437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1316</Words>
  <Application>Microsoft Office PowerPoint</Application>
  <PresentationFormat>Widescreen</PresentationFormat>
  <Paragraphs>224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MS PGothic</vt:lpstr>
      <vt:lpstr>MS PGothic</vt:lpstr>
      <vt:lpstr>Arial</vt:lpstr>
      <vt:lpstr>Calibri</vt:lpstr>
      <vt:lpstr>inherit</vt:lpstr>
      <vt:lpstr>Symbol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155</cp:revision>
  <dcterms:created xsi:type="dcterms:W3CDTF">2024-09-27T05:40:49Z</dcterms:created>
  <dcterms:modified xsi:type="dcterms:W3CDTF">2025-05-05T11:34:40Z</dcterms:modified>
</cp:coreProperties>
</file>