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1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626605-6AEE-4093-A262-0CE7BB547A8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D84ADF-B242-4283-820D-58FB9DED48CA}">
      <dgm:prSet phldrT="[Text]"/>
      <dgm:spPr/>
      <dgm:t>
        <a:bodyPr/>
        <a:lstStyle/>
        <a:p>
          <a:r>
            <a:rPr lang="en-GB" dirty="0"/>
            <a:t>Command Function</a:t>
          </a:r>
        </a:p>
      </dgm:t>
    </dgm:pt>
    <dgm:pt modelId="{25B15468-D715-4B38-AC3F-E1F3BD5E0C32}" type="parTrans" cxnId="{4821933D-5A13-42CC-A44F-A9C0EB50524B}">
      <dgm:prSet/>
      <dgm:spPr/>
      <dgm:t>
        <a:bodyPr/>
        <a:lstStyle/>
        <a:p>
          <a:endParaRPr lang="en-GB"/>
        </a:p>
      </dgm:t>
    </dgm:pt>
    <dgm:pt modelId="{3160FF30-5841-428A-B001-38FFB17C262F}" type="sibTrans" cxnId="{4821933D-5A13-42CC-A44F-A9C0EB50524B}">
      <dgm:prSet/>
      <dgm:spPr/>
      <dgm:t>
        <a:bodyPr/>
        <a:lstStyle/>
        <a:p>
          <a:endParaRPr lang="en-GB"/>
        </a:p>
      </dgm:t>
    </dgm:pt>
    <dgm:pt modelId="{9D68DCDA-ED02-40DA-9347-9E14C906990A}">
      <dgm:prSet phldrT="[Text]"/>
      <dgm:spPr>
        <a:solidFill>
          <a:srgbClr val="C00000"/>
        </a:solidFill>
      </dgm:spPr>
      <dgm:t>
        <a:bodyPr/>
        <a:lstStyle/>
        <a:p>
          <a:r>
            <a:rPr lang="en-GB" dirty="0"/>
            <a:t>Planning Function</a:t>
          </a:r>
        </a:p>
      </dgm:t>
    </dgm:pt>
    <dgm:pt modelId="{65C3E786-8BDE-495A-9EAD-DB0A7A11F384}" type="parTrans" cxnId="{ABDBF9A4-2C7C-4B4A-8E34-6114EF0BF010}">
      <dgm:prSet/>
      <dgm:spPr/>
      <dgm:t>
        <a:bodyPr/>
        <a:lstStyle/>
        <a:p>
          <a:endParaRPr lang="en-GB"/>
        </a:p>
      </dgm:t>
    </dgm:pt>
    <dgm:pt modelId="{4B27F085-510B-4DF3-AEC8-9962BA015EBE}" type="sibTrans" cxnId="{ABDBF9A4-2C7C-4B4A-8E34-6114EF0BF010}">
      <dgm:prSet/>
      <dgm:spPr/>
      <dgm:t>
        <a:bodyPr/>
        <a:lstStyle/>
        <a:p>
          <a:endParaRPr lang="en-GB"/>
        </a:p>
      </dgm:t>
    </dgm:pt>
    <dgm:pt modelId="{40E653B4-973E-4089-89FB-F70127C2283B}">
      <dgm:prSet phldrT="[Text]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Logistics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GB" dirty="0"/>
            <a:t>Function</a:t>
          </a:r>
        </a:p>
      </dgm:t>
    </dgm:pt>
    <dgm:pt modelId="{F2A5E286-0802-4D11-ACB0-868A5730A118}" type="parTrans" cxnId="{7A726B66-84DD-4312-9B9D-1C3190D1B425}">
      <dgm:prSet/>
      <dgm:spPr/>
      <dgm:t>
        <a:bodyPr/>
        <a:lstStyle/>
        <a:p>
          <a:endParaRPr lang="en-GB"/>
        </a:p>
      </dgm:t>
    </dgm:pt>
    <dgm:pt modelId="{EE01749E-1A32-4BF6-ABCE-E62BF6095AF9}" type="sibTrans" cxnId="{7A726B66-84DD-4312-9B9D-1C3190D1B425}">
      <dgm:prSet/>
      <dgm:spPr/>
      <dgm:t>
        <a:bodyPr/>
        <a:lstStyle/>
        <a:p>
          <a:endParaRPr lang="en-GB"/>
        </a:p>
      </dgm:t>
    </dgm:pt>
    <dgm:pt modelId="{E8131191-A12A-472E-823F-274D786F9126}">
      <dgm:prSet phldrT="[Text]"/>
      <dgm:spPr/>
      <dgm:t>
        <a:bodyPr/>
        <a:lstStyle/>
        <a:p>
          <a:r>
            <a:rPr lang="en-GB" dirty="0"/>
            <a:t>Finance Function</a:t>
          </a:r>
        </a:p>
      </dgm:t>
    </dgm:pt>
    <dgm:pt modelId="{3925D44F-82FE-4DBA-A13C-0512FA250244}" type="parTrans" cxnId="{A66D332C-9228-4F0E-A551-3B14A74184D2}">
      <dgm:prSet/>
      <dgm:spPr/>
      <dgm:t>
        <a:bodyPr/>
        <a:lstStyle/>
        <a:p>
          <a:endParaRPr lang="en-GB"/>
        </a:p>
      </dgm:t>
    </dgm:pt>
    <dgm:pt modelId="{31F9555D-2DDD-4C70-B186-1AACD5081AF4}" type="sibTrans" cxnId="{A66D332C-9228-4F0E-A551-3B14A74184D2}">
      <dgm:prSet/>
      <dgm:spPr/>
      <dgm:t>
        <a:bodyPr/>
        <a:lstStyle/>
        <a:p>
          <a:endParaRPr lang="en-GB"/>
        </a:p>
      </dgm:t>
    </dgm:pt>
    <dgm:pt modelId="{89E7AC53-F409-4078-9B31-8D814C4ED8F5}">
      <dgm:prSet/>
      <dgm:spPr/>
      <dgm:t>
        <a:bodyPr/>
        <a:lstStyle/>
        <a:p>
          <a:r>
            <a:rPr lang="en-GB" dirty="0"/>
            <a:t>Operations Function</a:t>
          </a:r>
        </a:p>
      </dgm:t>
    </dgm:pt>
    <dgm:pt modelId="{68F262B0-14DF-4B59-AD27-C7C67D3FEAC1}" type="parTrans" cxnId="{B1C0D7A7-C478-4721-87AC-CD3E435B94E4}">
      <dgm:prSet/>
      <dgm:spPr/>
      <dgm:t>
        <a:bodyPr/>
        <a:lstStyle/>
        <a:p>
          <a:endParaRPr lang="en-GB"/>
        </a:p>
      </dgm:t>
    </dgm:pt>
    <dgm:pt modelId="{2815BE89-0A4C-4A85-B9E7-DD9945C236CC}" type="sibTrans" cxnId="{B1C0D7A7-C478-4721-87AC-CD3E435B94E4}">
      <dgm:prSet/>
      <dgm:spPr/>
      <dgm:t>
        <a:bodyPr/>
        <a:lstStyle/>
        <a:p>
          <a:endParaRPr lang="en-GB"/>
        </a:p>
      </dgm:t>
    </dgm:pt>
    <dgm:pt modelId="{D9B9E3EB-19DD-4F11-BED9-29D8B7F665A0}">
      <dgm:prSet/>
      <dgm:spPr>
        <a:solidFill>
          <a:srgbClr val="C00000"/>
        </a:solidFill>
      </dgm:spPr>
      <dgm:t>
        <a:bodyPr/>
        <a:lstStyle/>
        <a:p>
          <a:pPr>
            <a:spcAft>
              <a:spcPts val="0"/>
            </a:spcAft>
          </a:pPr>
          <a:r>
            <a:rPr lang="en-GB" dirty="0"/>
            <a:t>Response</a:t>
          </a:r>
        </a:p>
        <a:p>
          <a:pPr>
            <a:spcAft>
              <a:spcPts val="0"/>
            </a:spcAft>
          </a:pPr>
          <a:r>
            <a:rPr lang="en-GB" dirty="0"/>
            <a:t>Planning</a:t>
          </a:r>
        </a:p>
      </dgm:t>
    </dgm:pt>
    <dgm:pt modelId="{9B624B66-B2E8-4E2F-BE80-21A124911255}" type="parTrans" cxnId="{8D3180F9-DD0C-4C98-902A-778B2723D111}">
      <dgm:prSet/>
      <dgm:spPr/>
      <dgm:t>
        <a:bodyPr/>
        <a:lstStyle/>
        <a:p>
          <a:endParaRPr lang="en-GB"/>
        </a:p>
      </dgm:t>
    </dgm:pt>
    <dgm:pt modelId="{011EB83F-40A6-4D63-AB3A-E32537CA5ED7}" type="sibTrans" cxnId="{8D3180F9-DD0C-4C98-902A-778B2723D111}">
      <dgm:prSet/>
      <dgm:spPr/>
      <dgm:t>
        <a:bodyPr/>
        <a:lstStyle/>
        <a:p>
          <a:endParaRPr lang="en-GB"/>
        </a:p>
      </dgm:t>
    </dgm:pt>
    <dgm:pt modelId="{5BB37B69-BE0A-4367-908F-75049F633BAD}">
      <dgm:prSet/>
      <dgm:spPr/>
      <dgm:t>
        <a:bodyPr/>
        <a:lstStyle/>
        <a:p>
          <a:pPr>
            <a:spcAft>
              <a:spcPts val="0"/>
            </a:spcAft>
          </a:pPr>
          <a:r>
            <a:rPr lang="en-GB" dirty="0"/>
            <a:t>Booming</a:t>
          </a:r>
        </a:p>
        <a:p>
          <a:pPr>
            <a:spcAft>
              <a:spcPts val="0"/>
            </a:spcAft>
          </a:pPr>
          <a:r>
            <a:rPr lang="en-GB" dirty="0"/>
            <a:t>Operations</a:t>
          </a:r>
        </a:p>
      </dgm:t>
    </dgm:pt>
    <dgm:pt modelId="{B7D0E52D-3C94-4E5A-85DA-3BED9786588B}" type="parTrans" cxnId="{80467BCB-0B07-400B-9886-B331B2517F9E}">
      <dgm:prSet/>
      <dgm:spPr/>
      <dgm:t>
        <a:bodyPr/>
        <a:lstStyle/>
        <a:p>
          <a:endParaRPr lang="en-GB"/>
        </a:p>
      </dgm:t>
    </dgm:pt>
    <dgm:pt modelId="{7C5675CD-37F2-4B99-A90C-90D8841BB5D0}" type="sibTrans" cxnId="{80467BCB-0B07-400B-9886-B331B2517F9E}">
      <dgm:prSet/>
      <dgm:spPr/>
      <dgm:t>
        <a:bodyPr/>
        <a:lstStyle/>
        <a:p>
          <a:endParaRPr lang="en-GB"/>
        </a:p>
      </dgm:t>
    </dgm:pt>
    <dgm:pt modelId="{B188A713-B34D-4909-B14B-CAD6AFD7C2D5}">
      <dgm:prSet/>
      <dgm:spPr/>
      <dgm:t>
        <a:bodyPr/>
        <a:lstStyle/>
        <a:p>
          <a:r>
            <a:rPr lang="en-GB" dirty="0"/>
            <a:t>At-Sea Recovery</a:t>
          </a:r>
        </a:p>
      </dgm:t>
    </dgm:pt>
    <dgm:pt modelId="{5C4B06D8-3243-497E-B4D0-0AA86188F483}" type="parTrans" cxnId="{46A711E4-C162-440A-A982-9994A75463FD}">
      <dgm:prSet/>
      <dgm:spPr/>
      <dgm:t>
        <a:bodyPr/>
        <a:lstStyle/>
        <a:p>
          <a:endParaRPr lang="en-GB"/>
        </a:p>
      </dgm:t>
    </dgm:pt>
    <dgm:pt modelId="{A48CF603-6BDF-4507-9EBF-8A17CE82621F}" type="sibTrans" cxnId="{46A711E4-C162-440A-A982-9994A75463FD}">
      <dgm:prSet/>
      <dgm:spPr/>
      <dgm:t>
        <a:bodyPr/>
        <a:lstStyle/>
        <a:p>
          <a:endParaRPr lang="en-GB"/>
        </a:p>
      </dgm:t>
    </dgm:pt>
    <dgm:pt modelId="{34A52DB8-B94F-4278-A166-F1537A8A5144}">
      <dgm:prSet/>
      <dgm:spPr/>
      <dgm:t>
        <a:bodyPr/>
        <a:lstStyle/>
        <a:p>
          <a:r>
            <a:rPr lang="en-GB" dirty="0"/>
            <a:t>Near-shore Containment &amp; Recovery</a:t>
          </a:r>
        </a:p>
      </dgm:t>
    </dgm:pt>
    <dgm:pt modelId="{1761CB0D-8DBA-470F-B528-1B101989C73D}" type="parTrans" cxnId="{2A99CCCE-0C07-474C-AA55-8DEAE99C5AE9}">
      <dgm:prSet/>
      <dgm:spPr/>
      <dgm:t>
        <a:bodyPr/>
        <a:lstStyle/>
        <a:p>
          <a:endParaRPr lang="en-GB"/>
        </a:p>
      </dgm:t>
    </dgm:pt>
    <dgm:pt modelId="{38EA7B1B-8F5F-4B25-91C4-959F3F86536E}" type="sibTrans" cxnId="{2A99CCCE-0C07-474C-AA55-8DEAE99C5AE9}">
      <dgm:prSet/>
      <dgm:spPr/>
      <dgm:t>
        <a:bodyPr/>
        <a:lstStyle/>
        <a:p>
          <a:endParaRPr lang="en-GB"/>
        </a:p>
      </dgm:t>
    </dgm:pt>
    <dgm:pt modelId="{4A813A84-7AFA-44B0-91EA-7160BD06AE27}">
      <dgm:prSet/>
      <dgm:spPr>
        <a:solidFill>
          <a:srgbClr val="C00000"/>
        </a:solidFill>
      </dgm:spPr>
      <dgm:t>
        <a:bodyPr/>
        <a:lstStyle/>
        <a:p>
          <a:r>
            <a:rPr lang="en-GB" dirty="0"/>
            <a:t>Resource Deployment</a:t>
          </a:r>
        </a:p>
      </dgm:t>
    </dgm:pt>
    <dgm:pt modelId="{77A3AD5D-B170-40C0-88AE-2B878616E58C}" type="parTrans" cxnId="{1E7AC810-DA0E-4CBE-9E0B-CA24019D3FE0}">
      <dgm:prSet/>
      <dgm:spPr/>
      <dgm:t>
        <a:bodyPr/>
        <a:lstStyle/>
        <a:p>
          <a:endParaRPr lang="en-GB"/>
        </a:p>
      </dgm:t>
    </dgm:pt>
    <dgm:pt modelId="{13FB60A9-A838-4D26-9231-486407A35380}" type="sibTrans" cxnId="{1E7AC810-DA0E-4CBE-9E0B-CA24019D3FE0}">
      <dgm:prSet/>
      <dgm:spPr/>
      <dgm:t>
        <a:bodyPr/>
        <a:lstStyle/>
        <a:p>
          <a:endParaRPr lang="en-GB"/>
        </a:p>
      </dgm:t>
    </dgm:pt>
    <dgm:pt modelId="{4066761D-3CBD-4850-B2A6-4EDED30A4714}" type="pres">
      <dgm:prSet presAssocID="{EC626605-6AEE-4093-A262-0CE7BB547A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312CD821-4910-426D-8FE4-4AD4B520D211}" type="pres">
      <dgm:prSet presAssocID="{91D84ADF-B242-4283-820D-58FB9DED48CA}" presName="hierRoot1" presStyleCnt="0">
        <dgm:presLayoutVars>
          <dgm:hierBranch val="init"/>
        </dgm:presLayoutVars>
      </dgm:prSet>
      <dgm:spPr/>
    </dgm:pt>
    <dgm:pt modelId="{8E91A6C9-CD3F-47A2-85CF-B6247E202B9F}" type="pres">
      <dgm:prSet presAssocID="{91D84ADF-B242-4283-820D-58FB9DED48CA}" presName="rootComposite1" presStyleCnt="0"/>
      <dgm:spPr/>
    </dgm:pt>
    <dgm:pt modelId="{FC1EAB21-14D6-44D5-A319-86CB0CF28264}" type="pres">
      <dgm:prSet presAssocID="{91D84ADF-B242-4283-820D-58FB9DED48CA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F5D6265-0B29-4766-9991-46FD8EA9A80F}" type="pres">
      <dgm:prSet presAssocID="{91D84ADF-B242-4283-820D-58FB9DED48CA}" presName="rootConnector1" presStyleLbl="node1" presStyleIdx="0" presStyleCnt="0"/>
      <dgm:spPr/>
      <dgm:t>
        <a:bodyPr/>
        <a:lstStyle/>
        <a:p>
          <a:endParaRPr lang="en-GB"/>
        </a:p>
      </dgm:t>
    </dgm:pt>
    <dgm:pt modelId="{B2849F8A-EC8D-4FFA-A417-592C49FEC03F}" type="pres">
      <dgm:prSet presAssocID="{91D84ADF-B242-4283-820D-58FB9DED48CA}" presName="hierChild2" presStyleCnt="0"/>
      <dgm:spPr/>
    </dgm:pt>
    <dgm:pt modelId="{F47B617D-F799-4B2C-9A42-6F00F0EA1EBD}" type="pres">
      <dgm:prSet presAssocID="{65C3E786-8BDE-495A-9EAD-DB0A7A11F384}" presName="Name37" presStyleLbl="parChTrans1D2" presStyleIdx="0" presStyleCnt="4"/>
      <dgm:spPr/>
      <dgm:t>
        <a:bodyPr/>
        <a:lstStyle/>
        <a:p>
          <a:endParaRPr lang="en-GB"/>
        </a:p>
      </dgm:t>
    </dgm:pt>
    <dgm:pt modelId="{8FAC5B4C-D521-404A-B2C0-BF3906D1B6BA}" type="pres">
      <dgm:prSet presAssocID="{9D68DCDA-ED02-40DA-9347-9E14C906990A}" presName="hierRoot2" presStyleCnt="0">
        <dgm:presLayoutVars>
          <dgm:hierBranch val="r"/>
        </dgm:presLayoutVars>
      </dgm:prSet>
      <dgm:spPr/>
    </dgm:pt>
    <dgm:pt modelId="{EB74222A-F5F4-445B-8FAA-278CD10D7004}" type="pres">
      <dgm:prSet presAssocID="{9D68DCDA-ED02-40DA-9347-9E14C906990A}" presName="rootComposite" presStyleCnt="0"/>
      <dgm:spPr/>
    </dgm:pt>
    <dgm:pt modelId="{38E78953-1BA8-43E0-9357-EFF20754D8F4}" type="pres">
      <dgm:prSet presAssocID="{9D68DCDA-ED02-40DA-9347-9E14C906990A}" presName="rootText" presStyleLbl="node2" presStyleIdx="0" presStyleCnt="4" custLinFactX="61826" custLinFactNeighborX="100000" custLinFactNeighborY="44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3CF1A4E-6445-4FD6-8A98-5FD3C058A257}" type="pres">
      <dgm:prSet presAssocID="{9D68DCDA-ED02-40DA-9347-9E14C906990A}" presName="rootConnector" presStyleLbl="node2" presStyleIdx="0" presStyleCnt="4"/>
      <dgm:spPr/>
      <dgm:t>
        <a:bodyPr/>
        <a:lstStyle/>
        <a:p>
          <a:endParaRPr lang="en-GB"/>
        </a:p>
      </dgm:t>
    </dgm:pt>
    <dgm:pt modelId="{2AC4A03B-D18D-4FA1-9057-6FEB7AB91C54}" type="pres">
      <dgm:prSet presAssocID="{9D68DCDA-ED02-40DA-9347-9E14C906990A}" presName="hierChild4" presStyleCnt="0"/>
      <dgm:spPr/>
    </dgm:pt>
    <dgm:pt modelId="{2E0B5B70-DF9D-4C4B-BDF9-32A193B93A0E}" type="pres">
      <dgm:prSet presAssocID="{9B624B66-B2E8-4E2F-BE80-21A124911255}" presName="Name50" presStyleLbl="parChTrans1D3" presStyleIdx="0" presStyleCnt="5"/>
      <dgm:spPr/>
      <dgm:t>
        <a:bodyPr/>
        <a:lstStyle/>
        <a:p>
          <a:endParaRPr lang="en-GB"/>
        </a:p>
      </dgm:t>
    </dgm:pt>
    <dgm:pt modelId="{63FC8466-C883-4B11-A87E-45AC39956FE6}" type="pres">
      <dgm:prSet presAssocID="{D9B9E3EB-19DD-4F11-BED9-29D8B7F665A0}" presName="hierRoot2" presStyleCnt="0">
        <dgm:presLayoutVars>
          <dgm:hierBranch val="init"/>
        </dgm:presLayoutVars>
      </dgm:prSet>
      <dgm:spPr/>
    </dgm:pt>
    <dgm:pt modelId="{EC44C577-5B52-419F-8714-36BDBD4D79EC}" type="pres">
      <dgm:prSet presAssocID="{D9B9E3EB-19DD-4F11-BED9-29D8B7F665A0}" presName="rootComposite" presStyleCnt="0"/>
      <dgm:spPr/>
    </dgm:pt>
    <dgm:pt modelId="{2F4B39C0-4208-4996-95B9-7EBABA08E810}" type="pres">
      <dgm:prSet presAssocID="{D9B9E3EB-19DD-4F11-BED9-29D8B7F665A0}" presName="rootText" presStyleLbl="node3" presStyleIdx="0" presStyleCnt="5" custScaleX="135213" custLinFactX="65946" custLinFactNeighborX="100000" custLinFactNeighborY="351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C96F696-CE92-4A87-8FBF-8DC4F447668F}" type="pres">
      <dgm:prSet presAssocID="{D9B9E3EB-19DD-4F11-BED9-29D8B7F665A0}" presName="rootConnector" presStyleLbl="node3" presStyleIdx="0" presStyleCnt="5"/>
      <dgm:spPr/>
      <dgm:t>
        <a:bodyPr/>
        <a:lstStyle/>
        <a:p>
          <a:endParaRPr lang="en-GB"/>
        </a:p>
      </dgm:t>
    </dgm:pt>
    <dgm:pt modelId="{0B332024-60AA-455A-A90B-4EE52E17A9B6}" type="pres">
      <dgm:prSet presAssocID="{D9B9E3EB-19DD-4F11-BED9-29D8B7F665A0}" presName="hierChild4" presStyleCnt="0"/>
      <dgm:spPr/>
    </dgm:pt>
    <dgm:pt modelId="{0FCD1767-7AD8-44A1-A86E-14D0DCC836F4}" type="pres">
      <dgm:prSet presAssocID="{D9B9E3EB-19DD-4F11-BED9-29D8B7F665A0}" presName="hierChild5" presStyleCnt="0"/>
      <dgm:spPr/>
    </dgm:pt>
    <dgm:pt modelId="{EFD2F5A3-60E9-4CE6-9CDC-9106E69CF7A6}" type="pres">
      <dgm:prSet presAssocID="{77A3AD5D-B170-40C0-88AE-2B878616E58C}" presName="Name50" presStyleLbl="parChTrans1D3" presStyleIdx="1" presStyleCnt="5"/>
      <dgm:spPr/>
      <dgm:t>
        <a:bodyPr/>
        <a:lstStyle/>
        <a:p>
          <a:endParaRPr lang="en-GB"/>
        </a:p>
      </dgm:t>
    </dgm:pt>
    <dgm:pt modelId="{89A98AE4-08E2-4E20-9F49-AEDB7A7D992D}" type="pres">
      <dgm:prSet presAssocID="{4A813A84-7AFA-44B0-91EA-7160BD06AE27}" presName="hierRoot2" presStyleCnt="0">
        <dgm:presLayoutVars>
          <dgm:hierBranch val="init"/>
        </dgm:presLayoutVars>
      </dgm:prSet>
      <dgm:spPr/>
    </dgm:pt>
    <dgm:pt modelId="{B7C86592-00E2-44DD-B0FC-1C256CA0EC41}" type="pres">
      <dgm:prSet presAssocID="{4A813A84-7AFA-44B0-91EA-7160BD06AE27}" presName="rootComposite" presStyleCnt="0"/>
      <dgm:spPr/>
    </dgm:pt>
    <dgm:pt modelId="{B6E6242B-B242-455A-8486-4A883320C45D}" type="pres">
      <dgm:prSet presAssocID="{4A813A84-7AFA-44B0-91EA-7160BD06AE27}" presName="rootText" presStyleLbl="node3" presStyleIdx="1" presStyleCnt="5" custScaleX="135213" custLinFactX="67963" custLinFactNeighborX="100000" custLinFactNeighborY="-1007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95B3078-F62B-4137-A7C3-E6A6F9F5B7DE}" type="pres">
      <dgm:prSet presAssocID="{4A813A84-7AFA-44B0-91EA-7160BD06AE27}" presName="rootConnector" presStyleLbl="node3" presStyleIdx="1" presStyleCnt="5"/>
      <dgm:spPr/>
      <dgm:t>
        <a:bodyPr/>
        <a:lstStyle/>
        <a:p>
          <a:endParaRPr lang="en-GB"/>
        </a:p>
      </dgm:t>
    </dgm:pt>
    <dgm:pt modelId="{4B13C206-A44B-408E-8809-171C69DA3410}" type="pres">
      <dgm:prSet presAssocID="{4A813A84-7AFA-44B0-91EA-7160BD06AE27}" presName="hierChild4" presStyleCnt="0"/>
      <dgm:spPr/>
    </dgm:pt>
    <dgm:pt modelId="{E22ADB1E-CCCC-4279-9B4D-53BDAF35FDEC}" type="pres">
      <dgm:prSet presAssocID="{4A813A84-7AFA-44B0-91EA-7160BD06AE27}" presName="hierChild5" presStyleCnt="0"/>
      <dgm:spPr/>
    </dgm:pt>
    <dgm:pt modelId="{872F253E-D514-486E-BECE-AA79F30D508D}" type="pres">
      <dgm:prSet presAssocID="{9D68DCDA-ED02-40DA-9347-9E14C906990A}" presName="hierChild5" presStyleCnt="0"/>
      <dgm:spPr/>
    </dgm:pt>
    <dgm:pt modelId="{BB839495-BC57-42DB-9BFC-A39249919856}" type="pres">
      <dgm:prSet presAssocID="{68F262B0-14DF-4B59-AD27-C7C67D3FEAC1}" presName="Name37" presStyleLbl="parChTrans1D2" presStyleIdx="1" presStyleCnt="4"/>
      <dgm:spPr/>
      <dgm:t>
        <a:bodyPr/>
        <a:lstStyle/>
        <a:p>
          <a:endParaRPr lang="en-GB"/>
        </a:p>
      </dgm:t>
    </dgm:pt>
    <dgm:pt modelId="{FCB9B65D-FC9D-4B7D-8CCC-A3B8ECA8592F}" type="pres">
      <dgm:prSet presAssocID="{89E7AC53-F409-4078-9B31-8D814C4ED8F5}" presName="hierRoot2" presStyleCnt="0">
        <dgm:presLayoutVars>
          <dgm:hierBranch val="init"/>
        </dgm:presLayoutVars>
      </dgm:prSet>
      <dgm:spPr/>
    </dgm:pt>
    <dgm:pt modelId="{1D81972C-7DE8-4F37-9559-325254D0D632}" type="pres">
      <dgm:prSet presAssocID="{89E7AC53-F409-4078-9B31-8D814C4ED8F5}" presName="rootComposite" presStyleCnt="0"/>
      <dgm:spPr/>
    </dgm:pt>
    <dgm:pt modelId="{85F5E7CF-D020-45AA-8A53-6780475832D6}" type="pres">
      <dgm:prSet presAssocID="{89E7AC53-F409-4078-9B31-8D814C4ED8F5}" presName="rootText" presStyleLbl="node2" presStyleIdx="1" presStyleCnt="4" custLinFactX="-29671" custLinFactNeighborX="-100000" custLinFactNeighborY="44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06B062F-9EDF-42F1-B966-73873EA80AAF}" type="pres">
      <dgm:prSet presAssocID="{89E7AC53-F409-4078-9B31-8D814C4ED8F5}" presName="rootConnector" presStyleLbl="node2" presStyleIdx="1" presStyleCnt="4"/>
      <dgm:spPr/>
      <dgm:t>
        <a:bodyPr/>
        <a:lstStyle/>
        <a:p>
          <a:endParaRPr lang="en-GB"/>
        </a:p>
      </dgm:t>
    </dgm:pt>
    <dgm:pt modelId="{4A6D82F3-21E9-4598-9BEC-702DF26193D9}" type="pres">
      <dgm:prSet presAssocID="{89E7AC53-F409-4078-9B31-8D814C4ED8F5}" presName="hierChild4" presStyleCnt="0"/>
      <dgm:spPr/>
    </dgm:pt>
    <dgm:pt modelId="{48AD53EE-2778-4DED-845E-26177D6490A5}" type="pres">
      <dgm:prSet presAssocID="{B7D0E52D-3C94-4E5A-85DA-3BED9786588B}" presName="Name37" presStyleLbl="parChTrans1D3" presStyleIdx="2" presStyleCnt="5"/>
      <dgm:spPr/>
      <dgm:t>
        <a:bodyPr/>
        <a:lstStyle/>
        <a:p>
          <a:endParaRPr lang="en-GB"/>
        </a:p>
      </dgm:t>
    </dgm:pt>
    <dgm:pt modelId="{C9881C36-EA64-4523-AFC9-DA23B208EC65}" type="pres">
      <dgm:prSet presAssocID="{5BB37B69-BE0A-4367-908F-75049F633BAD}" presName="hierRoot2" presStyleCnt="0">
        <dgm:presLayoutVars>
          <dgm:hierBranch val="init"/>
        </dgm:presLayoutVars>
      </dgm:prSet>
      <dgm:spPr/>
    </dgm:pt>
    <dgm:pt modelId="{DD696413-1690-4FBD-ADB9-CCD4C9B35D52}" type="pres">
      <dgm:prSet presAssocID="{5BB37B69-BE0A-4367-908F-75049F633BAD}" presName="rootComposite" presStyleCnt="0"/>
      <dgm:spPr/>
    </dgm:pt>
    <dgm:pt modelId="{A9D62632-7CB1-4EAF-A712-389EDFC5175A}" type="pres">
      <dgm:prSet presAssocID="{5BB37B69-BE0A-4367-908F-75049F633BAD}" presName="rootText" presStyleLbl="node3" presStyleIdx="2" presStyleCnt="5" custLinFactX="-32479" custLinFactNeighborX="-100000" custLinFactNeighborY="1078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78BA03F-FBEF-4879-9BD0-7CB1749D3629}" type="pres">
      <dgm:prSet presAssocID="{5BB37B69-BE0A-4367-908F-75049F633BAD}" presName="rootConnector" presStyleLbl="node3" presStyleIdx="2" presStyleCnt="5"/>
      <dgm:spPr/>
      <dgm:t>
        <a:bodyPr/>
        <a:lstStyle/>
        <a:p>
          <a:endParaRPr lang="en-GB"/>
        </a:p>
      </dgm:t>
    </dgm:pt>
    <dgm:pt modelId="{340F5040-39A4-4255-AFE0-533602898151}" type="pres">
      <dgm:prSet presAssocID="{5BB37B69-BE0A-4367-908F-75049F633BAD}" presName="hierChild4" presStyleCnt="0"/>
      <dgm:spPr/>
    </dgm:pt>
    <dgm:pt modelId="{0427480C-5003-435D-9EEB-6F095A469CC0}" type="pres">
      <dgm:prSet presAssocID="{5BB37B69-BE0A-4367-908F-75049F633BAD}" presName="hierChild5" presStyleCnt="0"/>
      <dgm:spPr/>
    </dgm:pt>
    <dgm:pt modelId="{18E2C54E-538C-44F5-8F83-71D143F80F86}" type="pres">
      <dgm:prSet presAssocID="{5C4B06D8-3243-497E-B4D0-0AA86188F483}" presName="Name37" presStyleLbl="parChTrans1D3" presStyleIdx="3" presStyleCnt="5"/>
      <dgm:spPr/>
      <dgm:t>
        <a:bodyPr/>
        <a:lstStyle/>
        <a:p>
          <a:endParaRPr lang="en-GB"/>
        </a:p>
      </dgm:t>
    </dgm:pt>
    <dgm:pt modelId="{C2D55B2A-3474-4E6F-90F7-4D57E5A40217}" type="pres">
      <dgm:prSet presAssocID="{B188A713-B34D-4909-B14B-CAD6AFD7C2D5}" presName="hierRoot2" presStyleCnt="0">
        <dgm:presLayoutVars>
          <dgm:hierBranch val="init"/>
        </dgm:presLayoutVars>
      </dgm:prSet>
      <dgm:spPr/>
    </dgm:pt>
    <dgm:pt modelId="{A8F3C970-A990-4AA9-B75B-7144859B8525}" type="pres">
      <dgm:prSet presAssocID="{B188A713-B34D-4909-B14B-CAD6AFD7C2D5}" presName="rootComposite" presStyleCnt="0"/>
      <dgm:spPr/>
    </dgm:pt>
    <dgm:pt modelId="{5D4A5A35-DF9C-44A5-A0CD-05AF4C506F0E}" type="pres">
      <dgm:prSet presAssocID="{B188A713-B34D-4909-B14B-CAD6AFD7C2D5}" presName="rootText" presStyleLbl="node3" presStyleIdx="3" presStyleCnt="5" custLinFactX="-32851" custLinFactNeighborX="-100000" custLinFactNeighborY="88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C9C31BF-DBAA-4D5A-9106-38047EE5A5AD}" type="pres">
      <dgm:prSet presAssocID="{B188A713-B34D-4909-B14B-CAD6AFD7C2D5}" presName="rootConnector" presStyleLbl="node3" presStyleIdx="3" presStyleCnt="5"/>
      <dgm:spPr/>
      <dgm:t>
        <a:bodyPr/>
        <a:lstStyle/>
        <a:p>
          <a:endParaRPr lang="en-GB"/>
        </a:p>
      </dgm:t>
    </dgm:pt>
    <dgm:pt modelId="{B68439E5-0A99-4FEC-9FB6-C75602213795}" type="pres">
      <dgm:prSet presAssocID="{B188A713-B34D-4909-B14B-CAD6AFD7C2D5}" presName="hierChild4" presStyleCnt="0"/>
      <dgm:spPr/>
    </dgm:pt>
    <dgm:pt modelId="{670D74A9-FA4B-4117-8F84-58B9EDEB6A00}" type="pres">
      <dgm:prSet presAssocID="{B188A713-B34D-4909-B14B-CAD6AFD7C2D5}" presName="hierChild5" presStyleCnt="0"/>
      <dgm:spPr/>
    </dgm:pt>
    <dgm:pt modelId="{4735DFCE-D1CA-46D8-870A-BC3D5C8A9A0C}" type="pres">
      <dgm:prSet presAssocID="{1761CB0D-8DBA-470F-B528-1B101989C73D}" presName="Name37" presStyleLbl="parChTrans1D3" presStyleIdx="4" presStyleCnt="5"/>
      <dgm:spPr/>
      <dgm:t>
        <a:bodyPr/>
        <a:lstStyle/>
        <a:p>
          <a:endParaRPr lang="en-GB"/>
        </a:p>
      </dgm:t>
    </dgm:pt>
    <dgm:pt modelId="{87713EAA-7A05-4D06-AC33-664AB1206BE9}" type="pres">
      <dgm:prSet presAssocID="{34A52DB8-B94F-4278-A166-F1537A8A5144}" presName="hierRoot2" presStyleCnt="0">
        <dgm:presLayoutVars>
          <dgm:hierBranch val="init"/>
        </dgm:presLayoutVars>
      </dgm:prSet>
      <dgm:spPr/>
    </dgm:pt>
    <dgm:pt modelId="{28330BFC-5D9B-4F88-B2F6-1DC7B91D5C3B}" type="pres">
      <dgm:prSet presAssocID="{34A52DB8-B94F-4278-A166-F1537A8A5144}" presName="rootComposite" presStyleCnt="0"/>
      <dgm:spPr/>
    </dgm:pt>
    <dgm:pt modelId="{72A077CA-EE95-423C-B593-4FC291E2F4AA}" type="pres">
      <dgm:prSet presAssocID="{34A52DB8-B94F-4278-A166-F1537A8A5144}" presName="rootText" presStyleLbl="node3" presStyleIdx="4" presStyleCnt="5" custScaleX="340568" custLinFactX="-30894" custLinFactNeighborX="-100000" custLinFactNeighborY="-1342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5646117-98B6-4610-9EB8-192E08995A21}" type="pres">
      <dgm:prSet presAssocID="{34A52DB8-B94F-4278-A166-F1537A8A5144}" presName="rootConnector" presStyleLbl="node3" presStyleIdx="4" presStyleCnt="5"/>
      <dgm:spPr/>
      <dgm:t>
        <a:bodyPr/>
        <a:lstStyle/>
        <a:p>
          <a:endParaRPr lang="en-GB"/>
        </a:p>
      </dgm:t>
    </dgm:pt>
    <dgm:pt modelId="{A5EE97E1-9A6F-478C-B876-4FEEAB3B60D6}" type="pres">
      <dgm:prSet presAssocID="{34A52DB8-B94F-4278-A166-F1537A8A5144}" presName="hierChild4" presStyleCnt="0"/>
      <dgm:spPr/>
    </dgm:pt>
    <dgm:pt modelId="{FC2F688B-70A9-41F6-B3EF-4F2E0C95E67C}" type="pres">
      <dgm:prSet presAssocID="{34A52DB8-B94F-4278-A166-F1537A8A5144}" presName="hierChild5" presStyleCnt="0"/>
      <dgm:spPr/>
    </dgm:pt>
    <dgm:pt modelId="{DC05EC8E-0F28-441E-953A-776F2509E6D1}" type="pres">
      <dgm:prSet presAssocID="{89E7AC53-F409-4078-9B31-8D814C4ED8F5}" presName="hierChild5" presStyleCnt="0"/>
      <dgm:spPr/>
    </dgm:pt>
    <dgm:pt modelId="{9C71437A-F9FD-4DEF-B8A9-77B1FDE52E87}" type="pres">
      <dgm:prSet presAssocID="{F2A5E286-0802-4D11-ACB0-868A5730A118}" presName="Name37" presStyleLbl="parChTrans1D2" presStyleIdx="2" presStyleCnt="4"/>
      <dgm:spPr/>
      <dgm:t>
        <a:bodyPr/>
        <a:lstStyle/>
        <a:p>
          <a:endParaRPr lang="en-GB"/>
        </a:p>
      </dgm:t>
    </dgm:pt>
    <dgm:pt modelId="{1E221CA1-F435-4E9C-8C65-AFEC5D9F0F5C}" type="pres">
      <dgm:prSet presAssocID="{40E653B4-973E-4089-89FB-F70127C2283B}" presName="hierRoot2" presStyleCnt="0">
        <dgm:presLayoutVars>
          <dgm:hierBranch val="init"/>
        </dgm:presLayoutVars>
      </dgm:prSet>
      <dgm:spPr/>
    </dgm:pt>
    <dgm:pt modelId="{92902763-6A4A-4371-AD5E-9873AD2CCD53}" type="pres">
      <dgm:prSet presAssocID="{40E653B4-973E-4089-89FB-F70127C2283B}" presName="rootComposite" presStyleCnt="0"/>
      <dgm:spPr/>
    </dgm:pt>
    <dgm:pt modelId="{6FBFACD9-3D50-41F5-8B9E-74B9755372E8}" type="pres">
      <dgm:prSet presAssocID="{40E653B4-973E-4089-89FB-F70127C2283B}" presName="rootText" presStyleLbl="node2" presStyleIdx="2" presStyleCnt="4" custLinFactNeighborX="4711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46AF03D-0099-4109-9BE4-11FF323BA6C3}" type="pres">
      <dgm:prSet presAssocID="{40E653B4-973E-4089-89FB-F70127C2283B}" presName="rootConnector" presStyleLbl="node2" presStyleIdx="2" presStyleCnt="4"/>
      <dgm:spPr/>
      <dgm:t>
        <a:bodyPr/>
        <a:lstStyle/>
        <a:p>
          <a:endParaRPr lang="en-GB"/>
        </a:p>
      </dgm:t>
    </dgm:pt>
    <dgm:pt modelId="{68B42C9B-4FCC-41FE-8F6F-A610DFBEFC5E}" type="pres">
      <dgm:prSet presAssocID="{40E653B4-973E-4089-89FB-F70127C2283B}" presName="hierChild4" presStyleCnt="0"/>
      <dgm:spPr/>
    </dgm:pt>
    <dgm:pt modelId="{C3F64BC3-AC04-4B67-81E8-4909ED662C06}" type="pres">
      <dgm:prSet presAssocID="{40E653B4-973E-4089-89FB-F70127C2283B}" presName="hierChild5" presStyleCnt="0"/>
      <dgm:spPr/>
    </dgm:pt>
    <dgm:pt modelId="{B81F56B5-BA20-47EF-B920-749A017941ED}" type="pres">
      <dgm:prSet presAssocID="{3925D44F-82FE-4DBA-A13C-0512FA250244}" presName="Name37" presStyleLbl="parChTrans1D2" presStyleIdx="3" presStyleCnt="4"/>
      <dgm:spPr/>
      <dgm:t>
        <a:bodyPr/>
        <a:lstStyle/>
        <a:p>
          <a:endParaRPr lang="en-GB"/>
        </a:p>
      </dgm:t>
    </dgm:pt>
    <dgm:pt modelId="{03197D51-7792-41F7-9C35-B45330773C3F}" type="pres">
      <dgm:prSet presAssocID="{E8131191-A12A-472E-823F-274D786F9126}" presName="hierRoot2" presStyleCnt="0">
        <dgm:presLayoutVars>
          <dgm:hierBranch val="init"/>
        </dgm:presLayoutVars>
      </dgm:prSet>
      <dgm:spPr/>
    </dgm:pt>
    <dgm:pt modelId="{C05F4422-CD6B-4A53-9D45-2E1C8CB57482}" type="pres">
      <dgm:prSet presAssocID="{E8131191-A12A-472E-823F-274D786F9126}" presName="rootComposite" presStyleCnt="0"/>
      <dgm:spPr/>
    </dgm:pt>
    <dgm:pt modelId="{FEF7E625-78C6-4699-9780-4480B0CC31C0}" type="pres">
      <dgm:prSet presAssocID="{E8131191-A12A-472E-823F-274D786F9126}" presName="rootText" presStyleLbl="node2" presStyleIdx="3" presStyleCnt="4" custLinFactNeighborX="-3444" custLinFactNeighborY="187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9444466-3C4D-4163-B793-AA30BCC75F30}" type="pres">
      <dgm:prSet presAssocID="{E8131191-A12A-472E-823F-274D786F9126}" presName="rootConnector" presStyleLbl="node2" presStyleIdx="3" presStyleCnt="4"/>
      <dgm:spPr/>
      <dgm:t>
        <a:bodyPr/>
        <a:lstStyle/>
        <a:p>
          <a:endParaRPr lang="en-GB"/>
        </a:p>
      </dgm:t>
    </dgm:pt>
    <dgm:pt modelId="{A9C9C537-AF57-4A97-A8F5-B36DCACB2633}" type="pres">
      <dgm:prSet presAssocID="{E8131191-A12A-472E-823F-274D786F9126}" presName="hierChild4" presStyleCnt="0"/>
      <dgm:spPr/>
    </dgm:pt>
    <dgm:pt modelId="{25ACDFC2-DAF3-4B27-B372-D6F1216C479A}" type="pres">
      <dgm:prSet presAssocID="{E8131191-A12A-472E-823F-274D786F9126}" presName="hierChild5" presStyleCnt="0"/>
      <dgm:spPr/>
    </dgm:pt>
    <dgm:pt modelId="{CAF1E0A6-0329-41A3-B0A0-AE493B2494FF}" type="pres">
      <dgm:prSet presAssocID="{91D84ADF-B242-4283-820D-58FB9DED48CA}" presName="hierChild3" presStyleCnt="0"/>
      <dgm:spPr/>
    </dgm:pt>
  </dgm:ptLst>
  <dgm:cxnLst>
    <dgm:cxn modelId="{A66D332C-9228-4F0E-A551-3B14A74184D2}" srcId="{91D84ADF-B242-4283-820D-58FB9DED48CA}" destId="{E8131191-A12A-472E-823F-274D786F9126}" srcOrd="3" destOrd="0" parTransId="{3925D44F-82FE-4DBA-A13C-0512FA250244}" sibTransId="{31F9555D-2DDD-4C70-B186-1AACD5081AF4}"/>
    <dgm:cxn modelId="{728615AC-1836-402D-89D9-A01F639E5344}" type="presOf" srcId="{40E653B4-973E-4089-89FB-F70127C2283B}" destId="{D46AF03D-0099-4109-9BE4-11FF323BA6C3}" srcOrd="1" destOrd="0" presId="urn:microsoft.com/office/officeart/2005/8/layout/orgChart1"/>
    <dgm:cxn modelId="{84234CB2-2FA0-44CE-AF18-16B57E49C231}" type="presOf" srcId="{91D84ADF-B242-4283-820D-58FB9DED48CA}" destId="{AF5D6265-0B29-4766-9991-46FD8EA9A80F}" srcOrd="1" destOrd="0" presId="urn:microsoft.com/office/officeart/2005/8/layout/orgChart1"/>
    <dgm:cxn modelId="{F4AB3010-90F1-45DB-AC7C-2434A78AF2EA}" type="presOf" srcId="{4A813A84-7AFA-44B0-91EA-7160BD06AE27}" destId="{B95B3078-F62B-4137-A7C3-E6A6F9F5B7DE}" srcOrd="1" destOrd="0" presId="urn:microsoft.com/office/officeart/2005/8/layout/orgChart1"/>
    <dgm:cxn modelId="{4821933D-5A13-42CC-A44F-A9C0EB50524B}" srcId="{EC626605-6AEE-4093-A262-0CE7BB547A8B}" destId="{91D84ADF-B242-4283-820D-58FB9DED48CA}" srcOrd="0" destOrd="0" parTransId="{25B15468-D715-4B38-AC3F-E1F3BD5E0C32}" sibTransId="{3160FF30-5841-428A-B001-38FFB17C262F}"/>
    <dgm:cxn modelId="{6AF67B01-62C7-4FA4-B060-4F25DDC1ECE4}" type="presOf" srcId="{77A3AD5D-B170-40C0-88AE-2B878616E58C}" destId="{EFD2F5A3-60E9-4CE6-9CDC-9106E69CF7A6}" srcOrd="0" destOrd="0" presId="urn:microsoft.com/office/officeart/2005/8/layout/orgChart1"/>
    <dgm:cxn modelId="{7A726B66-84DD-4312-9B9D-1C3190D1B425}" srcId="{91D84ADF-B242-4283-820D-58FB9DED48CA}" destId="{40E653B4-973E-4089-89FB-F70127C2283B}" srcOrd="2" destOrd="0" parTransId="{F2A5E286-0802-4D11-ACB0-868A5730A118}" sibTransId="{EE01749E-1A32-4BF6-ABCE-E62BF6095AF9}"/>
    <dgm:cxn modelId="{2A6B6DFC-86EF-4285-89E6-6BE8ECBBEE65}" type="presOf" srcId="{91D84ADF-B242-4283-820D-58FB9DED48CA}" destId="{FC1EAB21-14D6-44D5-A319-86CB0CF28264}" srcOrd="0" destOrd="0" presId="urn:microsoft.com/office/officeart/2005/8/layout/orgChart1"/>
    <dgm:cxn modelId="{44E8A45C-0D3C-413B-8FDE-43F2D9A5044A}" type="presOf" srcId="{F2A5E286-0802-4D11-ACB0-868A5730A118}" destId="{9C71437A-F9FD-4DEF-B8A9-77B1FDE52E87}" srcOrd="0" destOrd="0" presId="urn:microsoft.com/office/officeart/2005/8/layout/orgChart1"/>
    <dgm:cxn modelId="{7B9A9EC9-74CE-4C83-BE19-3B7A9702DD70}" type="presOf" srcId="{1761CB0D-8DBA-470F-B528-1B101989C73D}" destId="{4735DFCE-D1CA-46D8-870A-BC3D5C8A9A0C}" srcOrd="0" destOrd="0" presId="urn:microsoft.com/office/officeart/2005/8/layout/orgChart1"/>
    <dgm:cxn modelId="{B1C0D7A7-C478-4721-87AC-CD3E435B94E4}" srcId="{91D84ADF-B242-4283-820D-58FB9DED48CA}" destId="{89E7AC53-F409-4078-9B31-8D814C4ED8F5}" srcOrd="1" destOrd="0" parTransId="{68F262B0-14DF-4B59-AD27-C7C67D3FEAC1}" sibTransId="{2815BE89-0A4C-4A85-B9E7-DD9945C236CC}"/>
    <dgm:cxn modelId="{870176E2-FE0B-4D8E-AC88-2B03A86E5F5C}" type="presOf" srcId="{34A52DB8-B94F-4278-A166-F1537A8A5144}" destId="{72A077CA-EE95-423C-B593-4FC291E2F4AA}" srcOrd="0" destOrd="0" presId="urn:microsoft.com/office/officeart/2005/8/layout/orgChart1"/>
    <dgm:cxn modelId="{49AEDA8B-31CE-45A1-99C8-F0D53985BDB7}" type="presOf" srcId="{65C3E786-8BDE-495A-9EAD-DB0A7A11F384}" destId="{F47B617D-F799-4B2C-9A42-6F00F0EA1EBD}" srcOrd="0" destOrd="0" presId="urn:microsoft.com/office/officeart/2005/8/layout/orgChart1"/>
    <dgm:cxn modelId="{79507140-D87F-4D4C-B09D-CE3DB1A08241}" type="presOf" srcId="{B188A713-B34D-4909-B14B-CAD6AFD7C2D5}" destId="{5D4A5A35-DF9C-44A5-A0CD-05AF4C506F0E}" srcOrd="0" destOrd="0" presId="urn:microsoft.com/office/officeart/2005/8/layout/orgChart1"/>
    <dgm:cxn modelId="{8D3180F9-DD0C-4C98-902A-778B2723D111}" srcId="{9D68DCDA-ED02-40DA-9347-9E14C906990A}" destId="{D9B9E3EB-19DD-4F11-BED9-29D8B7F665A0}" srcOrd="0" destOrd="0" parTransId="{9B624B66-B2E8-4E2F-BE80-21A124911255}" sibTransId="{011EB83F-40A6-4D63-AB3A-E32537CA5ED7}"/>
    <dgm:cxn modelId="{3698ED58-F7AB-4B8C-AEA4-4DBC1BB83E15}" type="presOf" srcId="{5C4B06D8-3243-497E-B4D0-0AA86188F483}" destId="{18E2C54E-538C-44F5-8F83-71D143F80F86}" srcOrd="0" destOrd="0" presId="urn:microsoft.com/office/officeart/2005/8/layout/orgChart1"/>
    <dgm:cxn modelId="{304BA503-2873-4A5C-B16F-3974581D8662}" type="presOf" srcId="{68F262B0-14DF-4B59-AD27-C7C67D3FEAC1}" destId="{BB839495-BC57-42DB-9BFC-A39249919856}" srcOrd="0" destOrd="0" presId="urn:microsoft.com/office/officeart/2005/8/layout/orgChart1"/>
    <dgm:cxn modelId="{1E7AC810-DA0E-4CBE-9E0B-CA24019D3FE0}" srcId="{9D68DCDA-ED02-40DA-9347-9E14C906990A}" destId="{4A813A84-7AFA-44B0-91EA-7160BD06AE27}" srcOrd="1" destOrd="0" parTransId="{77A3AD5D-B170-40C0-88AE-2B878616E58C}" sibTransId="{13FB60A9-A838-4D26-9231-486407A35380}"/>
    <dgm:cxn modelId="{1C2E68FD-A156-4DBF-AD6A-1D14E8129092}" type="presOf" srcId="{5BB37B69-BE0A-4367-908F-75049F633BAD}" destId="{A9D62632-7CB1-4EAF-A712-389EDFC5175A}" srcOrd="0" destOrd="0" presId="urn:microsoft.com/office/officeart/2005/8/layout/orgChart1"/>
    <dgm:cxn modelId="{C62C426D-4378-4190-9A55-92B3CA26FD15}" type="presOf" srcId="{B188A713-B34D-4909-B14B-CAD6AFD7C2D5}" destId="{4C9C31BF-DBAA-4D5A-9106-38047EE5A5AD}" srcOrd="1" destOrd="0" presId="urn:microsoft.com/office/officeart/2005/8/layout/orgChart1"/>
    <dgm:cxn modelId="{CE9F982A-43D1-4ACB-9FD4-44F92A73FC74}" type="presOf" srcId="{40E653B4-973E-4089-89FB-F70127C2283B}" destId="{6FBFACD9-3D50-41F5-8B9E-74B9755372E8}" srcOrd="0" destOrd="0" presId="urn:microsoft.com/office/officeart/2005/8/layout/orgChart1"/>
    <dgm:cxn modelId="{C6A20EC8-BA72-4D20-9402-C773543F7530}" type="presOf" srcId="{D9B9E3EB-19DD-4F11-BED9-29D8B7F665A0}" destId="{AC96F696-CE92-4A87-8FBF-8DC4F447668F}" srcOrd="1" destOrd="0" presId="urn:microsoft.com/office/officeart/2005/8/layout/orgChart1"/>
    <dgm:cxn modelId="{D861F262-765B-462C-B30B-173CCDC4217E}" type="presOf" srcId="{E8131191-A12A-472E-823F-274D786F9126}" destId="{FEF7E625-78C6-4699-9780-4480B0CC31C0}" srcOrd="0" destOrd="0" presId="urn:microsoft.com/office/officeart/2005/8/layout/orgChart1"/>
    <dgm:cxn modelId="{CB175167-8902-465A-B6FE-6E3F13D54807}" type="presOf" srcId="{5BB37B69-BE0A-4367-908F-75049F633BAD}" destId="{378BA03F-FBEF-4879-9BD0-7CB1749D3629}" srcOrd="1" destOrd="0" presId="urn:microsoft.com/office/officeart/2005/8/layout/orgChart1"/>
    <dgm:cxn modelId="{001E3D7C-0AFC-43AA-BB0A-37686C1C4801}" type="presOf" srcId="{34A52DB8-B94F-4278-A166-F1537A8A5144}" destId="{65646117-98B6-4610-9EB8-192E08995A21}" srcOrd="1" destOrd="0" presId="urn:microsoft.com/office/officeart/2005/8/layout/orgChart1"/>
    <dgm:cxn modelId="{A01F0CD1-74B4-4819-8D97-4E0CA8CC0FD0}" type="presOf" srcId="{EC626605-6AEE-4093-A262-0CE7BB547A8B}" destId="{4066761D-3CBD-4850-B2A6-4EDED30A4714}" srcOrd="0" destOrd="0" presId="urn:microsoft.com/office/officeart/2005/8/layout/orgChart1"/>
    <dgm:cxn modelId="{2A99CCCE-0C07-474C-AA55-8DEAE99C5AE9}" srcId="{89E7AC53-F409-4078-9B31-8D814C4ED8F5}" destId="{34A52DB8-B94F-4278-A166-F1537A8A5144}" srcOrd="2" destOrd="0" parTransId="{1761CB0D-8DBA-470F-B528-1B101989C73D}" sibTransId="{38EA7B1B-8F5F-4B25-91C4-959F3F86536E}"/>
    <dgm:cxn modelId="{BB99A879-47F3-4BA5-B5CE-B03F6BC8A73C}" type="presOf" srcId="{D9B9E3EB-19DD-4F11-BED9-29D8B7F665A0}" destId="{2F4B39C0-4208-4996-95B9-7EBABA08E810}" srcOrd="0" destOrd="0" presId="urn:microsoft.com/office/officeart/2005/8/layout/orgChart1"/>
    <dgm:cxn modelId="{9147A4A4-4BE2-44C4-8079-8CBE7344D3BE}" type="presOf" srcId="{E8131191-A12A-472E-823F-274D786F9126}" destId="{79444466-3C4D-4163-B793-AA30BCC75F30}" srcOrd="1" destOrd="0" presId="urn:microsoft.com/office/officeart/2005/8/layout/orgChart1"/>
    <dgm:cxn modelId="{80467BCB-0B07-400B-9886-B331B2517F9E}" srcId="{89E7AC53-F409-4078-9B31-8D814C4ED8F5}" destId="{5BB37B69-BE0A-4367-908F-75049F633BAD}" srcOrd="0" destOrd="0" parTransId="{B7D0E52D-3C94-4E5A-85DA-3BED9786588B}" sibTransId="{7C5675CD-37F2-4B99-A90C-90D8841BB5D0}"/>
    <dgm:cxn modelId="{DD9A0173-B5CC-409B-AC9E-FBC7A03AB5D3}" type="presOf" srcId="{B7D0E52D-3C94-4E5A-85DA-3BED9786588B}" destId="{48AD53EE-2778-4DED-845E-26177D6490A5}" srcOrd="0" destOrd="0" presId="urn:microsoft.com/office/officeart/2005/8/layout/orgChart1"/>
    <dgm:cxn modelId="{8B0A10C4-8FCC-439F-905B-5867D41E6B91}" type="presOf" srcId="{9D68DCDA-ED02-40DA-9347-9E14C906990A}" destId="{43CF1A4E-6445-4FD6-8A98-5FD3C058A257}" srcOrd="1" destOrd="0" presId="urn:microsoft.com/office/officeart/2005/8/layout/orgChart1"/>
    <dgm:cxn modelId="{616FCC61-B151-4BC6-AFD3-25CDEC699D9F}" type="presOf" srcId="{3925D44F-82FE-4DBA-A13C-0512FA250244}" destId="{B81F56B5-BA20-47EF-B920-749A017941ED}" srcOrd="0" destOrd="0" presId="urn:microsoft.com/office/officeart/2005/8/layout/orgChart1"/>
    <dgm:cxn modelId="{6B271461-4EDF-4999-BEED-28C5F713FCF8}" type="presOf" srcId="{89E7AC53-F409-4078-9B31-8D814C4ED8F5}" destId="{85F5E7CF-D020-45AA-8A53-6780475832D6}" srcOrd="0" destOrd="0" presId="urn:microsoft.com/office/officeart/2005/8/layout/orgChart1"/>
    <dgm:cxn modelId="{46A711E4-C162-440A-A982-9994A75463FD}" srcId="{89E7AC53-F409-4078-9B31-8D814C4ED8F5}" destId="{B188A713-B34D-4909-B14B-CAD6AFD7C2D5}" srcOrd="1" destOrd="0" parTransId="{5C4B06D8-3243-497E-B4D0-0AA86188F483}" sibTransId="{A48CF603-6BDF-4507-9EBF-8A17CE82621F}"/>
    <dgm:cxn modelId="{3A335D89-5701-49C2-B390-E0EDE2AF92DA}" type="presOf" srcId="{9D68DCDA-ED02-40DA-9347-9E14C906990A}" destId="{38E78953-1BA8-43E0-9357-EFF20754D8F4}" srcOrd="0" destOrd="0" presId="urn:microsoft.com/office/officeart/2005/8/layout/orgChart1"/>
    <dgm:cxn modelId="{D1468F8A-19B4-4D9D-A3AB-BFD6BECE2FBE}" type="presOf" srcId="{89E7AC53-F409-4078-9B31-8D814C4ED8F5}" destId="{406B062F-9EDF-42F1-B966-73873EA80AAF}" srcOrd="1" destOrd="0" presId="urn:microsoft.com/office/officeart/2005/8/layout/orgChart1"/>
    <dgm:cxn modelId="{ABDBF9A4-2C7C-4B4A-8E34-6114EF0BF010}" srcId="{91D84ADF-B242-4283-820D-58FB9DED48CA}" destId="{9D68DCDA-ED02-40DA-9347-9E14C906990A}" srcOrd="0" destOrd="0" parTransId="{65C3E786-8BDE-495A-9EAD-DB0A7A11F384}" sibTransId="{4B27F085-510B-4DF3-AEC8-9962BA015EBE}"/>
    <dgm:cxn modelId="{A2948818-E3A0-4C51-BBD3-AD7149D792BF}" type="presOf" srcId="{4A813A84-7AFA-44B0-91EA-7160BD06AE27}" destId="{B6E6242B-B242-455A-8486-4A883320C45D}" srcOrd="0" destOrd="0" presId="urn:microsoft.com/office/officeart/2005/8/layout/orgChart1"/>
    <dgm:cxn modelId="{1E95B835-4EAF-4985-91BF-B2FBA9F52644}" type="presOf" srcId="{9B624B66-B2E8-4E2F-BE80-21A124911255}" destId="{2E0B5B70-DF9D-4C4B-BDF9-32A193B93A0E}" srcOrd="0" destOrd="0" presId="urn:microsoft.com/office/officeart/2005/8/layout/orgChart1"/>
    <dgm:cxn modelId="{4254A5EB-F7BC-4BE7-B105-DD8BBF3C3327}" type="presParOf" srcId="{4066761D-3CBD-4850-B2A6-4EDED30A4714}" destId="{312CD821-4910-426D-8FE4-4AD4B520D211}" srcOrd="0" destOrd="0" presId="urn:microsoft.com/office/officeart/2005/8/layout/orgChart1"/>
    <dgm:cxn modelId="{2431FB1D-76A3-444C-8CCC-91CCDBE11593}" type="presParOf" srcId="{312CD821-4910-426D-8FE4-4AD4B520D211}" destId="{8E91A6C9-CD3F-47A2-85CF-B6247E202B9F}" srcOrd="0" destOrd="0" presId="urn:microsoft.com/office/officeart/2005/8/layout/orgChart1"/>
    <dgm:cxn modelId="{C2BB3293-B329-44E9-B1EC-1AFAB53F8E98}" type="presParOf" srcId="{8E91A6C9-CD3F-47A2-85CF-B6247E202B9F}" destId="{FC1EAB21-14D6-44D5-A319-86CB0CF28264}" srcOrd="0" destOrd="0" presId="urn:microsoft.com/office/officeart/2005/8/layout/orgChart1"/>
    <dgm:cxn modelId="{37EFD63B-3EA8-4A36-80E4-369D5E713EFF}" type="presParOf" srcId="{8E91A6C9-CD3F-47A2-85CF-B6247E202B9F}" destId="{AF5D6265-0B29-4766-9991-46FD8EA9A80F}" srcOrd="1" destOrd="0" presId="urn:microsoft.com/office/officeart/2005/8/layout/orgChart1"/>
    <dgm:cxn modelId="{B0E6CE50-6A6D-4286-A243-A503342CD253}" type="presParOf" srcId="{312CD821-4910-426D-8FE4-4AD4B520D211}" destId="{B2849F8A-EC8D-4FFA-A417-592C49FEC03F}" srcOrd="1" destOrd="0" presId="urn:microsoft.com/office/officeart/2005/8/layout/orgChart1"/>
    <dgm:cxn modelId="{F5E6EC82-97C3-4A58-B786-6A81B1ECCD39}" type="presParOf" srcId="{B2849F8A-EC8D-4FFA-A417-592C49FEC03F}" destId="{F47B617D-F799-4B2C-9A42-6F00F0EA1EBD}" srcOrd="0" destOrd="0" presId="urn:microsoft.com/office/officeart/2005/8/layout/orgChart1"/>
    <dgm:cxn modelId="{8C847F96-9B8C-4753-B668-52BDE4BDF0C3}" type="presParOf" srcId="{B2849F8A-EC8D-4FFA-A417-592C49FEC03F}" destId="{8FAC5B4C-D521-404A-B2C0-BF3906D1B6BA}" srcOrd="1" destOrd="0" presId="urn:microsoft.com/office/officeart/2005/8/layout/orgChart1"/>
    <dgm:cxn modelId="{E8608A48-C110-4C96-ABAB-C739003019B1}" type="presParOf" srcId="{8FAC5B4C-D521-404A-B2C0-BF3906D1B6BA}" destId="{EB74222A-F5F4-445B-8FAA-278CD10D7004}" srcOrd="0" destOrd="0" presId="urn:microsoft.com/office/officeart/2005/8/layout/orgChart1"/>
    <dgm:cxn modelId="{95304CDB-4DE9-481C-93ED-90C0593989D5}" type="presParOf" srcId="{EB74222A-F5F4-445B-8FAA-278CD10D7004}" destId="{38E78953-1BA8-43E0-9357-EFF20754D8F4}" srcOrd="0" destOrd="0" presId="urn:microsoft.com/office/officeart/2005/8/layout/orgChart1"/>
    <dgm:cxn modelId="{DB2B351A-30C4-4748-A885-2299044D601B}" type="presParOf" srcId="{EB74222A-F5F4-445B-8FAA-278CD10D7004}" destId="{43CF1A4E-6445-4FD6-8A98-5FD3C058A257}" srcOrd="1" destOrd="0" presId="urn:microsoft.com/office/officeart/2005/8/layout/orgChart1"/>
    <dgm:cxn modelId="{81269FBC-9FC8-4E92-A129-33402E653E02}" type="presParOf" srcId="{8FAC5B4C-D521-404A-B2C0-BF3906D1B6BA}" destId="{2AC4A03B-D18D-4FA1-9057-6FEB7AB91C54}" srcOrd="1" destOrd="0" presId="urn:microsoft.com/office/officeart/2005/8/layout/orgChart1"/>
    <dgm:cxn modelId="{C8A69FF6-8A02-46A1-BB7B-6C57D326113B}" type="presParOf" srcId="{2AC4A03B-D18D-4FA1-9057-6FEB7AB91C54}" destId="{2E0B5B70-DF9D-4C4B-BDF9-32A193B93A0E}" srcOrd="0" destOrd="0" presId="urn:microsoft.com/office/officeart/2005/8/layout/orgChart1"/>
    <dgm:cxn modelId="{9668CCA1-2446-4919-801C-12E9724C21A1}" type="presParOf" srcId="{2AC4A03B-D18D-4FA1-9057-6FEB7AB91C54}" destId="{63FC8466-C883-4B11-A87E-45AC39956FE6}" srcOrd="1" destOrd="0" presId="urn:microsoft.com/office/officeart/2005/8/layout/orgChart1"/>
    <dgm:cxn modelId="{3CDE1B8C-60C3-4598-A3F8-02D645163E89}" type="presParOf" srcId="{63FC8466-C883-4B11-A87E-45AC39956FE6}" destId="{EC44C577-5B52-419F-8714-36BDBD4D79EC}" srcOrd="0" destOrd="0" presId="urn:microsoft.com/office/officeart/2005/8/layout/orgChart1"/>
    <dgm:cxn modelId="{2820ADCA-F9C9-4AD3-8F5D-68229684AA8A}" type="presParOf" srcId="{EC44C577-5B52-419F-8714-36BDBD4D79EC}" destId="{2F4B39C0-4208-4996-95B9-7EBABA08E810}" srcOrd="0" destOrd="0" presId="urn:microsoft.com/office/officeart/2005/8/layout/orgChart1"/>
    <dgm:cxn modelId="{0E2849BA-D953-4B93-9A6B-5367E5D40A29}" type="presParOf" srcId="{EC44C577-5B52-419F-8714-36BDBD4D79EC}" destId="{AC96F696-CE92-4A87-8FBF-8DC4F447668F}" srcOrd="1" destOrd="0" presId="urn:microsoft.com/office/officeart/2005/8/layout/orgChart1"/>
    <dgm:cxn modelId="{9C40550E-80A1-4265-AE40-CC887ABA7AF9}" type="presParOf" srcId="{63FC8466-C883-4B11-A87E-45AC39956FE6}" destId="{0B332024-60AA-455A-A90B-4EE52E17A9B6}" srcOrd="1" destOrd="0" presId="urn:microsoft.com/office/officeart/2005/8/layout/orgChart1"/>
    <dgm:cxn modelId="{BC0099DF-DABA-46EB-8E01-177CEC554FBB}" type="presParOf" srcId="{63FC8466-C883-4B11-A87E-45AC39956FE6}" destId="{0FCD1767-7AD8-44A1-A86E-14D0DCC836F4}" srcOrd="2" destOrd="0" presId="urn:microsoft.com/office/officeart/2005/8/layout/orgChart1"/>
    <dgm:cxn modelId="{1192708F-1DF3-4F9B-BB4E-FF7A6ADFD4C0}" type="presParOf" srcId="{2AC4A03B-D18D-4FA1-9057-6FEB7AB91C54}" destId="{EFD2F5A3-60E9-4CE6-9CDC-9106E69CF7A6}" srcOrd="2" destOrd="0" presId="urn:microsoft.com/office/officeart/2005/8/layout/orgChart1"/>
    <dgm:cxn modelId="{E3EB6830-7B3F-4470-9AF6-3063B6F02AC9}" type="presParOf" srcId="{2AC4A03B-D18D-4FA1-9057-6FEB7AB91C54}" destId="{89A98AE4-08E2-4E20-9F49-AEDB7A7D992D}" srcOrd="3" destOrd="0" presId="urn:microsoft.com/office/officeart/2005/8/layout/orgChart1"/>
    <dgm:cxn modelId="{3CC3FCBE-DE92-4F5C-A0A4-D016FC6C9CCC}" type="presParOf" srcId="{89A98AE4-08E2-4E20-9F49-AEDB7A7D992D}" destId="{B7C86592-00E2-44DD-B0FC-1C256CA0EC41}" srcOrd="0" destOrd="0" presId="urn:microsoft.com/office/officeart/2005/8/layout/orgChart1"/>
    <dgm:cxn modelId="{661F4874-B560-4550-B839-AF6501DA27A4}" type="presParOf" srcId="{B7C86592-00E2-44DD-B0FC-1C256CA0EC41}" destId="{B6E6242B-B242-455A-8486-4A883320C45D}" srcOrd="0" destOrd="0" presId="urn:microsoft.com/office/officeart/2005/8/layout/orgChart1"/>
    <dgm:cxn modelId="{6286EDDB-27BA-4C0A-959D-077A6DFE8235}" type="presParOf" srcId="{B7C86592-00E2-44DD-B0FC-1C256CA0EC41}" destId="{B95B3078-F62B-4137-A7C3-E6A6F9F5B7DE}" srcOrd="1" destOrd="0" presId="urn:microsoft.com/office/officeart/2005/8/layout/orgChart1"/>
    <dgm:cxn modelId="{50510A1A-6B34-4445-8380-4943D245D0CE}" type="presParOf" srcId="{89A98AE4-08E2-4E20-9F49-AEDB7A7D992D}" destId="{4B13C206-A44B-408E-8809-171C69DA3410}" srcOrd="1" destOrd="0" presId="urn:microsoft.com/office/officeart/2005/8/layout/orgChart1"/>
    <dgm:cxn modelId="{12BD0E2C-F708-4D89-BB4A-2FE2ACF87F72}" type="presParOf" srcId="{89A98AE4-08E2-4E20-9F49-AEDB7A7D992D}" destId="{E22ADB1E-CCCC-4279-9B4D-53BDAF35FDEC}" srcOrd="2" destOrd="0" presId="urn:microsoft.com/office/officeart/2005/8/layout/orgChart1"/>
    <dgm:cxn modelId="{B6FEDA48-C9B6-41EA-AA8C-50D53B15AAE2}" type="presParOf" srcId="{8FAC5B4C-D521-404A-B2C0-BF3906D1B6BA}" destId="{872F253E-D514-486E-BECE-AA79F30D508D}" srcOrd="2" destOrd="0" presId="urn:microsoft.com/office/officeart/2005/8/layout/orgChart1"/>
    <dgm:cxn modelId="{2E984EFC-74CB-44BC-8102-8879A18C243C}" type="presParOf" srcId="{B2849F8A-EC8D-4FFA-A417-592C49FEC03F}" destId="{BB839495-BC57-42DB-9BFC-A39249919856}" srcOrd="2" destOrd="0" presId="urn:microsoft.com/office/officeart/2005/8/layout/orgChart1"/>
    <dgm:cxn modelId="{86E3EF41-3E5E-4544-BE98-BB57B4BC7C3D}" type="presParOf" srcId="{B2849F8A-EC8D-4FFA-A417-592C49FEC03F}" destId="{FCB9B65D-FC9D-4B7D-8CCC-A3B8ECA8592F}" srcOrd="3" destOrd="0" presId="urn:microsoft.com/office/officeart/2005/8/layout/orgChart1"/>
    <dgm:cxn modelId="{C4DAA9E3-235C-4666-89E7-80D758F79068}" type="presParOf" srcId="{FCB9B65D-FC9D-4B7D-8CCC-A3B8ECA8592F}" destId="{1D81972C-7DE8-4F37-9559-325254D0D632}" srcOrd="0" destOrd="0" presId="urn:microsoft.com/office/officeart/2005/8/layout/orgChart1"/>
    <dgm:cxn modelId="{59A2E3D2-D627-44A9-A50F-320448FFA156}" type="presParOf" srcId="{1D81972C-7DE8-4F37-9559-325254D0D632}" destId="{85F5E7CF-D020-45AA-8A53-6780475832D6}" srcOrd="0" destOrd="0" presId="urn:microsoft.com/office/officeart/2005/8/layout/orgChart1"/>
    <dgm:cxn modelId="{D7D11BA1-43B9-415B-9E2B-10FDEC165C83}" type="presParOf" srcId="{1D81972C-7DE8-4F37-9559-325254D0D632}" destId="{406B062F-9EDF-42F1-B966-73873EA80AAF}" srcOrd="1" destOrd="0" presId="urn:microsoft.com/office/officeart/2005/8/layout/orgChart1"/>
    <dgm:cxn modelId="{09C9C749-61FA-4ABD-8A96-92AE370580CB}" type="presParOf" srcId="{FCB9B65D-FC9D-4B7D-8CCC-A3B8ECA8592F}" destId="{4A6D82F3-21E9-4598-9BEC-702DF26193D9}" srcOrd="1" destOrd="0" presId="urn:microsoft.com/office/officeart/2005/8/layout/orgChart1"/>
    <dgm:cxn modelId="{982FB4A2-F75B-4A5E-8C1C-60E2F495C5EE}" type="presParOf" srcId="{4A6D82F3-21E9-4598-9BEC-702DF26193D9}" destId="{48AD53EE-2778-4DED-845E-26177D6490A5}" srcOrd="0" destOrd="0" presId="urn:microsoft.com/office/officeart/2005/8/layout/orgChart1"/>
    <dgm:cxn modelId="{6ED19802-01D2-40F8-9D4C-655AB310C540}" type="presParOf" srcId="{4A6D82F3-21E9-4598-9BEC-702DF26193D9}" destId="{C9881C36-EA64-4523-AFC9-DA23B208EC65}" srcOrd="1" destOrd="0" presId="urn:microsoft.com/office/officeart/2005/8/layout/orgChart1"/>
    <dgm:cxn modelId="{1D9F2866-B883-407C-8E9F-3A9B833014E9}" type="presParOf" srcId="{C9881C36-EA64-4523-AFC9-DA23B208EC65}" destId="{DD696413-1690-4FBD-ADB9-CCD4C9B35D52}" srcOrd="0" destOrd="0" presId="urn:microsoft.com/office/officeart/2005/8/layout/orgChart1"/>
    <dgm:cxn modelId="{DDAFFAF5-D50A-45C5-BE2A-13E7F49674C7}" type="presParOf" srcId="{DD696413-1690-4FBD-ADB9-CCD4C9B35D52}" destId="{A9D62632-7CB1-4EAF-A712-389EDFC5175A}" srcOrd="0" destOrd="0" presId="urn:microsoft.com/office/officeart/2005/8/layout/orgChart1"/>
    <dgm:cxn modelId="{E24D8844-D07B-45CC-889A-240D8A5AA1D0}" type="presParOf" srcId="{DD696413-1690-4FBD-ADB9-CCD4C9B35D52}" destId="{378BA03F-FBEF-4879-9BD0-7CB1749D3629}" srcOrd="1" destOrd="0" presId="urn:microsoft.com/office/officeart/2005/8/layout/orgChart1"/>
    <dgm:cxn modelId="{903135F2-D228-4F05-9441-39C982373911}" type="presParOf" srcId="{C9881C36-EA64-4523-AFC9-DA23B208EC65}" destId="{340F5040-39A4-4255-AFE0-533602898151}" srcOrd="1" destOrd="0" presId="urn:microsoft.com/office/officeart/2005/8/layout/orgChart1"/>
    <dgm:cxn modelId="{83448AA6-BC5A-42C1-9D22-F5F35E08F8A4}" type="presParOf" srcId="{C9881C36-EA64-4523-AFC9-DA23B208EC65}" destId="{0427480C-5003-435D-9EEB-6F095A469CC0}" srcOrd="2" destOrd="0" presId="urn:microsoft.com/office/officeart/2005/8/layout/orgChart1"/>
    <dgm:cxn modelId="{9EF0FAF0-C340-4666-8568-3491AEE205E7}" type="presParOf" srcId="{4A6D82F3-21E9-4598-9BEC-702DF26193D9}" destId="{18E2C54E-538C-44F5-8F83-71D143F80F86}" srcOrd="2" destOrd="0" presId="urn:microsoft.com/office/officeart/2005/8/layout/orgChart1"/>
    <dgm:cxn modelId="{C6D4FAF7-B01F-4493-BEF2-07DD4A2F3BEF}" type="presParOf" srcId="{4A6D82F3-21E9-4598-9BEC-702DF26193D9}" destId="{C2D55B2A-3474-4E6F-90F7-4D57E5A40217}" srcOrd="3" destOrd="0" presId="urn:microsoft.com/office/officeart/2005/8/layout/orgChart1"/>
    <dgm:cxn modelId="{9915B272-673E-48EE-9C31-0F46EAB25982}" type="presParOf" srcId="{C2D55B2A-3474-4E6F-90F7-4D57E5A40217}" destId="{A8F3C970-A990-4AA9-B75B-7144859B8525}" srcOrd="0" destOrd="0" presId="urn:microsoft.com/office/officeart/2005/8/layout/orgChart1"/>
    <dgm:cxn modelId="{449D0919-83CC-4532-8CF5-92D16512B41D}" type="presParOf" srcId="{A8F3C970-A990-4AA9-B75B-7144859B8525}" destId="{5D4A5A35-DF9C-44A5-A0CD-05AF4C506F0E}" srcOrd="0" destOrd="0" presId="urn:microsoft.com/office/officeart/2005/8/layout/orgChart1"/>
    <dgm:cxn modelId="{EC7A2D65-813C-4E85-843A-B2AB51595702}" type="presParOf" srcId="{A8F3C970-A990-4AA9-B75B-7144859B8525}" destId="{4C9C31BF-DBAA-4D5A-9106-38047EE5A5AD}" srcOrd="1" destOrd="0" presId="urn:microsoft.com/office/officeart/2005/8/layout/orgChart1"/>
    <dgm:cxn modelId="{48D20016-813A-4A00-B732-AAB076F9594B}" type="presParOf" srcId="{C2D55B2A-3474-4E6F-90F7-4D57E5A40217}" destId="{B68439E5-0A99-4FEC-9FB6-C75602213795}" srcOrd="1" destOrd="0" presId="urn:microsoft.com/office/officeart/2005/8/layout/orgChart1"/>
    <dgm:cxn modelId="{91D115B6-E9D9-481A-B251-D5E43C84E70B}" type="presParOf" srcId="{C2D55B2A-3474-4E6F-90F7-4D57E5A40217}" destId="{670D74A9-FA4B-4117-8F84-58B9EDEB6A00}" srcOrd="2" destOrd="0" presId="urn:microsoft.com/office/officeart/2005/8/layout/orgChart1"/>
    <dgm:cxn modelId="{AA690D20-352F-4192-8B23-D8BC70ADC1F1}" type="presParOf" srcId="{4A6D82F3-21E9-4598-9BEC-702DF26193D9}" destId="{4735DFCE-D1CA-46D8-870A-BC3D5C8A9A0C}" srcOrd="4" destOrd="0" presId="urn:microsoft.com/office/officeart/2005/8/layout/orgChart1"/>
    <dgm:cxn modelId="{DEC6FC92-4DA5-456D-AEDA-41D743C1EE8F}" type="presParOf" srcId="{4A6D82F3-21E9-4598-9BEC-702DF26193D9}" destId="{87713EAA-7A05-4D06-AC33-664AB1206BE9}" srcOrd="5" destOrd="0" presId="urn:microsoft.com/office/officeart/2005/8/layout/orgChart1"/>
    <dgm:cxn modelId="{99504D8B-58AD-4B8A-A37C-B9ABEE8511AB}" type="presParOf" srcId="{87713EAA-7A05-4D06-AC33-664AB1206BE9}" destId="{28330BFC-5D9B-4F88-B2F6-1DC7B91D5C3B}" srcOrd="0" destOrd="0" presId="urn:microsoft.com/office/officeart/2005/8/layout/orgChart1"/>
    <dgm:cxn modelId="{E2BDC8F2-35A8-413E-85CE-0F822BDF3A01}" type="presParOf" srcId="{28330BFC-5D9B-4F88-B2F6-1DC7B91D5C3B}" destId="{72A077CA-EE95-423C-B593-4FC291E2F4AA}" srcOrd="0" destOrd="0" presId="urn:microsoft.com/office/officeart/2005/8/layout/orgChart1"/>
    <dgm:cxn modelId="{0154045C-C207-40F4-84A2-D92A44899C17}" type="presParOf" srcId="{28330BFC-5D9B-4F88-B2F6-1DC7B91D5C3B}" destId="{65646117-98B6-4610-9EB8-192E08995A21}" srcOrd="1" destOrd="0" presId="urn:microsoft.com/office/officeart/2005/8/layout/orgChart1"/>
    <dgm:cxn modelId="{E9C49B56-81A4-4D04-B144-C851436DF672}" type="presParOf" srcId="{87713EAA-7A05-4D06-AC33-664AB1206BE9}" destId="{A5EE97E1-9A6F-478C-B876-4FEEAB3B60D6}" srcOrd="1" destOrd="0" presId="urn:microsoft.com/office/officeart/2005/8/layout/orgChart1"/>
    <dgm:cxn modelId="{3AD331E9-1492-4E4F-B0EB-B7850ABD1260}" type="presParOf" srcId="{87713EAA-7A05-4D06-AC33-664AB1206BE9}" destId="{FC2F688B-70A9-41F6-B3EF-4F2E0C95E67C}" srcOrd="2" destOrd="0" presId="urn:microsoft.com/office/officeart/2005/8/layout/orgChart1"/>
    <dgm:cxn modelId="{F711E516-694C-40E3-B15D-63589863A706}" type="presParOf" srcId="{FCB9B65D-FC9D-4B7D-8CCC-A3B8ECA8592F}" destId="{DC05EC8E-0F28-441E-953A-776F2509E6D1}" srcOrd="2" destOrd="0" presId="urn:microsoft.com/office/officeart/2005/8/layout/orgChart1"/>
    <dgm:cxn modelId="{56E8E36B-7985-487A-B9EF-56A719CE108E}" type="presParOf" srcId="{B2849F8A-EC8D-4FFA-A417-592C49FEC03F}" destId="{9C71437A-F9FD-4DEF-B8A9-77B1FDE52E87}" srcOrd="4" destOrd="0" presId="urn:microsoft.com/office/officeart/2005/8/layout/orgChart1"/>
    <dgm:cxn modelId="{C9497104-E5E3-4A95-9A85-86BED3AB7BD0}" type="presParOf" srcId="{B2849F8A-EC8D-4FFA-A417-592C49FEC03F}" destId="{1E221CA1-F435-4E9C-8C65-AFEC5D9F0F5C}" srcOrd="5" destOrd="0" presId="urn:microsoft.com/office/officeart/2005/8/layout/orgChart1"/>
    <dgm:cxn modelId="{C00109ED-C1C3-403A-82F3-4E225B164A72}" type="presParOf" srcId="{1E221CA1-F435-4E9C-8C65-AFEC5D9F0F5C}" destId="{92902763-6A4A-4371-AD5E-9873AD2CCD53}" srcOrd="0" destOrd="0" presId="urn:microsoft.com/office/officeart/2005/8/layout/orgChart1"/>
    <dgm:cxn modelId="{21813ABB-58A8-49A6-8898-3756FB22264A}" type="presParOf" srcId="{92902763-6A4A-4371-AD5E-9873AD2CCD53}" destId="{6FBFACD9-3D50-41F5-8B9E-74B9755372E8}" srcOrd="0" destOrd="0" presId="urn:microsoft.com/office/officeart/2005/8/layout/orgChart1"/>
    <dgm:cxn modelId="{8E61803A-0E0B-43EA-BE9B-76F5D0895C33}" type="presParOf" srcId="{92902763-6A4A-4371-AD5E-9873AD2CCD53}" destId="{D46AF03D-0099-4109-9BE4-11FF323BA6C3}" srcOrd="1" destOrd="0" presId="urn:microsoft.com/office/officeart/2005/8/layout/orgChart1"/>
    <dgm:cxn modelId="{D0A91646-D6CE-4D44-AF9D-485B00628784}" type="presParOf" srcId="{1E221CA1-F435-4E9C-8C65-AFEC5D9F0F5C}" destId="{68B42C9B-4FCC-41FE-8F6F-A610DFBEFC5E}" srcOrd="1" destOrd="0" presId="urn:microsoft.com/office/officeart/2005/8/layout/orgChart1"/>
    <dgm:cxn modelId="{658D919B-9093-4820-81E5-A1E75B13A73D}" type="presParOf" srcId="{1E221CA1-F435-4E9C-8C65-AFEC5D9F0F5C}" destId="{C3F64BC3-AC04-4B67-81E8-4909ED662C06}" srcOrd="2" destOrd="0" presId="urn:microsoft.com/office/officeart/2005/8/layout/orgChart1"/>
    <dgm:cxn modelId="{6AF5B3CA-6B4F-40AE-9750-FF59E73C2786}" type="presParOf" srcId="{B2849F8A-EC8D-4FFA-A417-592C49FEC03F}" destId="{B81F56B5-BA20-47EF-B920-749A017941ED}" srcOrd="6" destOrd="0" presId="urn:microsoft.com/office/officeart/2005/8/layout/orgChart1"/>
    <dgm:cxn modelId="{9BF73E63-2C75-4C94-807B-7D66E4711932}" type="presParOf" srcId="{B2849F8A-EC8D-4FFA-A417-592C49FEC03F}" destId="{03197D51-7792-41F7-9C35-B45330773C3F}" srcOrd="7" destOrd="0" presId="urn:microsoft.com/office/officeart/2005/8/layout/orgChart1"/>
    <dgm:cxn modelId="{CE13FD2D-31DD-4299-ADF0-A9DDB5438996}" type="presParOf" srcId="{03197D51-7792-41F7-9C35-B45330773C3F}" destId="{C05F4422-CD6B-4A53-9D45-2E1C8CB57482}" srcOrd="0" destOrd="0" presId="urn:microsoft.com/office/officeart/2005/8/layout/orgChart1"/>
    <dgm:cxn modelId="{64EA8174-896F-45BA-8926-03305D50E9EC}" type="presParOf" srcId="{C05F4422-CD6B-4A53-9D45-2E1C8CB57482}" destId="{FEF7E625-78C6-4699-9780-4480B0CC31C0}" srcOrd="0" destOrd="0" presId="urn:microsoft.com/office/officeart/2005/8/layout/orgChart1"/>
    <dgm:cxn modelId="{750EE972-2080-447D-9D20-110D138C207F}" type="presParOf" srcId="{C05F4422-CD6B-4A53-9D45-2E1C8CB57482}" destId="{79444466-3C4D-4163-B793-AA30BCC75F30}" srcOrd="1" destOrd="0" presId="urn:microsoft.com/office/officeart/2005/8/layout/orgChart1"/>
    <dgm:cxn modelId="{4DA2A925-5C8E-470E-A342-6005570BCFEA}" type="presParOf" srcId="{03197D51-7792-41F7-9C35-B45330773C3F}" destId="{A9C9C537-AF57-4A97-A8F5-B36DCACB2633}" srcOrd="1" destOrd="0" presId="urn:microsoft.com/office/officeart/2005/8/layout/orgChart1"/>
    <dgm:cxn modelId="{3E6B3700-8369-4331-B1AB-2FE3E83E7729}" type="presParOf" srcId="{03197D51-7792-41F7-9C35-B45330773C3F}" destId="{25ACDFC2-DAF3-4B27-B372-D6F1216C479A}" srcOrd="2" destOrd="0" presId="urn:microsoft.com/office/officeart/2005/8/layout/orgChart1"/>
    <dgm:cxn modelId="{39492179-A9A2-4FF8-92C3-1722FA9E6B01}" type="presParOf" srcId="{312CD821-4910-426D-8FE4-4AD4B520D211}" destId="{CAF1E0A6-0329-41A3-B0A0-AE493B2494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F56B5-BA20-47EF-B920-749A017941ED}">
      <dsp:nvSpPr>
        <dsp:cNvPr id="0" name=""/>
        <dsp:cNvSpPr/>
      </dsp:nvSpPr>
      <dsp:spPr>
        <a:xfrm>
          <a:off x="2825347" y="539442"/>
          <a:ext cx="2108402" cy="2363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252"/>
              </a:lnTo>
              <a:lnTo>
                <a:pt x="2108402" y="123252"/>
              </a:lnTo>
              <a:lnTo>
                <a:pt x="2108402" y="2363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71437A-F9FD-4DEF-B8A9-77B1FDE52E87}">
      <dsp:nvSpPr>
        <dsp:cNvPr id="0" name=""/>
        <dsp:cNvSpPr/>
      </dsp:nvSpPr>
      <dsp:spPr>
        <a:xfrm>
          <a:off x="2825347" y="539442"/>
          <a:ext cx="892417" cy="2363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252"/>
              </a:lnTo>
              <a:lnTo>
                <a:pt x="892417" y="123252"/>
              </a:lnTo>
              <a:lnTo>
                <a:pt x="892417" y="2363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5DFCE-D1CA-46D8-870A-BC3D5C8A9A0C}">
      <dsp:nvSpPr>
        <dsp:cNvPr id="0" name=""/>
        <dsp:cNvSpPr/>
      </dsp:nvSpPr>
      <dsp:spPr>
        <a:xfrm>
          <a:off x="534813" y="1328272"/>
          <a:ext cx="148456" cy="1929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9751"/>
              </a:lnTo>
              <a:lnTo>
                <a:pt x="148456" y="19297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2C54E-538C-44F5-8F83-71D143F80F86}">
      <dsp:nvSpPr>
        <dsp:cNvPr id="0" name=""/>
        <dsp:cNvSpPr/>
      </dsp:nvSpPr>
      <dsp:spPr>
        <a:xfrm>
          <a:off x="534813" y="1328272"/>
          <a:ext cx="127368" cy="1241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1749"/>
              </a:lnTo>
              <a:lnTo>
                <a:pt x="127368" y="12417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AD53EE-2778-4DED-845E-26177D6490A5}">
      <dsp:nvSpPr>
        <dsp:cNvPr id="0" name=""/>
        <dsp:cNvSpPr/>
      </dsp:nvSpPr>
      <dsp:spPr>
        <a:xfrm>
          <a:off x="534813" y="1328272"/>
          <a:ext cx="131377" cy="530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0035"/>
              </a:lnTo>
              <a:lnTo>
                <a:pt x="131377" y="5300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839495-BC57-42DB-9BFC-A39249919856}">
      <dsp:nvSpPr>
        <dsp:cNvPr id="0" name=""/>
        <dsp:cNvSpPr/>
      </dsp:nvSpPr>
      <dsp:spPr>
        <a:xfrm>
          <a:off x="965842" y="539442"/>
          <a:ext cx="1859504" cy="250044"/>
        </a:xfrm>
        <a:custGeom>
          <a:avLst/>
          <a:gdLst/>
          <a:ahLst/>
          <a:cxnLst/>
          <a:rect l="0" t="0" r="0" b="0"/>
          <a:pathLst>
            <a:path>
              <a:moveTo>
                <a:pt x="1859504" y="0"/>
              </a:moveTo>
              <a:lnTo>
                <a:pt x="1859504" y="136899"/>
              </a:lnTo>
              <a:lnTo>
                <a:pt x="0" y="136899"/>
              </a:lnTo>
              <a:lnTo>
                <a:pt x="0" y="250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2F5A3-60E9-4CE6-9CDC-9106E69CF7A6}">
      <dsp:nvSpPr>
        <dsp:cNvPr id="0" name=""/>
        <dsp:cNvSpPr/>
      </dsp:nvSpPr>
      <dsp:spPr>
        <a:xfrm>
          <a:off x="1992594" y="1328272"/>
          <a:ext cx="227766" cy="1182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704"/>
              </a:lnTo>
              <a:lnTo>
                <a:pt x="227766" y="11827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B5B70-DF9D-4C4B-BDF9-32A193B93A0E}">
      <dsp:nvSpPr>
        <dsp:cNvPr id="0" name=""/>
        <dsp:cNvSpPr/>
      </dsp:nvSpPr>
      <dsp:spPr>
        <a:xfrm>
          <a:off x="1992594" y="1328272"/>
          <a:ext cx="206031" cy="490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0871"/>
              </a:lnTo>
              <a:lnTo>
                <a:pt x="206031" y="4908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B617D-F799-4B2C-9A42-6F00F0EA1EBD}">
      <dsp:nvSpPr>
        <dsp:cNvPr id="0" name=""/>
        <dsp:cNvSpPr/>
      </dsp:nvSpPr>
      <dsp:spPr>
        <a:xfrm>
          <a:off x="2423623" y="539442"/>
          <a:ext cx="401723" cy="250044"/>
        </a:xfrm>
        <a:custGeom>
          <a:avLst/>
          <a:gdLst/>
          <a:ahLst/>
          <a:cxnLst/>
          <a:rect l="0" t="0" r="0" b="0"/>
          <a:pathLst>
            <a:path>
              <a:moveTo>
                <a:pt x="401723" y="0"/>
              </a:moveTo>
              <a:lnTo>
                <a:pt x="401723" y="136899"/>
              </a:lnTo>
              <a:lnTo>
                <a:pt x="0" y="136899"/>
              </a:lnTo>
              <a:lnTo>
                <a:pt x="0" y="250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EAB21-14D6-44D5-A319-86CB0CF28264}">
      <dsp:nvSpPr>
        <dsp:cNvPr id="0" name=""/>
        <dsp:cNvSpPr/>
      </dsp:nvSpPr>
      <dsp:spPr>
        <a:xfrm>
          <a:off x="2286561" y="656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Command Function</a:t>
          </a:r>
        </a:p>
      </dsp:txBody>
      <dsp:txXfrm>
        <a:off x="2286561" y="656"/>
        <a:ext cx="1077570" cy="538785"/>
      </dsp:txXfrm>
    </dsp:sp>
    <dsp:sp modelId="{38E78953-1BA8-43E0-9357-EFF20754D8F4}">
      <dsp:nvSpPr>
        <dsp:cNvPr id="0" name=""/>
        <dsp:cNvSpPr/>
      </dsp:nvSpPr>
      <dsp:spPr>
        <a:xfrm>
          <a:off x="1884837" y="789486"/>
          <a:ext cx="1077570" cy="53878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Planning Function</a:t>
          </a:r>
        </a:p>
      </dsp:txBody>
      <dsp:txXfrm>
        <a:off x="1884837" y="789486"/>
        <a:ext cx="1077570" cy="538785"/>
      </dsp:txXfrm>
    </dsp:sp>
    <dsp:sp modelId="{2F4B39C0-4208-4996-95B9-7EBABA08E810}">
      <dsp:nvSpPr>
        <dsp:cNvPr id="0" name=""/>
        <dsp:cNvSpPr/>
      </dsp:nvSpPr>
      <dsp:spPr>
        <a:xfrm>
          <a:off x="2198626" y="1549750"/>
          <a:ext cx="1457015" cy="53878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Response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Planning</a:t>
          </a:r>
        </a:p>
      </dsp:txBody>
      <dsp:txXfrm>
        <a:off x="2198626" y="1549750"/>
        <a:ext cx="1457015" cy="538785"/>
      </dsp:txXfrm>
    </dsp:sp>
    <dsp:sp modelId="{B6E6242B-B242-455A-8486-4A883320C45D}">
      <dsp:nvSpPr>
        <dsp:cNvPr id="0" name=""/>
        <dsp:cNvSpPr/>
      </dsp:nvSpPr>
      <dsp:spPr>
        <a:xfrm>
          <a:off x="2220361" y="2241583"/>
          <a:ext cx="1457015" cy="538785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Resource Deployment</a:t>
          </a:r>
        </a:p>
      </dsp:txBody>
      <dsp:txXfrm>
        <a:off x="2220361" y="2241583"/>
        <a:ext cx="1457015" cy="538785"/>
      </dsp:txXfrm>
    </dsp:sp>
    <dsp:sp modelId="{85F5E7CF-D020-45AA-8A53-6780475832D6}">
      <dsp:nvSpPr>
        <dsp:cNvPr id="0" name=""/>
        <dsp:cNvSpPr/>
      </dsp:nvSpPr>
      <dsp:spPr>
        <a:xfrm>
          <a:off x="427056" y="789486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Operations Function</a:t>
          </a:r>
        </a:p>
      </dsp:txBody>
      <dsp:txXfrm>
        <a:off x="427056" y="789486"/>
        <a:ext cx="1077570" cy="538785"/>
      </dsp:txXfrm>
    </dsp:sp>
    <dsp:sp modelId="{A9D62632-7CB1-4EAF-A712-389EDFC5175A}">
      <dsp:nvSpPr>
        <dsp:cNvPr id="0" name=""/>
        <dsp:cNvSpPr/>
      </dsp:nvSpPr>
      <dsp:spPr>
        <a:xfrm>
          <a:off x="666191" y="1588915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Booming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Operations</a:t>
          </a:r>
        </a:p>
      </dsp:txBody>
      <dsp:txXfrm>
        <a:off x="666191" y="1588915"/>
        <a:ext cx="1077570" cy="538785"/>
      </dsp:txXfrm>
    </dsp:sp>
    <dsp:sp modelId="{5D4A5A35-DF9C-44A5-A0CD-05AF4C506F0E}">
      <dsp:nvSpPr>
        <dsp:cNvPr id="0" name=""/>
        <dsp:cNvSpPr/>
      </dsp:nvSpPr>
      <dsp:spPr>
        <a:xfrm>
          <a:off x="662182" y="2300629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At-Sea Recovery</a:t>
          </a:r>
        </a:p>
      </dsp:txBody>
      <dsp:txXfrm>
        <a:off x="662182" y="2300629"/>
        <a:ext cx="1077570" cy="538785"/>
      </dsp:txXfrm>
    </dsp:sp>
    <dsp:sp modelId="{72A077CA-EE95-423C-B593-4FC291E2F4AA}">
      <dsp:nvSpPr>
        <dsp:cNvPr id="0" name=""/>
        <dsp:cNvSpPr/>
      </dsp:nvSpPr>
      <dsp:spPr>
        <a:xfrm>
          <a:off x="683270" y="2988631"/>
          <a:ext cx="3669861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Near-shore Containment &amp; Recovery</a:t>
          </a:r>
        </a:p>
      </dsp:txBody>
      <dsp:txXfrm>
        <a:off x="683270" y="2988631"/>
        <a:ext cx="3669861" cy="538785"/>
      </dsp:txXfrm>
    </dsp:sp>
    <dsp:sp modelId="{6FBFACD9-3D50-41F5-8B9E-74B9755372E8}">
      <dsp:nvSpPr>
        <dsp:cNvPr id="0" name=""/>
        <dsp:cNvSpPr/>
      </dsp:nvSpPr>
      <dsp:spPr>
        <a:xfrm>
          <a:off x="3178978" y="775839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Logistics</a:t>
          </a:r>
        </a:p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sz="1600" kern="1200" dirty="0"/>
            <a:t>Function</a:t>
          </a:r>
        </a:p>
      </dsp:txBody>
      <dsp:txXfrm>
        <a:off x="3178978" y="775839"/>
        <a:ext cx="1077570" cy="538785"/>
      </dsp:txXfrm>
    </dsp:sp>
    <dsp:sp modelId="{FEF7E625-78C6-4699-9780-4480B0CC31C0}">
      <dsp:nvSpPr>
        <dsp:cNvPr id="0" name=""/>
        <dsp:cNvSpPr/>
      </dsp:nvSpPr>
      <dsp:spPr>
        <a:xfrm>
          <a:off x="4394963" y="775839"/>
          <a:ext cx="1077570" cy="5387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/>
            <a:t>Finance Function</a:t>
          </a:r>
        </a:p>
      </dsp:txBody>
      <dsp:txXfrm>
        <a:off x="4394963" y="775839"/>
        <a:ext cx="1077570" cy="538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81328" y="2907792"/>
            <a:ext cx="9921240" cy="9235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in Fast Water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43000" y="130175"/>
            <a:ext cx="98846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Objective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99032" y="963402"/>
            <a:ext cx="98846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To understand the basics of fast current response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To enable you to develop fast water response strategies in either open water or fast water from the perspective of the incident command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To consider how these strategies may be applied within the incident command system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To be aware of the specific safety issues when working near fast water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358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05256" y="1160187"/>
            <a:ext cx="105521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Fast water refers to any situation where river, harbour or estuary surface current velocities are expected to exceed 1 (one) knot</a:t>
            </a:r>
          </a:p>
          <a:p>
            <a:pPr algn="just"/>
            <a:r>
              <a:rPr lang="en-GB" altLang="en-US" dirty="0" smtClean="0"/>
              <a:t>This module will consider both Fast Water and Open Water response where surface currents exceed 1 (one) knot</a:t>
            </a:r>
          </a:p>
          <a:p>
            <a:pPr algn="just"/>
            <a:r>
              <a:rPr lang="en-GB" altLang="en-US" dirty="0" smtClean="0"/>
              <a:t>This level considers fast water response from the Incident Command perspective</a:t>
            </a:r>
          </a:p>
          <a:p>
            <a:pPr algn="just"/>
            <a:r>
              <a:rPr lang="en-GB" altLang="en-US" dirty="0" smtClean="0"/>
              <a:t>Operational fast water procedures are covered in Level 1  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79" y="130175"/>
            <a:ext cx="940265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07008" y="1342749"/>
            <a:ext cx="100584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We have seen how booms may fail operationally in five main modes</a:t>
            </a:r>
          </a:p>
          <a:p>
            <a:pPr algn="just"/>
            <a:r>
              <a:rPr lang="en-GB" altLang="en-US" dirty="0" smtClean="0"/>
              <a:t>In respect of Open Water we will focus on two of the failure modes: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Entrainment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Typically occurs when the velocity difference between the boom and the water surface exceeds 0.35 – 0.5 m/s (approximately 0.7 – 1.0 knots)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Drainage</a:t>
            </a:r>
          </a:p>
          <a:p>
            <a:pPr lvl="2" indent="-4302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Occurs at around 0.7 knots in deep water</a:t>
            </a: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8870" y="1773238"/>
            <a:ext cx="7078663" cy="2735262"/>
          </a:xfrm>
          <a:prstGeom prst="rect">
            <a:avLst/>
          </a:prstGeom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44633" y="6021388"/>
            <a:ext cx="5729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200" b="1">
                <a:latin typeface="Arial" panose="020B0604020202020204" pitchFamily="34" charset="0"/>
              </a:rPr>
              <a:t>Source: Fingas, “The Basics of Oil Spill Clean-up” 2001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7452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73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4672" y="1085719"/>
            <a:ext cx="104515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We can reduce the likelihood of these failure types by reducing the boom speed through the water to less than 0.7 </a:t>
            </a:r>
            <a:r>
              <a:rPr lang="en-GB" altLang="en-US" dirty="0" smtClean="0"/>
              <a:t>knots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This can be achieved by skilful handling of the vessels involved and reducing the relative velocity between the boom and </a:t>
            </a:r>
            <a:r>
              <a:rPr lang="en-GB" altLang="en-US" dirty="0" smtClean="0"/>
              <a:t>tide/current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This requires a high level of seamanship especially when manoeuvring multiple vessels and altering or reversing course with boom deployed  </a:t>
            </a: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73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5545" y="1098233"/>
            <a:ext cx="6530975" cy="4897437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274495" y="1101408"/>
            <a:ext cx="9620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Tahoma" panose="020B0604030504040204" pitchFamily="34" charset="0"/>
              </a:rPr>
              <a:t>Source: CEDRE</a:t>
            </a:r>
            <a:endParaRPr lang="en-US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22960" y="130175"/>
            <a:ext cx="1003096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09621" y="1143953"/>
            <a:ext cx="643255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73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615184" y="1424047"/>
            <a:ext cx="87599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Requires continuous monitoring: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Boom tensions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Wave height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Wave direction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Wind direction and speed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Relative wind direction and speed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Tide/current rate and direction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Vessel(s) speed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Distances between vessels (if appropriate)</a:t>
            </a:r>
          </a:p>
          <a:p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8264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73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52118" y="1341438"/>
            <a:ext cx="3527425" cy="47847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There have been some technical developments in boom design and manufacturing that have raised the entrainment loss limit 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656" y="1341438"/>
            <a:ext cx="5338762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502331" y="4808538"/>
            <a:ext cx="1104900" cy="2159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800" dirty="0">
                <a:solidFill>
                  <a:schemeClr val="bg1"/>
                </a:solidFill>
                <a:latin typeface="+mj-lt"/>
              </a:rPr>
              <a:t>Source: NOFI </a:t>
            </a:r>
          </a:p>
        </p:txBody>
      </p:sp>
    </p:spTree>
    <p:extLst>
      <p:ext uri="{BB962C8B-B14F-4D97-AF65-F5344CB8AC3E}">
        <p14:creationId xmlns:p14="http://schemas.microsoft.com/office/powerpoint/2010/main" val="335268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130175"/>
            <a:ext cx="9473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Open Water </a:t>
            </a:r>
            <a:r>
              <a:rPr lang="en-GB" altLang="en-US" sz="4000" b="1" dirty="0"/>
              <a:t>C</a:t>
            </a:r>
            <a:r>
              <a:rPr lang="en-GB" altLang="en-US" sz="4000" b="1" dirty="0" smtClean="0"/>
              <a:t>ontainment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92302" y="1160187"/>
            <a:ext cx="101955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An understanding of current and tidal patterns can be gained by referring to local charts and publications</a:t>
            </a:r>
          </a:p>
          <a:p>
            <a:pPr marL="0" indent="0" algn="just">
              <a:buNone/>
            </a:pPr>
            <a:r>
              <a:rPr lang="en-GB" altLang="en-US" dirty="0" smtClean="0"/>
              <a:t> </a:t>
            </a:r>
          </a:p>
          <a:p>
            <a:pPr algn="just"/>
            <a:r>
              <a:rPr lang="en-GB" altLang="en-US" dirty="0" smtClean="0"/>
              <a:t>However local knowledge is invaluable for understanding the local current patterns, tidal flow, </a:t>
            </a:r>
            <a:r>
              <a:rPr lang="en-GB" altLang="en-US" dirty="0" err="1" smtClean="0"/>
              <a:t>etc</a:t>
            </a:r>
            <a:endParaRPr lang="en-GB" altLang="en-US" dirty="0" smtClean="0"/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Relevant local knowledge can be accessed through the employment of local fishermen and other water users</a:t>
            </a:r>
          </a:p>
        </p:txBody>
      </p:sp>
    </p:spTree>
    <p:extLst>
      <p:ext uri="{BB962C8B-B14F-4D97-AF65-F5344CB8AC3E}">
        <p14:creationId xmlns:p14="http://schemas.microsoft.com/office/powerpoint/2010/main" val="350675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7592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Fast Water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66038" y="1342749"/>
            <a:ext cx="98480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Local knowledge is equally important when considering Fast Water containment in rivers, river mouths, estuaries and harbour mouths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Our objective is to select a containment area where a lower current exists</a:t>
            </a:r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7592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Fast Water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73430" y="963402"/>
            <a:ext cx="104333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Natural collection sites should be identified and categorized in the contingency planning process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These typically occur where there is a stagnation zone in the river flow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Identification of there zones will require a survey and testing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These can be validated during the shoreline survey phase of a response in case of seasonal variances or recent developments with access, </a:t>
            </a:r>
            <a:r>
              <a:rPr lang="en-GB" altLang="en-US" dirty="0" err="1" smtClean="0"/>
              <a:t>etc</a:t>
            </a:r>
            <a:endParaRPr lang="en-GB" altLang="en-US" dirty="0" smtClean="0"/>
          </a:p>
          <a:p>
            <a:pPr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292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7592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Fast Water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4128" y="1273810"/>
            <a:ext cx="106619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Areas where debris tends to collect indicate natural collection points,</a:t>
            </a:r>
          </a:p>
          <a:p>
            <a:pPr marL="0" indent="0">
              <a:buNone/>
            </a:pPr>
            <a:r>
              <a:rPr lang="en-GB" altLang="en-US" dirty="0" smtClean="0"/>
              <a:t> </a:t>
            </a:r>
          </a:p>
          <a:p>
            <a:r>
              <a:rPr lang="en-GB" altLang="en-US" dirty="0" smtClean="0"/>
              <a:t>Viable sites should have good access, sufficient depth for boom and vessel operations and good mooring for booms and anchors</a:t>
            </a:r>
          </a:p>
          <a:p>
            <a:endParaRPr lang="en-GB" altLang="en-US" dirty="0" smtClean="0"/>
          </a:p>
          <a:p>
            <a:r>
              <a:rPr lang="en-GB" altLang="en-US" dirty="0" smtClean="0"/>
              <a:t>Debris which will impede recovery operations, therefore cleaning the site prior to the arrival of oil is strongly recommended</a:t>
            </a:r>
          </a:p>
        </p:txBody>
      </p:sp>
    </p:spTree>
    <p:extLst>
      <p:ext uri="{BB962C8B-B14F-4D97-AF65-F5344CB8AC3E}">
        <p14:creationId xmlns:p14="http://schemas.microsoft.com/office/powerpoint/2010/main" val="391981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7592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Fast Water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34440" y="1342749"/>
            <a:ext cx="992124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mtClean="0"/>
              <a:t>Accurate determination of current direction and velocity is important for selecting the appropriate tactics to be employed and for correct equipment deployment</a:t>
            </a:r>
          </a:p>
          <a:p>
            <a:pPr algn="just"/>
            <a:r>
              <a:rPr lang="en-GB" altLang="en-US" smtClean="0"/>
              <a:t>Current metres and timing of floating debris over a measured distance can assist calculation of the current velocity</a:t>
            </a:r>
          </a:p>
          <a:p>
            <a:pPr algn="just"/>
            <a:r>
              <a:rPr lang="en-GB" altLang="en-US" smtClean="0"/>
              <a:t>Current velocity can also be estimated by observing the incline of buoys, floating debris and the turbulence around buoys and pilings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580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07592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Fast Water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33856" y="1342749"/>
            <a:ext cx="96743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 smtClean="0"/>
              <a:t>Local knowledge is critical, especially in tidal conditions where the current direction and velocity can be very variable</a:t>
            </a:r>
          </a:p>
          <a:p>
            <a:r>
              <a:rPr lang="en-GB" altLang="en-US" dirty="0" smtClean="0"/>
              <a:t>Sources of local knowledge include: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Harbour pilots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Local fishermen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Local Coast Guard, life-saving or water police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dirty="0" smtClean="0"/>
              <a:t>Local water users</a:t>
            </a:r>
          </a:p>
          <a:p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031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3619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Hydrodynamic Considerations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72668" y="1085720"/>
            <a:ext cx="10501884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Rivers and canals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Current velocities are highest in the deep channels of the river and diminish as depth decreases near shore, due to bottom friction </a:t>
            </a:r>
            <a:r>
              <a:rPr lang="en-GB" altLang="en-US" dirty="0" smtClean="0"/>
              <a:t>effects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Oil will generally follow the higher current flow </a:t>
            </a:r>
            <a:r>
              <a:rPr lang="en-GB" altLang="en-US" dirty="0" smtClean="0"/>
              <a:t>downriver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It will be distributed much like river debris in areas where slow current, eddies, etc. </a:t>
            </a:r>
            <a:r>
              <a:rPr lang="en-GB" altLang="en-US" dirty="0" smtClean="0"/>
              <a:t>exist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Differential surface velocities tend to separate and stretch the oil slick into elongated ribbons over long distances downstream </a:t>
            </a:r>
          </a:p>
          <a:p>
            <a:pPr lvl="2"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7723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199" y="130175"/>
            <a:ext cx="10781919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Hydrodynamic Considerations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45426" y="1342750"/>
            <a:ext cx="10781919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Rivers and canals (contd.)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Changes in water levels due to runoff and dam release can dramatically change the currents and flow patterns</a:t>
            </a:r>
            <a:r>
              <a:rPr lang="en-GB" altLang="en-US" dirty="0" smtClean="0"/>
              <a:t>.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Containment and Recovery Plans should anticipate seasonal variances and changes in water </a:t>
            </a:r>
            <a:r>
              <a:rPr lang="en-GB" altLang="en-US" dirty="0" smtClean="0"/>
              <a:t>levels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Collection points may have to be relocated if significant changes in river height occur during operations</a:t>
            </a:r>
          </a:p>
        </p:txBody>
      </p:sp>
    </p:spTree>
    <p:extLst>
      <p:ext uri="{BB962C8B-B14F-4D97-AF65-F5344CB8AC3E}">
        <p14:creationId xmlns:p14="http://schemas.microsoft.com/office/powerpoint/2010/main" val="428011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413003" y="1"/>
            <a:ext cx="6074883" cy="1219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Typical River</a:t>
            </a:r>
            <a:endParaRPr lang="en-GB" altLang="en-US" b="1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r="20547"/>
          <a:stretch>
            <a:fillRect/>
          </a:stretch>
        </p:blipFill>
        <p:spPr bwMode="auto">
          <a:xfrm>
            <a:off x="6312154" y="0"/>
            <a:ext cx="4578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784604" y="1310301"/>
            <a:ext cx="4724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dirty="0"/>
              <a:t>Flow patterns </a:t>
            </a:r>
            <a:endParaRPr lang="en-GB" altLang="en-US" dirty="0" smtClean="0"/>
          </a:p>
          <a:p>
            <a:pPr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dirty="0" smtClean="0"/>
              <a:t>Fast </a:t>
            </a:r>
            <a:r>
              <a:rPr lang="en-GB" altLang="en-US" dirty="0"/>
              <a:t>current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dirty="0"/>
              <a:t>Slow current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dirty="0"/>
              <a:t>Eddy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dirty="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dirty="0"/>
              <a:t>Turbulence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4337304" y="685800"/>
            <a:ext cx="5334000" cy="4800600"/>
            <a:chOff x="2590800" y="685800"/>
            <a:chExt cx="5334000" cy="4800600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2590800" y="685800"/>
              <a:ext cx="3352800" cy="1905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2590800" y="2438400"/>
              <a:ext cx="4191000" cy="152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590800" y="2590800"/>
              <a:ext cx="5334000" cy="1524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590800" y="2590800"/>
              <a:ext cx="5105400" cy="2895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055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33474" y="130175"/>
            <a:ext cx="997267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Hydrodynamic Considerations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33474" y="1160188"/>
            <a:ext cx="9972675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Tidal inlets</a:t>
            </a:r>
          </a:p>
          <a:p>
            <a:pPr lvl="1" indent="-328613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Inlets, attached bays and tributaries are generally environmentally sensitive areas that must be protected during flood tides to prevent oil from entering</a:t>
            </a:r>
          </a:p>
          <a:p>
            <a:pPr lvl="1" indent="-328613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328613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Tides will significantly complicate response operations</a:t>
            </a:r>
          </a:p>
          <a:p>
            <a:pPr lvl="1" indent="-328613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328613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Tidal effects requires the constant tending of deflection booms and often requires the re-positioning of equipment on each tidal cycle </a:t>
            </a:r>
          </a:p>
        </p:txBody>
      </p:sp>
    </p:spTree>
    <p:extLst>
      <p:ext uri="{BB962C8B-B14F-4D97-AF65-F5344CB8AC3E}">
        <p14:creationId xmlns:p14="http://schemas.microsoft.com/office/powerpoint/2010/main" val="180594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76212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Tidal Entrances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0" b="2293"/>
          <a:stretch>
            <a:fillRect/>
          </a:stretch>
        </p:blipFill>
        <p:spPr bwMode="auto">
          <a:xfrm>
            <a:off x="6675438" y="576516"/>
            <a:ext cx="4343400" cy="5759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158621" y="1210056"/>
            <a:ext cx="50292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lphaUcPeriod"/>
            </a:pPr>
            <a:r>
              <a:rPr lang="en-GB" altLang="en-US" dirty="0"/>
              <a:t>Boom that protects during flood tide</a:t>
            </a:r>
          </a:p>
          <a:p>
            <a:pPr>
              <a:spcBef>
                <a:spcPct val="0"/>
              </a:spcBef>
              <a:buFontTx/>
              <a:buAutoNum type="alphaUcPeriod"/>
            </a:pPr>
            <a:endParaRPr lang="en-GB" altLang="en-US" dirty="0"/>
          </a:p>
          <a:p>
            <a:pPr>
              <a:spcBef>
                <a:spcPct val="0"/>
              </a:spcBef>
              <a:buFontTx/>
              <a:buAutoNum type="alphaUcPeriod"/>
            </a:pPr>
            <a:r>
              <a:rPr lang="en-GB" altLang="en-US" dirty="0"/>
              <a:t>Boom that protects during ebb tide</a:t>
            </a:r>
          </a:p>
          <a:p>
            <a:pPr>
              <a:spcBef>
                <a:spcPct val="0"/>
              </a:spcBef>
              <a:buFontTx/>
              <a:buAutoNum type="alphaUcPeriod"/>
            </a:pPr>
            <a:endParaRPr lang="en-GB" altLang="en-US" dirty="0"/>
          </a:p>
          <a:p>
            <a:pPr>
              <a:spcBef>
                <a:spcPct val="0"/>
              </a:spcBef>
              <a:buFontTx/>
              <a:buAutoNum type="alphaUcPeriod"/>
            </a:pPr>
            <a:r>
              <a:rPr lang="en-GB" altLang="en-US" dirty="0"/>
              <a:t>Position of boom B during flood tide</a:t>
            </a:r>
          </a:p>
        </p:txBody>
      </p:sp>
      <p:sp>
        <p:nvSpPr>
          <p:cNvPr id="8" name="正方形/長方形 1"/>
          <p:cNvSpPr>
            <a:spLocks noChangeArrowheads="1"/>
          </p:cNvSpPr>
          <p:nvPr/>
        </p:nvSpPr>
        <p:spPr bwMode="auto">
          <a:xfrm>
            <a:off x="1339850" y="6308725"/>
            <a:ext cx="3478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>
                <a:solidFill>
                  <a:schemeClr val="bg1"/>
                </a:solidFill>
                <a:latin typeface="Tahoma" panose="020B0604030504040204" pitchFamily="34" charset="0"/>
              </a:rPr>
              <a:t>Source: National Spill Control School</a:t>
            </a:r>
            <a:endParaRPr lang="ja-JP" altLang="en-US" sz="1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57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9716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Harbour Flow Patterns – Ebb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1219200"/>
            <a:ext cx="7110412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00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962150" y="130175"/>
            <a:ext cx="843597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4000" b="1" dirty="0" smtClean="0"/>
              <a:t>Harbour Flow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atterns – Flood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1143000"/>
            <a:ext cx="7202488" cy="488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10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478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Hydrodynamic Considerations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9120" y="1085720"/>
            <a:ext cx="10539984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Tidal inlets (contd.)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600" dirty="0" smtClean="0"/>
              <a:t>In rivers open to the sea, the ebb (outward) current is usually stronger than the flood (inward) current due to fresh water </a:t>
            </a:r>
            <a:r>
              <a:rPr lang="en-GB" altLang="en-US" sz="2600" dirty="0" smtClean="0"/>
              <a:t>runoff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6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600" dirty="0" smtClean="0"/>
              <a:t>Rains will dramatically increase ebb tides while diminishing and delaying flood </a:t>
            </a:r>
            <a:r>
              <a:rPr lang="en-GB" altLang="en-US" sz="2600" dirty="0" smtClean="0"/>
              <a:t>tides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6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600" dirty="0" smtClean="0"/>
              <a:t>Local conditions can dramatically change the time and magnitude of maximum currents and slack </a:t>
            </a:r>
            <a:r>
              <a:rPr lang="en-GB" altLang="en-US" sz="2600" dirty="0" smtClean="0"/>
              <a:t>water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6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600" dirty="0" smtClean="0"/>
              <a:t>Strong onshore winds can pile up water in coastal areas and increase tidal range and currents</a:t>
            </a:r>
          </a:p>
        </p:txBody>
      </p:sp>
    </p:spTree>
    <p:extLst>
      <p:ext uri="{BB962C8B-B14F-4D97-AF65-F5344CB8AC3E}">
        <p14:creationId xmlns:p14="http://schemas.microsoft.com/office/powerpoint/2010/main" val="20864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24025" y="130175"/>
            <a:ext cx="885825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Incident Command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95400" y="896793"/>
            <a:ext cx="9201150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algn="just"/>
            <a:r>
              <a:rPr lang="en-GB" altLang="en-US" dirty="0" smtClean="0"/>
              <a:t>Each objective requires careful planning, selection and deployment of resources</a:t>
            </a:r>
          </a:p>
          <a:p>
            <a:pPr marL="457200" lvl="1" indent="-457200" algn="just"/>
            <a:r>
              <a:rPr lang="en-GB" altLang="en-US" dirty="0" smtClean="0"/>
              <a:t>Close cooperation between Operations, Planning and Logistics functions</a:t>
            </a:r>
          </a:p>
          <a:p>
            <a:pPr marL="457200" lvl="1" indent="-457200" algn="just">
              <a:buFont typeface="Arial" panose="020B0604020202020204" pitchFamily="34" charset="0"/>
              <a:buNone/>
            </a:pPr>
            <a:r>
              <a:rPr lang="en-GB" altLang="en-US" dirty="0" smtClean="0"/>
              <a:t> </a:t>
            </a:r>
          </a:p>
          <a:p>
            <a:pPr algn="just"/>
            <a:endParaRPr lang="en-GB" altLang="en-US" dirty="0" smtClean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435161"/>
              </p:ext>
            </p:extLst>
          </p:nvPr>
        </p:nvGraphicFramePr>
        <p:xfrm>
          <a:off x="3750593" y="2492896"/>
          <a:ext cx="590465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464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954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Tactical Considerations</a:t>
            </a:r>
          </a:p>
        </p:txBody>
      </p:sp>
      <p:pic>
        <p:nvPicPr>
          <p:cNvPr id="6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7225" y="908050"/>
            <a:ext cx="4548188" cy="5218113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659562" y="981075"/>
            <a:ext cx="4496117" cy="557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In summary: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Is it technically reasonable?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Does it meet our NEBA criteria and considerations?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Is it allowed under our regulations?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Do we have the resources?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+mn-lt"/>
              </a:rPr>
              <a:t>Can we monitor the effectiveness?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+mn-lt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2000" dirty="0">
                <a:latin typeface="+mn-lt"/>
              </a:rPr>
              <a:t>Note: Risk assessment of current and expected conditions in addition to NEBA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14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43075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Tactical Decision </a:t>
            </a:r>
            <a:r>
              <a:rPr lang="en-GB" altLang="en-US" sz="4000" b="1" dirty="0"/>
              <a:t>G</a:t>
            </a:r>
            <a:r>
              <a:rPr lang="en-GB" altLang="en-US" sz="4000" b="1" dirty="0" smtClean="0"/>
              <a:t>uide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088" y="885825"/>
            <a:ext cx="8208962" cy="545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16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2209800" y="204643"/>
            <a:ext cx="8229600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cs typeface="MS PGothic" charset="0"/>
              </a:rPr>
              <a:t>Safety Considerations</a:t>
            </a:r>
            <a:endParaRPr lang="en-GB" b="1" dirty="0">
              <a:cs typeface="MS PGothic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133474" y="1160187"/>
            <a:ext cx="1006792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Oil spill response is an inherently hazardous operation and involves handling heavy equipment in proximity to a hazardous material, often under less than ideal sea and weather conditions </a:t>
            </a:r>
            <a:endParaRPr lang="en-GB" altLang="en-US" dirty="0" smtClean="0"/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Deploying, operating and retrieving heavy and cumbersome equipment, often on oil covered decks or shorelines, requires physical exertion and subjects responders to heat and cold stress</a:t>
            </a:r>
          </a:p>
        </p:txBody>
      </p:sp>
    </p:spTree>
    <p:extLst>
      <p:ext uri="{BB962C8B-B14F-4D97-AF65-F5344CB8AC3E}">
        <p14:creationId xmlns:p14="http://schemas.microsoft.com/office/powerpoint/2010/main" val="75072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590674" y="130175"/>
            <a:ext cx="9286875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cs typeface="MS PGothic" charset="0"/>
              </a:rPr>
              <a:t>Safety Considerations</a:t>
            </a:r>
            <a:endParaRPr lang="en-GB" b="1" dirty="0">
              <a:cs typeface="MS PGothic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257298" y="1085719"/>
            <a:ext cx="928687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Responding to spills in fast water environments imposes additional hazards due to the extreme loads placed on equipment and the danger of personnel being swept away in fast </a:t>
            </a:r>
            <a:r>
              <a:rPr lang="en-GB" altLang="en-US" dirty="0" smtClean="0"/>
              <a:t>currents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Oil is a hazardous material, posing skin contact and inhalation </a:t>
            </a:r>
            <a:r>
              <a:rPr lang="en-GB" altLang="en-US" dirty="0" smtClean="0"/>
              <a:t>risks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>
                <a:solidFill>
                  <a:srgbClr val="FF0000"/>
                </a:solidFill>
              </a:rPr>
              <a:t>Before operations a risk assessment should be performed</a:t>
            </a:r>
          </a:p>
          <a:p>
            <a:pPr algn="just"/>
            <a:endParaRPr lang="en-GB" altLang="en-US" dirty="0" smtClean="0"/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380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743075" y="130175"/>
            <a:ext cx="8229600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cs typeface="MS PGothic" charset="0"/>
              </a:rPr>
              <a:t>Safety Considerations</a:t>
            </a:r>
            <a:endParaRPr lang="en-GB" b="1" dirty="0">
              <a:cs typeface="MS PGothic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171575" y="896793"/>
            <a:ext cx="9372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Risk should be assessed considering the likelihood of encountering the hazards and the severity of the consequence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974191"/>
              </p:ext>
            </p:extLst>
          </p:nvPr>
        </p:nvGraphicFramePr>
        <p:xfrm>
          <a:off x="1393825" y="2565400"/>
          <a:ext cx="9001125" cy="3240090"/>
        </p:xfrm>
        <a:graphic>
          <a:graphicData uri="http://schemas.openxmlformats.org/drawingml/2006/table">
            <a:tbl>
              <a:tblPr/>
              <a:tblGrid>
                <a:gridCol w="16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Likelihood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Consequence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Insignificant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Minor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Major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Catastrophic</a:t>
                      </a:r>
                      <a:endParaRPr kumimoji="0" lang="en-GB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Almost Certain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(&gt;90% chance)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Likely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(50% ~ 90% chance)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(10% ~ 50% chance)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Low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Unlikely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(3% ~ 10% chance)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Low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Low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Extreme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Rare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(&lt;3% chance)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Low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Low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Moderate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High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91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2286000" y="130175"/>
            <a:ext cx="8229600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cs typeface="MS PGothic" charset="0"/>
              </a:rPr>
              <a:t>Risk Assessment </a:t>
            </a:r>
            <a:r>
              <a:rPr lang="en-GB" b="1" dirty="0">
                <a:cs typeface="MS PGothic" charset="0"/>
              </a:rPr>
              <a:t>P</a:t>
            </a:r>
            <a:r>
              <a:rPr lang="en-GB" b="1" dirty="0" smtClean="0">
                <a:cs typeface="MS PGothic" charset="0"/>
              </a:rPr>
              <a:t>rocess</a:t>
            </a:r>
            <a:endParaRPr lang="en-GB" b="1" dirty="0">
              <a:cs typeface="MS PGothic" charset="0"/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8" y="836613"/>
            <a:ext cx="7747000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67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1690</Words>
  <Application>Microsoft Office PowerPoint</Application>
  <PresentationFormat>Widescreen</PresentationFormat>
  <Paragraphs>253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MS PGothic</vt:lpstr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155</cp:revision>
  <dcterms:created xsi:type="dcterms:W3CDTF">2024-09-27T05:40:49Z</dcterms:created>
  <dcterms:modified xsi:type="dcterms:W3CDTF">2025-05-05T07:25:11Z</dcterms:modified>
</cp:coreProperties>
</file>