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6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560941-3760-4FE7-AE3E-B9297022BADD}" type="doc">
      <dgm:prSet loTypeId="urn:microsoft.com/office/officeart/2005/8/layout/process5" loCatId="process" qsTypeId="urn:microsoft.com/office/officeart/2005/8/quickstyle/simple1" qsCatId="simple" csTypeId="urn:microsoft.com/office/officeart/2005/8/colors/accent1_2" csCatId="accent1" phldr="1"/>
      <dgm:spPr/>
    </dgm:pt>
    <dgm:pt modelId="{2CA91D02-83A2-4CB0-8CD5-7FE0F1C8EA3F}">
      <dgm:prSet phldrT="[Text]"/>
      <dgm:spPr>
        <a:solidFill>
          <a:srgbClr val="FF0000"/>
        </a:solidFill>
      </dgm:spPr>
      <dgm:t>
        <a:bodyPr/>
        <a:lstStyle/>
        <a:p>
          <a:r>
            <a:rPr lang="en-US" dirty="0"/>
            <a:t>TITANIC</a:t>
          </a:r>
        </a:p>
        <a:p>
          <a:r>
            <a:rPr lang="en-US" dirty="0"/>
            <a:t>1912</a:t>
          </a:r>
        </a:p>
      </dgm:t>
    </dgm:pt>
    <dgm:pt modelId="{674C282A-A538-42A9-B873-53F7419BDD02}" type="parTrans" cxnId="{C2350FD8-6BF7-49A1-B26B-52D617BC2A57}">
      <dgm:prSet/>
      <dgm:spPr/>
      <dgm:t>
        <a:bodyPr/>
        <a:lstStyle/>
        <a:p>
          <a:endParaRPr lang="en-US"/>
        </a:p>
      </dgm:t>
    </dgm:pt>
    <dgm:pt modelId="{F50DFB79-87A1-4804-A9DE-06B9C50485B1}" type="sibTrans" cxnId="{C2350FD8-6BF7-49A1-B26B-52D617BC2A57}">
      <dgm:prSet/>
      <dgm:spPr/>
      <dgm:t>
        <a:bodyPr/>
        <a:lstStyle/>
        <a:p>
          <a:endParaRPr lang="en-US"/>
        </a:p>
      </dgm:t>
    </dgm:pt>
    <dgm:pt modelId="{65907D52-5F95-4C5D-B9AE-5E132A2FCE5E}">
      <dgm:prSet phldrT="[Text]"/>
      <dgm:spPr/>
      <dgm:t>
        <a:bodyPr/>
        <a:lstStyle/>
        <a:p>
          <a:r>
            <a:rPr lang="en-US" dirty="0"/>
            <a:t>SOLAS</a:t>
          </a:r>
        </a:p>
        <a:p>
          <a:r>
            <a:rPr lang="en-US" dirty="0"/>
            <a:t>1914</a:t>
          </a:r>
        </a:p>
      </dgm:t>
    </dgm:pt>
    <dgm:pt modelId="{BDBB6486-DF3A-4AC1-89E4-B5FEE93A1EE7}" type="parTrans" cxnId="{51DA9CCE-AFC4-4F45-9591-F67E05067A0A}">
      <dgm:prSet/>
      <dgm:spPr/>
      <dgm:t>
        <a:bodyPr/>
        <a:lstStyle/>
        <a:p>
          <a:endParaRPr lang="en-US"/>
        </a:p>
      </dgm:t>
    </dgm:pt>
    <dgm:pt modelId="{287B9031-02AD-4656-9A6E-103A2A63B8BC}" type="sibTrans" cxnId="{51DA9CCE-AFC4-4F45-9591-F67E05067A0A}">
      <dgm:prSet/>
      <dgm:spPr/>
      <dgm:t>
        <a:bodyPr/>
        <a:lstStyle/>
        <a:p>
          <a:endParaRPr lang="en-US"/>
        </a:p>
      </dgm:t>
    </dgm:pt>
    <dgm:pt modelId="{3E74756A-5A88-47DA-888C-D3A4A9440F07}">
      <dgm:prSet phldrT="[Text]"/>
      <dgm:spPr/>
      <dgm:t>
        <a:bodyPr/>
        <a:lstStyle/>
        <a:p>
          <a:r>
            <a:rPr lang="en-US" dirty="0"/>
            <a:t>SOLAS </a:t>
          </a:r>
        </a:p>
        <a:p>
          <a:r>
            <a:rPr lang="en-US" dirty="0"/>
            <a:t>1929</a:t>
          </a:r>
        </a:p>
      </dgm:t>
    </dgm:pt>
    <dgm:pt modelId="{EB93006E-FB94-4F59-9168-4A9524C3E98F}" type="parTrans" cxnId="{FDABE655-F333-46BB-A6F6-B4B3F31737A2}">
      <dgm:prSet/>
      <dgm:spPr/>
      <dgm:t>
        <a:bodyPr/>
        <a:lstStyle/>
        <a:p>
          <a:endParaRPr lang="en-US"/>
        </a:p>
      </dgm:t>
    </dgm:pt>
    <dgm:pt modelId="{D3840453-FFE8-4502-9D2B-001A37D4497C}" type="sibTrans" cxnId="{FDABE655-F333-46BB-A6F6-B4B3F31737A2}">
      <dgm:prSet/>
      <dgm:spPr/>
      <dgm:t>
        <a:bodyPr/>
        <a:lstStyle/>
        <a:p>
          <a:endParaRPr lang="en-US"/>
        </a:p>
      </dgm:t>
    </dgm:pt>
    <dgm:pt modelId="{4D9F9BCA-E213-40F3-8C42-A070C09DBD29}">
      <dgm:prSet phldrT="[Text]"/>
      <dgm:spPr>
        <a:solidFill>
          <a:srgbClr val="7030A0"/>
        </a:solidFill>
      </dgm:spPr>
      <dgm:t>
        <a:bodyPr/>
        <a:lstStyle/>
        <a:p>
          <a:r>
            <a:rPr lang="en-US" dirty="0"/>
            <a:t>IMCO </a:t>
          </a:r>
        </a:p>
        <a:p>
          <a:r>
            <a:rPr lang="en-US" dirty="0"/>
            <a:t>1948</a:t>
          </a:r>
        </a:p>
      </dgm:t>
    </dgm:pt>
    <dgm:pt modelId="{75EEFC12-B6E7-4DB5-A6A4-C4A276B49D36}" type="parTrans" cxnId="{267FFDBC-3F19-443E-B3B4-4DA17D5903B3}">
      <dgm:prSet/>
      <dgm:spPr/>
      <dgm:t>
        <a:bodyPr/>
        <a:lstStyle/>
        <a:p>
          <a:endParaRPr lang="en-US"/>
        </a:p>
      </dgm:t>
    </dgm:pt>
    <dgm:pt modelId="{CA00DB71-4C80-4924-A748-342F714A1642}" type="sibTrans" cxnId="{267FFDBC-3F19-443E-B3B4-4DA17D5903B3}">
      <dgm:prSet/>
      <dgm:spPr/>
      <dgm:t>
        <a:bodyPr/>
        <a:lstStyle/>
        <a:p>
          <a:endParaRPr lang="en-US"/>
        </a:p>
      </dgm:t>
    </dgm:pt>
    <dgm:pt modelId="{F351DC2E-44F7-4359-AF68-6A3E9C18235B}">
      <dgm:prSet phldrT="[Text]"/>
      <dgm:spPr>
        <a:solidFill>
          <a:schemeClr val="accent2">
            <a:lumMod val="75000"/>
          </a:schemeClr>
        </a:solidFill>
      </dgm:spPr>
      <dgm:t>
        <a:bodyPr/>
        <a:lstStyle/>
        <a:p>
          <a:pPr algn="ctr"/>
          <a:r>
            <a:rPr lang="en-US" dirty="0"/>
            <a:t>OILPOL</a:t>
          </a:r>
        </a:p>
        <a:p>
          <a:pPr algn="ctr"/>
          <a:r>
            <a:rPr lang="en-US" dirty="0"/>
            <a:t>1954</a:t>
          </a:r>
        </a:p>
      </dgm:t>
    </dgm:pt>
    <dgm:pt modelId="{31B8089C-4227-46E6-97FE-B467A3B8EEFB}" type="parTrans" cxnId="{54F63992-6D09-4D34-8B19-3849E4AB6E89}">
      <dgm:prSet/>
      <dgm:spPr/>
      <dgm:t>
        <a:bodyPr/>
        <a:lstStyle/>
        <a:p>
          <a:endParaRPr lang="en-US"/>
        </a:p>
      </dgm:t>
    </dgm:pt>
    <dgm:pt modelId="{0A6391DA-6869-43DA-9784-6CFE6E4677CF}" type="sibTrans" cxnId="{54F63992-6D09-4D34-8B19-3849E4AB6E89}">
      <dgm:prSet/>
      <dgm:spPr/>
      <dgm:t>
        <a:bodyPr/>
        <a:lstStyle/>
        <a:p>
          <a:endParaRPr lang="en-US"/>
        </a:p>
      </dgm:t>
    </dgm:pt>
    <dgm:pt modelId="{E69FB2F1-22CF-4DEE-8F8B-5974B87483EA}">
      <dgm:prSet phldrT="[Text]"/>
      <dgm:spPr>
        <a:solidFill>
          <a:srgbClr val="7030A0"/>
        </a:solidFill>
      </dgm:spPr>
      <dgm:t>
        <a:bodyPr/>
        <a:lstStyle/>
        <a:p>
          <a:r>
            <a:rPr lang="en-US" dirty="0"/>
            <a:t>IMCO </a:t>
          </a:r>
        </a:p>
        <a:p>
          <a:r>
            <a:rPr lang="en-US" dirty="0"/>
            <a:t>1959</a:t>
          </a:r>
        </a:p>
      </dgm:t>
    </dgm:pt>
    <dgm:pt modelId="{CD860A62-B94D-4238-A7E2-D84A65DCA2F5}" type="parTrans" cxnId="{FA4D200B-AB9B-40CF-93E5-919E3CD29B71}">
      <dgm:prSet/>
      <dgm:spPr/>
      <dgm:t>
        <a:bodyPr/>
        <a:lstStyle/>
        <a:p>
          <a:endParaRPr lang="en-US"/>
        </a:p>
      </dgm:t>
    </dgm:pt>
    <dgm:pt modelId="{BB5EF544-856A-4AA8-9917-373AABFADABE}" type="sibTrans" cxnId="{FA4D200B-AB9B-40CF-93E5-919E3CD29B71}">
      <dgm:prSet/>
      <dgm:spPr/>
      <dgm:t>
        <a:bodyPr/>
        <a:lstStyle/>
        <a:p>
          <a:endParaRPr lang="en-US"/>
        </a:p>
      </dgm:t>
    </dgm:pt>
    <dgm:pt modelId="{F7D198CD-9AE7-44AF-A103-4E22BEDF87FC}">
      <dgm:prSet phldrT="[Text]" custT="1"/>
      <dgm:spPr>
        <a:solidFill>
          <a:srgbClr val="FF0000"/>
        </a:solidFill>
      </dgm:spPr>
      <dgm:t>
        <a:bodyPr/>
        <a:lstStyle/>
        <a:p>
          <a:r>
            <a:rPr lang="en-US" sz="1500" dirty="0"/>
            <a:t>TORREY </a:t>
          </a:r>
          <a:r>
            <a:rPr lang="en-US" sz="1500"/>
            <a:t>CANYON </a:t>
          </a:r>
          <a:r>
            <a:rPr lang="en-US" sz="1600"/>
            <a:t>1967</a:t>
          </a:r>
          <a:endParaRPr lang="en-US" sz="1600" dirty="0"/>
        </a:p>
      </dgm:t>
    </dgm:pt>
    <dgm:pt modelId="{BA305A37-BF34-4697-A3AB-E03C66256D56}" type="parTrans" cxnId="{93B19A95-269C-4EB2-85A8-94DDDF72585C}">
      <dgm:prSet/>
      <dgm:spPr/>
      <dgm:t>
        <a:bodyPr/>
        <a:lstStyle/>
        <a:p>
          <a:endParaRPr lang="en-US"/>
        </a:p>
      </dgm:t>
    </dgm:pt>
    <dgm:pt modelId="{F8886C5D-419D-4438-AAE0-3B7F62CCEC40}" type="sibTrans" cxnId="{93B19A95-269C-4EB2-85A8-94DDDF72585C}">
      <dgm:prSet/>
      <dgm:spPr/>
      <dgm:t>
        <a:bodyPr/>
        <a:lstStyle/>
        <a:p>
          <a:endParaRPr lang="en-US"/>
        </a:p>
      </dgm:t>
    </dgm:pt>
    <dgm:pt modelId="{7B4B9D04-7367-4615-9FEE-732E9E122A84}">
      <dgm:prSet phldrT="[Text]"/>
      <dgm:spPr>
        <a:solidFill>
          <a:srgbClr val="008000"/>
        </a:solidFill>
      </dgm:spPr>
      <dgm:t>
        <a:bodyPr/>
        <a:lstStyle/>
        <a:p>
          <a:r>
            <a:rPr lang="en-US" dirty="0"/>
            <a:t>MARPOL </a:t>
          </a:r>
        </a:p>
        <a:p>
          <a:r>
            <a:rPr lang="en-US" dirty="0"/>
            <a:t>1978</a:t>
          </a:r>
        </a:p>
      </dgm:t>
    </dgm:pt>
    <dgm:pt modelId="{EF94F061-5AA0-417C-8515-EE1C38C32D3A}" type="parTrans" cxnId="{DF9717C5-339A-4719-97D5-33422295722F}">
      <dgm:prSet/>
      <dgm:spPr/>
      <dgm:t>
        <a:bodyPr/>
        <a:lstStyle/>
        <a:p>
          <a:endParaRPr lang="en-US"/>
        </a:p>
      </dgm:t>
    </dgm:pt>
    <dgm:pt modelId="{C0367BB4-8B66-4FBF-BA92-75F16AB0FDE1}" type="sibTrans" cxnId="{DF9717C5-339A-4719-97D5-33422295722F}">
      <dgm:prSet/>
      <dgm:spPr/>
      <dgm:t>
        <a:bodyPr/>
        <a:lstStyle/>
        <a:p>
          <a:endParaRPr lang="en-US"/>
        </a:p>
      </dgm:t>
    </dgm:pt>
    <dgm:pt modelId="{A3656BDC-DA1B-466A-8D5B-DD0C14035987}">
      <dgm:prSet phldrT="[Text]"/>
      <dgm:spPr/>
      <dgm:t>
        <a:bodyPr/>
        <a:lstStyle/>
        <a:p>
          <a:r>
            <a:rPr lang="en-US" dirty="0"/>
            <a:t>SOLAS</a:t>
          </a:r>
        </a:p>
        <a:p>
          <a:r>
            <a:rPr lang="en-US" dirty="0"/>
            <a:t> 1974</a:t>
          </a:r>
        </a:p>
      </dgm:t>
    </dgm:pt>
    <dgm:pt modelId="{07FFE2AC-D4D0-497A-AD21-6D28F73F70DB}" type="parTrans" cxnId="{75E3BA28-A176-4D4A-BCDD-77CE497CB2D5}">
      <dgm:prSet/>
      <dgm:spPr/>
      <dgm:t>
        <a:bodyPr/>
        <a:lstStyle/>
        <a:p>
          <a:endParaRPr lang="en-US"/>
        </a:p>
      </dgm:t>
    </dgm:pt>
    <dgm:pt modelId="{98B80C49-EC16-4677-8FC1-77C8CE50E7B4}" type="sibTrans" cxnId="{75E3BA28-A176-4D4A-BCDD-77CE497CB2D5}">
      <dgm:prSet/>
      <dgm:spPr/>
      <dgm:t>
        <a:bodyPr/>
        <a:lstStyle/>
        <a:p>
          <a:endParaRPr lang="en-US"/>
        </a:p>
      </dgm:t>
    </dgm:pt>
    <dgm:pt modelId="{1B351D00-4C51-4448-BB01-191E17CB6C30}">
      <dgm:prSet phldrT="[Text]"/>
      <dgm:spPr>
        <a:solidFill>
          <a:schemeClr val="accent2">
            <a:lumMod val="75000"/>
          </a:schemeClr>
        </a:solidFill>
      </dgm:spPr>
      <dgm:t>
        <a:bodyPr/>
        <a:lstStyle/>
        <a:p>
          <a:r>
            <a:rPr lang="en-US" dirty="0"/>
            <a:t>CLC </a:t>
          </a:r>
        </a:p>
        <a:p>
          <a:r>
            <a:rPr lang="en-US" dirty="0"/>
            <a:t> 1969</a:t>
          </a:r>
        </a:p>
      </dgm:t>
    </dgm:pt>
    <dgm:pt modelId="{454E061E-B491-4447-8705-7FF8352CF546}" type="parTrans" cxnId="{1B264B3D-733F-4DAC-9C09-9F5BD2A5F77E}">
      <dgm:prSet/>
      <dgm:spPr/>
      <dgm:t>
        <a:bodyPr/>
        <a:lstStyle/>
        <a:p>
          <a:endParaRPr lang="en-US"/>
        </a:p>
      </dgm:t>
    </dgm:pt>
    <dgm:pt modelId="{9413EF14-A6AD-44BB-88FD-0AC6B6B2CFFA}" type="sibTrans" cxnId="{1B264B3D-733F-4DAC-9C09-9F5BD2A5F77E}">
      <dgm:prSet/>
      <dgm:spPr/>
      <dgm:t>
        <a:bodyPr/>
        <a:lstStyle/>
        <a:p>
          <a:endParaRPr lang="en-US"/>
        </a:p>
      </dgm:t>
    </dgm:pt>
    <dgm:pt modelId="{EBCAB5F7-6B4C-42D0-AED9-B2ADED768ACB}">
      <dgm:prSet phldrT="[Text]"/>
      <dgm:spPr>
        <a:solidFill>
          <a:srgbClr val="008000"/>
        </a:solidFill>
      </dgm:spPr>
      <dgm:t>
        <a:bodyPr/>
        <a:lstStyle/>
        <a:p>
          <a:r>
            <a:rPr lang="en-US" dirty="0"/>
            <a:t>MARPOL </a:t>
          </a:r>
        </a:p>
        <a:p>
          <a:r>
            <a:rPr lang="en-US" dirty="0"/>
            <a:t> 1973</a:t>
          </a:r>
        </a:p>
      </dgm:t>
    </dgm:pt>
    <dgm:pt modelId="{6B017E75-0919-4B36-8B58-B429ABD7CE88}" type="parTrans" cxnId="{3A0BD66D-508D-4045-B674-7FD1284882B3}">
      <dgm:prSet/>
      <dgm:spPr/>
      <dgm:t>
        <a:bodyPr/>
        <a:lstStyle/>
        <a:p>
          <a:endParaRPr lang="en-US"/>
        </a:p>
      </dgm:t>
    </dgm:pt>
    <dgm:pt modelId="{95965820-F66B-41EF-BE7F-CE253DBE914C}" type="sibTrans" cxnId="{3A0BD66D-508D-4045-B674-7FD1284882B3}">
      <dgm:prSet/>
      <dgm:spPr/>
      <dgm:t>
        <a:bodyPr/>
        <a:lstStyle/>
        <a:p>
          <a:endParaRPr lang="en-US"/>
        </a:p>
      </dgm:t>
    </dgm:pt>
    <dgm:pt modelId="{60AEFCBC-E481-48D0-B569-2536559E1657}">
      <dgm:prSet phldrT="[Text]"/>
      <dgm:spPr>
        <a:solidFill>
          <a:srgbClr val="7030A0"/>
        </a:solidFill>
      </dgm:spPr>
      <dgm:t>
        <a:bodyPr/>
        <a:lstStyle/>
        <a:p>
          <a:r>
            <a:rPr lang="en-US" dirty="0"/>
            <a:t>IMO </a:t>
          </a:r>
        </a:p>
        <a:p>
          <a:r>
            <a:rPr lang="en-US" dirty="0"/>
            <a:t>1982</a:t>
          </a:r>
        </a:p>
      </dgm:t>
    </dgm:pt>
    <dgm:pt modelId="{01D73B40-F600-4150-AB77-1B497CABC2ED}" type="parTrans" cxnId="{DFA25709-605E-44BC-96BA-766FE40E32EC}">
      <dgm:prSet/>
      <dgm:spPr/>
      <dgm:t>
        <a:bodyPr/>
        <a:lstStyle/>
        <a:p>
          <a:endParaRPr lang="en-US"/>
        </a:p>
      </dgm:t>
    </dgm:pt>
    <dgm:pt modelId="{8F7C772B-35EA-4983-9BB0-DB47D23EC412}" type="sibTrans" cxnId="{DFA25709-605E-44BC-96BA-766FE40E32EC}">
      <dgm:prSet/>
      <dgm:spPr/>
      <dgm:t>
        <a:bodyPr/>
        <a:lstStyle/>
        <a:p>
          <a:endParaRPr lang="en-US"/>
        </a:p>
      </dgm:t>
    </dgm:pt>
    <dgm:pt modelId="{7DCED271-B7BE-441E-9614-8E30C1E97B06}">
      <dgm:prSet phldrT="[Text]"/>
      <dgm:spPr>
        <a:solidFill>
          <a:srgbClr val="008000"/>
        </a:solidFill>
      </dgm:spPr>
      <dgm:t>
        <a:bodyPr/>
        <a:lstStyle/>
        <a:p>
          <a:r>
            <a:rPr lang="en-US" dirty="0"/>
            <a:t>OPRC</a:t>
          </a:r>
        </a:p>
        <a:p>
          <a:r>
            <a:rPr lang="en-US" dirty="0"/>
            <a:t>1990</a:t>
          </a:r>
        </a:p>
      </dgm:t>
    </dgm:pt>
    <dgm:pt modelId="{8B411506-D52D-4A99-A644-8BB7C91FE07E}" type="parTrans" cxnId="{5D5C693B-D11E-4342-B6F3-0A81C75BE035}">
      <dgm:prSet/>
      <dgm:spPr/>
      <dgm:t>
        <a:bodyPr/>
        <a:lstStyle/>
        <a:p>
          <a:endParaRPr lang="en-US"/>
        </a:p>
      </dgm:t>
    </dgm:pt>
    <dgm:pt modelId="{4B4AEE0F-D065-497E-A591-3FE1E7EB1207}" type="sibTrans" cxnId="{5D5C693B-D11E-4342-B6F3-0A81C75BE035}">
      <dgm:prSet/>
      <dgm:spPr/>
      <dgm:t>
        <a:bodyPr/>
        <a:lstStyle/>
        <a:p>
          <a:endParaRPr lang="en-US"/>
        </a:p>
      </dgm:t>
    </dgm:pt>
    <dgm:pt modelId="{59CCF139-9CA1-4636-8AD3-242C39FFB0A9}">
      <dgm:prSet phldrT="[Text]"/>
      <dgm:spPr>
        <a:solidFill>
          <a:schemeClr val="accent2">
            <a:lumMod val="75000"/>
          </a:schemeClr>
        </a:solidFill>
      </dgm:spPr>
      <dgm:t>
        <a:bodyPr/>
        <a:lstStyle/>
        <a:p>
          <a:r>
            <a:rPr lang="en-US" dirty="0"/>
            <a:t>FUND</a:t>
          </a:r>
        </a:p>
        <a:p>
          <a:r>
            <a:rPr lang="en-US" dirty="0"/>
            <a:t>1992</a:t>
          </a:r>
        </a:p>
      </dgm:t>
    </dgm:pt>
    <dgm:pt modelId="{A5770378-F0CB-4EB5-BB31-0DC58F6060E0}" type="parTrans" cxnId="{65D882DE-D7AB-45FE-BEE4-664164B4ECE4}">
      <dgm:prSet/>
      <dgm:spPr/>
      <dgm:t>
        <a:bodyPr/>
        <a:lstStyle/>
        <a:p>
          <a:endParaRPr lang="en-US"/>
        </a:p>
      </dgm:t>
    </dgm:pt>
    <dgm:pt modelId="{92BF02BF-F191-4D40-AD12-900FC4470989}" type="sibTrans" cxnId="{65D882DE-D7AB-45FE-BEE4-664164B4ECE4}">
      <dgm:prSet/>
      <dgm:spPr/>
      <dgm:t>
        <a:bodyPr/>
        <a:lstStyle/>
        <a:p>
          <a:endParaRPr lang="en-US"/>
        </a:p>
      </dgm:t>
    </dgm:pt>
    <dgm:pt modelId="{3D2C2AC8-5DCF-4600-A666-E018A788E897}">
      <dgm:prSet phldrT="[Text]"/>
      <dgm:spPr>
        <a:solidFill>
          <a:srgbClr val="008000"/>
        </a:solidFill>
      </dgm:spPr>
      <dgm:t>
        <a:bodyPr/>
        <a:lstStyle/>
        <a:p>
          <a:r>
            <a:rPr lang="en-US" dirty="0"/>
            <a:t>MARPOL</a:t>
          </a:r>
        </a:p>
        <a:p>
          <a:r>
            <a:rPr lang="en-US" dirty="0"/>
            <a:t> 1997</a:t>
          </a:r>
        </a:p>
      </dgm:t>
    </dgm:pt>
    <dgm:pt modelId="{CC81CC69-A7F7-4C85-B13F-5EC422FAAF25}" type="parTrans" cxnId="{EAA85B11-D104-4C39-BDF4-FB34853621ED}">
      <dgm:prSet/>
      <dgm:spPr/>
      <dgm:t>
        <a:bodyPr/>
        <a:lstStyle/>
        <a:p>
          <a:endParaRPr lang="en-US"/>
        </a:p>
      </dgm:t>
    </dgm:pt>
    <dgm:pt modelId="{5AB8F372-1ED3-45A4-ACDD-9622F7C728A8}" type="sibTrans" cxnId="{EAA85B11-D104-4C39-BDF4-FB34853621ED}">
      <dgm:prSet/>
      <dgm:spPr/>
      <dgm:t>
        <a:bodyPr/>
        <a:lstStyle/>
        <a:p>
          <a:endParaRPr lang="en-US"/>
        </a:p>
      </dgm:t>
    </dgm:pt>
    <dgm:pt modelId="{DA4BBD47-BFFE-4C55-A24D-1A453B69E7EF}">
      <dgm:prSet phldrT="[Text]"/>
      <dgm:spPr>
        <a:solidFill>
          <a:srgbClr val="008000"/>
        </a:solidFill>
      </dgm:spPr>
      <dgm:t>
        <a:bodyPr/>
        <a:lstStyle/>
        <a:p>
          <a:r>
            <a:rPr lang="en-US" dirty="0"/>
            <a:t>OPRC-HNS </a:t>
          </a:r>
        </a:p>
        <a:p>
          <a:r>
            <a:rPr lang="en-US" dirty="0"/>
            <a:t>2000</a:t>
          </a:r>
        </a:p>
      </dgm:t>
    </dgm:pt>
    <dgm:pt modelId="{99E8AFF6-D074-4A9F-9E92-54B221B6221A}" type="parTrans" cxnId="{43593AFF-AA89-45AA-AC2F-7FFAF93892C5}">
      <dgm:prSet/>
      <dgm:spPr/>
      <dgm:t>
        <a:bodyPr/>
        <a:lstStyle/>
        <a:p>
          <a:endParaRPr lang="en-US"/>
        </a:p>
      </dgm:t>
    </dgm:pt>
    <dgm:pt modelId="{04735EB8-E461-4FC0-94BE-12328AB2BF44}" type="sibTrans" cxnId="{43593AFF-AA89-45AA-AC2F-7FFAF93892C5}">
      <dgm:prSet/>
      <dgm:spPr/>
      <dgm:t>
        <a:bodyPr/>
        <a:lstStyle/>
        <a:p>
          <a:endParaRPr lang="en-US"/>
        </a:p>
      </dgm:t>
    </dgm:pt>
    <dgm:pt modelId="{FB380098-D124-4BA7-9D0D-2FF1A81CA944}">
      <dgm:prSet phldrT="[Text]"/>
      <dgm:spPr>
        <a:solidFill>
          <a:srgbClr val="FF0000"/>
        </a:solidFill>
      </dgm:spPr>
      <dgm:t>
        <a:bodyPr/>
        <a:lstStyle/>
        <a:p>
          <a:r>
            <a:rPr lang="en-US" dirty="0"/>
            <a:t>EXXON VALDEZ</a:t>
          </a:r>
        </a:p>
        <a:p>
          <a:r>
            <a:rPr lang="en-US" dirty="0"/>
            <a:t>1989</a:t>
          </a:r>
        </a:p>
      </dgm:t>
    </dgm:pt>
    <dgm:pt modelId="{8F427477-15FA-4E03-9C12-7006AD8A32DF}" type="parTrans" cxnId="{8F13F440-85D9-459A-B15D-5ADD8BFB2075}">
      <dgm:prSet/>
      <dgm:spPr/>
      <dgm:t>
        <a:bodyPr/>
        <a:lstStyle/>
        <a:p>
          <a:endParaRPr lang="en-US"/>
        </a:p>
      </dgm:t>
    </dgm:pt>
    <dgm:pt modelId="{C5059287-0D74-47D6-B739-B38DFA16C0CF}" type="sibTrans" cxnId="{8F13F440-85D9-459A-B15D-5ADD8BFB2075}">
      <dgm:prSet/>
      <dgm:spPr/>
      <dgm:t>
        <a:bodyPr/>
        <a:lstStyle/>
        <a:p>
          <a:endParaRPr lang="en-US"/>
        </a:p>
      </dgm:t>
    </dgm:pt>
    <dgm:pt modelId="{8DFBA440-7D24-4339-B973-ABB97290CEF7}">
      <dgm:prSet phldrT="[Text]"/>
      <dgm:spPr/>
      <dgm:t>
        <a:bodyPr/>
        <a:lstStyle/>
        <a:p>
          <a:r>
            <a:rPr lang="en-US" dirty="0"/>
            <a:t>SOLAS</a:t>
          </a:r>
        </a:p>
        <a:p>
          <a:r>
            <a:rPr lang="en-US" dirty="0"/>
            <a:t>1948</a:t>
          </a:r>
        </a:p>
      </dgm:t>
    </dgm:pt>
    <dgm:pt modelId="{FC1AE2E2-BDD7-4E8C-B83D-379D009C57B7}" type="parTrans" cxnId="{D77F7E3D-94E0-4210-B58E-9ECD87BDCA57}">
      <dgm:prSet/>
      <dgm:spPr/>
      <dgm:t>
        <a:bodyPr/>
        <a:lstStyle/>
        <a:p>
          <a:endParaRPr lang="en-US"/>
        </a:p>
      </dgm:t>
    </dgm:pt>
    <dgm:pt modelId="{B195AAE6-9706-4CE1-85CA-74AA06A350AF}" type="sibTrans" cxnId="{D77F7E3D-94E0-4210-B58E-9ECD87BDCA57}">
      <dgm:prSet/>
      <dgm:spPr/>
      <dgm:t>
        <a:bodyPr/>
        <a:lstStyle/>
        <a:p>
          <a:endParaRPr lang="en-US"/>
        </a:p>
      </dgm:t>
    </dgm:pt>
    <dgm:pt modelId="{CBBCDDCA-54C4-40A1-ACA5-691F3FEE8BDC}">
      <dgm:prSet phldrT="[Text]"/>
      <dgm:spPr>
        <a:solidFill>
          <a:schemeClr val="accent2">
            <a:lumMod val="75000"/>
          </a:schemeClr>
        </a:solidFill>
      </dgm:spPr>
      <dgm:t>
        <a:bodyPr/>
        <a:lstStyle/>
        <a:p>
          <a:r>
            <a:rPr lang="en-US" dirty="0"/>
            <a:t>HNS </a:t>
          </a:r>
        </a:p>
        <a:p>
          <a:r>
            <a:rPr lang="en-US" dirty="0"/>
            <a:t>1996</a:t>
          </a:r>
        </a:p>
      </dgm:t>
    </dgm:pt>
    <dgm:pt modelId="{E5E9F34A-B78B-45FF-AD12-AD9D70A0775F}" type="parTrans" cxnId="{67A27F14-95C9-4FBE-AB75-52B22FD8E384}">
      <dgm:prSet/>
      <dgm:spPr/>
      <dgm:t>
        <a:bodyPr/>
        <a:lstStyle/>
        <a:p>
          <a:endParaRPr lang="en-US"/>
        </a:p>
      </dgm:t>
    </dgm:pt>
    <dgm:pt modelId="{ECC084FA-C561-49D1-BA41-679D2098825F}" type="sibTrans" cxnId="{67A27F14-95C9-4FBE-AB75-52B22FD8E384}">
      <dgm:prSet/>
      <dgm:spPr/>
      <dgm:t>
        <a:bodyPr/>
        <a:lstStyle/>
        <a:p>
          <a:endParaRPr lang="en-US"/>
        </a:p>
      </dgm:t>
    </dgm:pt>
    <dgm:pt modelId="{75BB076E-316F-4FFB-9C06-0550BB971F08}">
      <dgm:prSet phldrT="[Text]"/>
      <dgm:spPr>
        <a:solidFill>
          <a:schemeClr val="accent2">
            <a:lumMod val="75000"/>
          </a:schemeClr>
        </a:solidFill>
      </dgm:spPr>
      <dgm:t>
        <a:bodyPr/>
        <a:lstStyle/>
        <a:p>
          <a:r>
            <a:rPr lang="en-US" dirty="0"/>
            <a:t>HNS</a:t>
          </a:r>
        </a:p>
        <a:p>
          <a:r>
            <a:rPr lang="en-US" dirty="0"/>
            <a:t>2010</a:t>
          </a:r>
        </a:p>
      </dgm:t>
    </dgm:pt>
    <dgm:pt modelId="{FB8C41D5-297B-4C26-BFC6-0995C8256833}" type="parTrans" cxnId="{BBA3EB15-BF2B-432C-8365-A3740C96CDE0}">
      <dgm:prSet/>
      <dgm:spPr/>
      <dgm:t>
        <a:bodyPr/>
        <a:lstStyle/>
        <a:p>
          <a:endParaRPr lang="en-US"/>
        </a:p>
      </dgm:t>
    </dgm:pt>
    <dgm:pt modelId="{C81B971F-B418-4372-BF06-8FA5B1570A52}" type="sibTrans" cxnId="{BBA3EB15-BF2B-432C-8365-A3740C96CDE0}">
      <dgm:prSet/>
      <dgm:spPr/>
      <dgm:t>
        <a:bodyPr/>
        <a:lstStyle/>
        <a:p>
          <a:endParaRPr lang="en-US"/>
        </a:p>
      </dgm:t>
    </dgm:pt>
    <dgm:pt modelId="{E9139E12-6921-4A14-9FFF-35B8AF74760C}" type="pres">
      <dgm:prSet presAssocID="{EA560941-3760-4FE7-AE3E-B9297022BADD}" presName="diagram" presStyleCnt="0">
        <dgm:presLayoutVars>
          <dgm:dir/>
          <dgm:resizeHandles val="exact"/>
        </dgm:presLayoutVars>
      </dgm:prSet>
      <dgm:spPr/>
    </dgm:pt>
    <dgm:pt modelId="{F39BC29A-33E8-4500-99E7-6F5926DC2907}" type="pres">
      <dgm:prSet presAssocID="{2CA91D02-83A2-4CB0-8CD5-7FE0F1C8EA3F}" presName="node" presStyleLbl="node1" presStyleIdx="0" presStyleCnt="20">
        <dgm:presLayoutVars>
          <dgm:bulletEnabled val="1"/>
        </dgm:presLayoutVars>
      </dgm:prSet>
      <dgm:spPr/>
      <dgm:t>
        <a:bodyPr/>
        <a:lstStyle/>
        <a:p>
          <a:endParaRPr lang="en-GB"/>
        </a:p>
      </dgm:t>
    </dgm:pt>
    <dgm:pt modelId="{E9FF087A-D6BB-4202-B4DD-4879B1F39893}" type="pres">
      <dgm:prSet presAssocID="{F50DFB79-87A1-4804-A9DE-06B9C50485B1}" presName="sibTrans" presStyleLbl="sibTrans2D1" presStyleIdx="0" presStyleCnt="19"/>
      <dgm:spPr/>
      <dgm:t>
        <a:bodyPr/>
        <a:lstStyle/>
        <a:p>
          <a:endParaRPr lang="en-GB"/>
        </a:p>
      </dgm:t>
    </dgm:pt>
    <dgm:pt modelId="{CB33CFDB-77D7-4009-B793-8C64404BB673}" type="pres">
      <dgm:prSet presAssocID="{F50DFB79-87A1-4804-A9DE-06B9C50485B1}" presName="connectorText" presStyleLbl="sibTrans2D1" presStyleIdx="0" presStyleCnt="19"/>
      <dgm:spPr/>
      <dgm:t>
        <a:bodyPr/>
        <a:lstStyle/>
        <a:p>
          <a:endParaRPr lang="en-GB"/>
        </a:p>
      </dgm:t>
    </dgm:pt>
    <dgm:pt modelId="{1FA084B4-B673-4956-BA01-F646B64E3E1A}" type="pres">
      <dgm:prSet presAssocID="{65907D52-5F95-4C5D-B9AE-5E132A2FCE5E}" presName="node" presStyleLbl="node1" presStyleIdx="1" presStyleCnt="20">
        <dgm:presLayoutVars>
          <dgm:bulletEnabled val="1"/>
        </dgm:presLayoutVars>
      </dgm:prSet>
      <dgm:spPr/>
      <dgm:t>
        <a:bodyPr/>
        <a:lstStyle/>
        <a:p>
          <a:endParaRPr lang="en-GB"/>
        </a:p>
      </dgm:t>
    </dgm:pt>
    <dgm:pt modelId="{B374E41A-FD22-4AD0-B7D4-611B35CE4200}" type="pres">
      <dgm:prSet presAssocID="{287B9031-02AD-4656-9A6E-103A2A63B8BC}" presName="sibTrans" presStyleLbl="sibTrans2D1" presStyleIdx="1" presStyleCnt="19"/>
      <dgm:spPr/>
      <dgm:t>
        <a:bodyPr/>
        <a:lstStyle/>
        <a:p>
          <a:endParaRPr lang="en-GB"/>
        </a:p>
      </dgm:t>
    </dgm:pt>
    <dgm:pt modelId="{07180346-FE93-45C3-A376-83C0A9017D45}" type="pres">
      <dgm:prSet presAssocID="{287B9031-02AD-4656-9A6E-103A2A63B8BC}" presName="connectorText" presStyleLbl="sibTrans2D1" presStyleIdx="1" presStyleCnt="19"/>
      <dgm:spPr/>
      <dgm:t>
        <a:bodyPr/>
        <a:lstStyle/>
        <a:p>
          <a:endParaRPr lang="en-GB"/>
        </a:p>
      </dgm:t>
    </dgm:pt>
    <dgm:pt modelId="{77FAB458-4B00-45C9-BA60-4409D1B33998}" type="pres">
      <dgm:prSet presAssocID="{3E74756A-5A88-47DA-888C-D3A4A9440F07}" presName="node" presStyleLbl="node1" presStyleIdx="2" presStyleCnt="20">
        <dgm:presLayoutVars>
          <dgm:bulletEnabled val="1"/>
        </dgm:presLayoutVars>
      </dgm:prSet>
      <dgm:spPr/>
      <dgm:t>
        <a:bodyPr/>
        <a:lstStyle/>
        <a:p>
          <a:endParaRPr lang="en-GB"/>
        </a:p>
      </dgm:t>
    </dgm:pt>
    <dgm:pt modelId="{07138066-0AA0-42D0-9EB1-E45A6A811640}" type="pres">
      <dgm:prSet presAssocID="{D3840453-FFE8-4502-9D2B-001A37D4497C}" presName="sibTrans" presStyleLbl="sibTrans2D1" presStyleIdx="2" presStyleCnt="19"/>
      <dgm:spPr/>
      <dgm:t>
        <a:bodyPr/>
        <a:lstStyle/>
        <a:p>
          <a:endParaRPr lang="en-GB"/>
        </a:p>
      </dgm:t>
    </dgm:pt>
    <dgm:pt modelId="{FA0BFC76-2B3F-4874-A654-BADB1B5EC82E}" type="pres">
      <dgm:prSet presAssocID="{D3840453-FFE8-4502-9D2B-001A37D4497C}" presName="connectorText" presStyleLbl="sibTrans2D1" presStyleIdx="2" presStyleCnt="19"/>
      <dgm:spPr/>
      <dgm:t>
        <a:bodyPr/>
        <a:lstStyle/>
        <a:p>
          <a:endParaRPr lang="en-GB"/>
        </a:p>
      </dgm:t>
    </dgm:pt>
    <dgm:pt modelId="{D565961A-E448-4CC0-9BAA-EA248966D02D}" type="pres">
      <dgm:prSet presAssocID="{4D9F9BCA-E213-40F3-8C42-A070C09DBD29}" presName="node" presStyleLbl="node1" presStyleIdx="3" presStyleCnt="20">
        <dgm:presLayoutVars>
          <dgm:bulletEnabled val="1"/>
        </dgm:presLayoutVars>
      </dgm:prSet>
      <dgm:spPr/>
      <dgm:t>
        <a:bodyPr/>
        <a:lstStyle/>
        <a:p>
          <a:endParaRPr lang="en-GB"/>
        </a:p>
      </dgm:t>
    </dgm:pt>
    <dgm:pt modelId="{81F60497-7252-4494-9E81-9AF6D608B3B6}" type="pres">
      <dgm:prSet presAssocID="{CA00DB71-4C80-4924-A748-342F714A1642}" presName="sibTrans" presStyleLbl="sibTrans2D1" presStyleIdx="3" presStyleCnt="19"/>
      <dgm:spPr/>
      <dgm:t>
        <a:bodyPr/>
        <a:lstStyle/>
        <a:p>
          <a:endParaRPr lang="en-GB"/>
        </a:p>
      </dgm:t>
    </dgm:pt>
    <dgm:pt modelId="{1A85B18F-C156-4E50-961B-8807D76311C3}" type="pres">
      <dgm:prSet presAssocID="{CA00DB71-4C80-4924-A748-342F714A1642}" presName="connectorText" presStyleLbl="sibTrans2D1" presStyleIdx="3" presStyleCnt="19"/>
      <dgm:spPr/>
      <dgm:t>
        <a:bodyPr/>
        <a:lstStyle/>
        <a:p>
          <a:endParaRPr lang="en-GB"/>
        </a:p>
      </dgm:t>
    </dgm:pt>
    <dgm:pt modelId="{5349FE68-3F86-4B15-B7CC-CC1E0F7B10C0}" type="pres">
      <dgm:prSet presAssocID="{8DFBA440-7D24-4339-B973-ABB97290CEF7}" presName="node" presStyleLbl="node1" presStyleIdx="4" presStyleCnt="20">
        <dgm:presLayoutVars>
          <dgm:bulletEnabled val="1"/>
        </dgm:presLayoutVars>
      </dgm:prSet>
      <dgm:spPr/>
      <dgm:t>
        <a:bodyPr/>
        <a:lstStyle/>
        <a:p>
          <a:endParaRPr lang="en-GB"/>
        </a:p>
      </dgm:t>
    </dgm:pt>
    <dgm:pt modelId="{A820E35F-D03F-49C1-BD8A-AEE6AFD1E914}" type="pres">
      <dgm:prSet presAssocID="{B195AAE6-9706-4CE1-85CA-74AA06A350AF}" presName="sibTrans" presStyleLbl="sibTrans2D1" presStyleIdx="4" presStyleCnt="19"/>
      <dgm:spPr/>
      <dgm:t>
        <a:bodyPr/>
        <a:lstStyle/>
        <a:p>
          <a:endParaRPr lang="en-GB"/>
        </a:p>
      </dgm:t>
    </dgm:pt>
    <dgm:pt modelId="{FFB90822-D366-4769-AF9A-CA83734F1DEC}" type="pres">
      <dgm:prSet presAssocID="{B195AAE6-9706-4CE1-85CA-74AA06A350AF}" presName="connectorText" presStyleLbl="sibTrans2D1" presStyleIdx="4" presStyleCnt="19"/>
      <dgm:spPr/>
      <dgm:t>
        <a:bodyPr/>
        <a:lstStyle/>
        <a:p>
          <a:endParaRPr lang="en-GB"/>
        </a:p>
      </dgm:t>
    </dgm:pt>
    <dgm:pt modelId="{D132D7BF-B8A1-4E58-9C87-02AEFA0F0488}" type="pres">
      <dgm:prSet presAssocID="{F351DC2E-44F7-4359-AF68-6A3E9C18235B}" presName="node" presStyleLbl="node1" presStyleIdx="5" presStyleCnt="20">
        <dgm:presLayoutVars>
          <dgm:bulletEnabled val="1"/>
        </dgm:presLayoutVars>
      </dgm:prSet>
      <dgm:spPr/>
      <dgm:t>
        <a:bodyPr/>
        <a:lstStyle/>
        <a:p>
          <a:endParaRPr lang="en-GB"/>
        </a:p>
      </dgm:t>
    </dgm:pt>
    <dgm:pt modelId="{65392B42-E209-4D14-8ABF-DC6B7D3DD38D}" type="pres">
      <dgm:prSet presAssocID="{0A6391DA-6869-43DA-9784-6CFE6E4677CF}" presName="sibTrans" presStyleLbl="sibTrans2D1" presStyleIdx="5" presStyleCnt="19"/>
      <dgm:spPr/>
      <dgm:t>
        <a:bodyPr/>
        <a:lstStyle/>
        <a:p>
          <a:endParaRPr lang="en-GB"/>
        </a:p>
      </dgm:t>
    </dgm:pt>
    <dgm:pt modelId="{72EF7B33-708B-496C-9318-9D0C26431332}" type="pres">
      <dgm:prSet presAssocID="{0A6391DA-6869-43DA-9784-6CFE6E4677CF}" presName="connectorText" presStyleLbl="sibTrans2D1" presStyleIdx="5" presStyleCnt="19"/>
      <dgm:spPr/>
      <dgm:t>
        <a:bodyPr/>
        <a:lstStyle/>
        <a:p>
          <a:endParaRPr lang="en-GB"/>
        </a:p>
      </dgm:t>
    </dgm:pt>
    <dgm:pt modelId="{913BD424-B8E6-403F-BA07-1B4AB30CC7BC}" type="pres">
      <dgm:prSet presAssocID="{E69FB2F1-22CF-4DEE-8F8B-5974B87483EA}" presName="node" presStyleLbl="node1" presStyleIdx="6" presStyleCnt="20">
        <dgm:presLayoutVars>
          <dgm:bulletEnabled val="1"/>
        </dgm:presLayoutVars>
      </dgm:prSet>
      <dgm:spPr/>
      <dgm:t>
        <a:bodyPr/>
        <a:lstStyle/>
        <a:p>
          <a:endParaRPr lang="en-GB"/>
        </a:p>
      </dgm:t>
    </dgm:pt>
    <dgm:pt modelId="{8F6E8F34-02DF-4320-874F-4579E64EA042}" type="pres">
      <dgm:prSet presAssocID="{BB5EF544-856A-4AA8-9917-373AABFADABE}" presName="sibTrans" presStyleLbl="sibTrans2D1" presStyleIdx="6" presStyleCnt="19"/>
      <dgm:spPr/>
      <dgm:t>
        <a:bodyPr/>
        <a:lstStyle/>
        <a:p>
          <a:endParaRPr lang="en-GB"/>
        </a:p>
      </dgm:t>
    </dgm:pt>
    <dgm:pt modelId="{D1389EE8-7C34-48A4-AE87-EC717DE06B04}" type="pres">
      <dgm:prSet presAssocID="{BB5EF544-856A-4AA8-9917-373AABFADABE}" presName="connectorText" presStyleLbl="sibTrans2D1" presStyleIdx="6" presStyleCnt="19"/>
      <dgm:spPr/>
      <dgm:t>
        <a:bodyPr/>
        <a:lstStyle/>
        <a:p>
          <a:endParaRPr lang="en-GB"/>
        </a:p>
      </dgm:t>
    </dgm:pt>
    <dgm:pt modelId="{B16BD106-0F60-4250-8F04-A62F9B409337}" type="pres">
      <dgm:prSet presAssocID="{F7D198CD-9AE7-44AF-A103-4E22BEDF87FC}" presName="node" presStyleLbl="node1" presStyleIdx="7" presStyleCnt="20">
        <dgm:presLayoutVars>
          <dgm:bulletEnabled val="1"/>
        </dgm:presLayoutVars>
      </dgm:prSet>
      <dgm:spPr/>
      <dgm:t>
        <a:bodyPr/>
        <a:lstStyle/>
        <a:p>
          <a:endParaRPr lang="en-GB"/>
        </a:p>
      </dgm:t>
    </dgm:pt>
    <dgm:pt modelId="{D0226DB8-40A1-4C4B-9613-44B82C87A8AE}" type="pres">
      <dgm:prSet presAssocID="{F8886C5D-419D-4438-AAE0-3B7F62CCEC40}" presName="sibTrans" presStyleLbl="sibTrans2D1" presStyleIdx="7" presStyleCnt="19"/>
      <dgm:spPr/>
      <dgm:t>
        <a:bodyPr/>
        <a:lstStyle/>
        <a:p>
          <a:endParaRPr lang="en-GB"/>
        </a:p>
      </dgm:t>
    </dgm:pt>
    <dgm:pt modelId="{F5A05BD0-B9A4-4A43-9D30-BCF04E5FF7F7}" type="pres">
      <dgm:prSet presAssocID="{F8886C5D-419D-4438-AAE0-3B7F62CCEC40}" presName="connectorText" presStyleLbl="sibTrans2D1" presStyleIdx="7" presStyleCnt="19"/>
      <dgm:spPr/>
      <dgm:t>
        <a:bodyPr/>
        <a:lstStyle/>
        <a:p>
          <a:endParaRPr lang="en-GB"/>
        </a:p>
      </dgm:t>
    </dgm:pt>
    <dgm:pt modelId="{0153A2F3-BF07-49D2-ADDF-338F045D8794}" type="pres">
      <dgm:prSet presAssocID="{1B351D00-4C51-4448-BB01-191E17CB6C30}" presName="node" presStyleLbl="node1" presStyleIdx="8" presStyleCnt="20">
        <dgm:presLayoutVars>
          <dgm:bulletEnabled val="1"/>
        </dgm:presLayoutVars>
      </dgm:prSet>
      <dgm:spPr/>
      <dgm:t>
        <a:bodyPr/>
        <a:lstStyle/>
        <a:p>
          <a:endParaRPr lang="en-GB"/>
        </a:p>
      </dgm:t>
    </dgm:pt>
    <dgm:pt modelId="{4C66469C-DB82-4D4F-B766-2F15DD738E9F}" type="pres">
      <dgm:prSet presAssocID="{9413EF14-A6AD-44BB-88FD-0AC6B6B2CFFA}" presName="sibTrans" presStyleLbl="sibTrans2D1" presStyleIdx="8" presStyleCnt="19"/>
      <dgm:spPr/>
      <dgm:t>
        <a:bodyPr/>
        <a:lstStyle/>
        <a:p>
          <a:endParaRPr lang="en-GB"/>
        </a:p>
      </dgm:t>
    </dgm:pt>
    <dgm:pt modelId="{F94437DF-E153-4E7C-9C94-BF20D8DBF59C}" type="pres">
      <dgm:prSet presAssocID="{9413EF14-A6AD-44BB-88FD-0AC6B6B2CFFA}" presName="connectorText" presStyleLbl="sibTrans2D1" presStyleIdx="8" presStyleCnt="19"/>
      <dgm:spPr/>
      <dgm:t>
        <a:bodyPr/>
        <a:lstStyle/>
        <a:p>
          <a:endParaRPr lang="en-GB"/>
        </a:p>
      </dgm:t>
    </dgm:pt>
    <dgm:pt modelId="{82755FA6-8070-44D3-AC86-8D37C21F043C}" type="pres">
      <dgm:prSet presAssocID="{EBCAB5F7-6B4C-42D0-AED9-B2ADED768ACB}" presName="node" presStyleLbl="node1" presStyleIdx="9" presStyleCnt="20">
        <dgm:presLayoutVars>
          <dgm:bulletEnabled val="1"/>
        </dgm:presLayoutVars>
      </dgm:prSet>
      <dgm:spPr/>
      <dgm:t>
        <a:bodyPr/>
        <a:lstStyle/>
        <a:p>
          <a:endParaRPr lang="en-GB"/>
        </a:p>
      </dgm:t>
    </dgm:pt>
    <dgm:pt modelId="{7ADDD5C2-A8C6-42CF-B1AD-D664A6052C21}" type="pres">
      <dgm:prSet presAssocID="{95965820-F66B-41EF-BE7F-CE253DBE914C}" presName="sibTrans" presStyleLbl="sibTrans2D1" presStyleIdx="9" presStyleCnt="19"/>
      <dgm:spPr/>
      <dgm:t>
        <a:bodyPr/>
        <a:lstStyle/>
        <a:p>
          <a:endParaRPr lang="en-GB"/>
        </a:p>
      </dgm:t>
    </dgm:pt>
    <dgm:pt modelId="{9FD209EE-4473-4863-B8AF-9DC8DAD668D7}" type="pres">
      <dgm:prSet presAssocID="{95965820-F66B-41EF-BE7F-CE253DBE914C}" presName="connectorText" presStyleLbl="sibTrans2D1" presStyleIdx="9" presStyleCnt="19"/>
      <dgm:spPr/>
      <dgm:t>
        <a:bodyPr/>
        <a:lstStyle/>
        <a:p>
          <a:endParaRPr lang="en-GB"/>
        </a:p>
      </dgm:t>
    </dgm:pt>
    <dgm:pt modelId="{F05CFA5F-FFAC-4070-B910-AB278BD554AD}" type="pres">
      <dgm:prSet presAssocID="{A3656BDC-DA1B-466A-8D5B-DD0C14035987}" presName="node" presStyleLbl="node1" presStyleIdx="10" presStyleCnt="20">
        <dgm:presLayoutVars>
          <dgm:bulletEnabled val="1"/>
        </dgm:presLayoutVars>
      </dgm:prSet>
      <dgm:spPr/>
      <dgm:t>
        <a:bodyPr/>
        <a:lstStyle/>
        <a:p>
          <a:endParaRPr lang="en-GB"/>
        </a:p>
      </dgm:t>
    </dgm:pt>
    <dgm:pt modelId="{41D51905-7DE2-4DA4-8E8C-7DC149EF50BB}" type="pres">
      <dgm:prSet presAssocID="{98B80C49-EC16-4677-8FC1-77C8CE50E7B4}" presName="sibTrans" presStyleLbl="sibTrans2D1" presStyleIdx="10" presStyleCnt="19"/>
      <dgm:spPr/>
      <dgm:t>
        <a:bodyPr/>
        <a:lstStyle/>
        <a:p>
          <a:endParaRPr lang="en-GB"/>
        </a:p>
      </dgm:t>
    </dgm:pt>
    <dgm:pt modelId="{984FD3E3-E99A-42B4-AF49-0383DC1275E7}" type="pres">
      <dgm:prSet presAssocID="{98B80C49-EC16-4677-8FC1-77C8CE50E7B4}" presName="connectorText" presStyleLbl="sibTrans2D1" presStyleIdx="10" presStyleCnt="19"/>
      <dgm:spPr/>
      <dgm:t>
        <a:bodyPr/>
        <a:lstStyle/>
        <a:p>
          <a:endParaRPr lang="en-GB"/>
        </a:p>
      </dgm:t>
    </dgm:pt>
    <dgm:pt modelId="{79713E75-BD6E-4842-B87C-E51B28FC8C82}" type="pres">
      <dgm:prSet presAssocID="{7B4B9D04-7367-4615-9FEE-732E9E122A84}" presName="node" presStyleLbl="node1" presStyleIdx="11" presStyleCnt="20">
        <dgm:presLayoutVars>
          <dgm:bulletEnabled val="1"/>
        </dgm:presLayoutVars>
      </dgm:prSet>
      <dgm:spPr/>
      <dgm:t>
        <a:bodyPr/>
        <a:lstStyle/>
        <a:p>
          <a:endParaRPr lang="en-GB"/>
        </a:p>
      </dgm:t>
    </dgm:pt>
    <dgm:pt modelId="{C78E2863-B611-4A8C-8FF2-5A76EFE01477}" type="pres">
      <dgm:prSet presAssocID="{C0367BB4-8B66-4FBF-BA92-75F16AB0FDE1}" presName="sibTrans" presStyleLbl="sibTrans2D1" presStyleIdx="11" presStyleCnt="19"/>
      <dgm:spPr/>
      <dgm:t>
        <a:bodyPr/>
        <a:lstStyle/>
        <a:p>
          <a:endParaRPr lang="en-GB"/>
        </a:p>
      </dgm:t>
    </dgm:pt>
    <dgm:pt modelId="{E869F0A9-D6F6-4EFE-9CFC-92133B824B54}" type="pres">
      <dgm:prSet presAssocID="{C0367BB4-8B66-4FBF-BA92-75F16AB0FDE1}" presName="connectorText" presStyleLbl="sibTrans2D1" presStyleIdx="11" presStyleCnt="19"/>
      <dgm:spPr/>
      <dgm:t>
        <a:bodyPr/>
        <a:lstStyle/>
        <a:p>
          <a:endParaRPr lang="en-GB"/>
        </a:p>
      </dgm:t>
    </dgm:pt>
    <dgm:pt modelId="{2AC90167-FDC5-4284-A971-517B977D9429}" type="pres">
      <dgm:prSet presAssocID="{60AEFCBC-E481-48D0-B569-2536559E1657}" presName="node" presStyleLbl="node1" presStyleIdx="12" presStyleCnt="20">
        <dgm:presLayoutVars>
          <dgm:bulletEnabled val="1"/>
        </dgm:presLayoutVars>
      </dgm:prSet>
      <dgm:spPr/>
      <dgm:t>
        <a:bodyPr/>
        <a:lstStyle/>
        <a:p>
          <a:endParaRPr lang="en-GB"/>
        </a:p>
      </dgm:t>
    </dgm:pt>
    <dgm:pt modelId="{1E4C49E4-D8C0-42FD-A0FA-DF2EEA0903B5}" type="pres">
      <dgm:prSet presAssocID="{8F7C772B-35EA-4983-9BB0-DB47D23EC412}" presName="sibTrans" presStyleLbl="sibTrans2D1" presStyleIdx="12" presStyleCnt="19"/>
      <dgm:spPr/>
      <dgm:t>
        <a:bodyPr/>
        <a:lstStyle/>
        <a:p>
          <a:endParaRPr lang="en-GB"/>
        </a:p>
      </dgm:t>
    </dgm:pt>
    <dgm:pt modelId="{136E58EE-3739-40F0-954A-CD87ACC5F123}" type="pres">
      <dgm:prSet presAssocID="{8F7C772B-35EA-4983-9BB0-DB47D23EC412}" presName="connectorText" presStyleLbl="sibTrans2D1" presStyleIdx="12" presStyleCnt="19"/>
      <dgm:spPr/>
      <dgm:t>
        <a:bodyPr/>
        <a:lstStyle/>
        <a:p>
          <a:endParaRPr lang="en-GB"/>
        </a:p>
      </dgm:t>
    </dgm:pt>
    <dgm:pt modelId="{620F3F92-49F6-4DF6-99FB-1E10A16B4381}" type="pres">
      <dgm:prSet presAssocID="{FB380098-D124-4BA7-9D0D-2FF1A81CA944}" presName="node" presStyleLbl="node1" presStyleIdx="13" presStyleCnt="20">
        <dgm:presLayoutVars>
          <dgm:bulletEnabled val="1"/>
        </dgm:presLayoutVars>
      </dgm:prSet>
      <dgm:spPr/>
      <dgm:t>
        <a:bodyPr/>
        <a:lstStyle/>
        <a:p>
          <a:endParaRPr lang="en-GB"/>
        </a:p>
      </dgm:t>
    </dgm:pt>
    <dgm:pt modelId="{DEBF9954-3636-466A-8480-5C2DDE1614B5}" type="pres">
      <dgm:prSet presAssocID="{C5059287-0D74-47D6-B739-B38DFA16C0CF}" presName="sibTrans" presStyleLbl="sibTrans2D1" presStyleIdx="13" presStyleCnt="19"/>
      <dgm:spPr/>
      <dgm:t>
        <a:bodyPr/>
        <a:lstStyle/>
        <a:p>
          <a:endParaRPr lang="en-GB"/>
        </a:p>
      </dgm:t>
    </dgm:pt>
    <dgm:pt modelId="{7884971A-397A-40B1-B758-6C7FB0A371FD}" type="pres">
      <dgm:prSet presAssocID="{C5059287-0D74-47D6-B739-B38DFA16C0CF}" presName="connectorText" presStyleLbl="sibTrans2D1" presStyleIdx="13" presStyleCnt="19"/>
      <dgm:spPr/>
      <dgm:t>
        <a:bodyPr/>
        <a:lstStyle/>
        <a:p>
          <a:endParaRPr lang="en-GB"/>
        </a:p>
      </dgm:t>
    </dgm:pt>
    <dgm:pt modelId="{B75B6097-89DB-4F78-BA64-095BDFEACB13}" type="pres">
      <dgm:prSet presAssocID="{7DCED271-B7BE-441E-9614-8E30C1E97B06}" presName="node" presStyleLbl="node1" presStyleIdx="14" presStyleCnt="20">
        <dgm:presLayoutVars>
          <dgm:bulletEnabled val="1"/>
        </dgm:presLayoutVars>
      </dgm:prSet>
      <dgm:spPr/>
      <dgm:t>
        <a:bodyPr/>
        <a:lstStyle/>
        <a:p>
          <a:endParaRPr lang="en-GB"/>
        </a:p>
      </dgm:t>
    </dgm:pt>
    <dgm:pt modelId="{C1C2AA1C-ECD8-4EB3-8991-39C8953598CA}" type="pres">
      <dgm:prSet presAssocID="{4B4AEE0F-D065-497E-A591-3FE1E7EB1207}" presName="sibTrans" presStyleLbl="sibTrans2D1" presStyleIdx="14" presStyleCnt="19"/>
      <dgm:spPr/>
      <dgm:t>
        <a:bodyPr/>
        <a:lstStyle/>
        <a:p>
          <a:endParaRPr lang="en-GB"/>
        </a:p>
      </dgm:t>
    </dgm:pt>
    <dgm:pt modelId="{03D1C4CC-41E4-407F-AE9B-E2FE4529FD95}" type="pres">
      <dgm:prSet presAssocID="{4B4AEE0F-D065-497E-A591-3FE1E7EB1207}" presName="connectorText" presStyleLbl="sibTrans2D1" presStyleIdx="14" presStyleCnt="19"/>
      <dgm:spPr/>
      <dgm:t>
        <a:bodyPr/>
        <a:lstStyle/>
        <a:p>
          <a:endParaRPr lang="en-GB"/>
        </a:p>
      </dgm:t>
    </dgm:pt>
    <dgm:pt modelId="{4FF5E7F5-A2C0-405D-A677-13155EEC71E0}" type="pres">
      <dgm:prSet presAssocID="{59CCF139-9CA1-4636-8AD3-242C39FFB0A9}" presName="node" presStyleLbl="node1" presStyleIdx="15" presStyleCnt="20">
        <dgm:presLayoutVars>
          <dgm:bulletEnabled val="1"/>
        </dgm:presLayoutVars>
      </dgm:prSet>
      <dgm:spPr/>
      <dgm:t>
        <a:bodyPr/>
        <a:lstStyle/>
        <a:p>
          <a:endParaRPr lang="en-GB"/>
        </a:p>
      </dgm:t>
    </dgm:pt>
    <dgm:pt modelId="{1FA742D1-ADA6-4F18-8C0A-32C9BABA23D5}" type="pres">
      <dgm:prSet presAssocID="{92BF02BF-F191-4D40-AD12-900FC4470989}" presName="sibTrans" presStyleLbl="sibTrans2D1" presStyleIdx="15" presStyleCnt="19"/>
      <dgm:spPr/>
      <dgm:t>
        <a:bodyPr/>
        <a:lstStyle/>
        <a:p>
          <a:endParaRPr lang="en-GB"/>
        </a:p>
      </dgm:t>
    </dgm:pt>
    <dgm:pt modelId="{E38D6567-CD82-4EFC-B098-710AAB8F95F7}" type="pres">
      <dgm:prSet presAssocID="{92BF02BF-F191-4D40-AD12-900FC4470989}" presName="connectorText" presStyleLbl="sibTrans2D1" presStyleIdx="15" presStyleCnt="19"/>
      <dgm:spPr/>
      <dgm:t>
        <a:bodyPr/>
        <a:lstStyle/>
        <a:p>
          <a:endParaRPr lang="en-GB"/>
        </a:p>
      </dgm:t>
    </dgm:pt>
    <dgm:pt modelId="{94D49CD3-10BE-474F-9AEE-14BCBC91D796}" type="pres">
      <dgm:prSet presAssocID="{CBBCDDCA-54C4-40A1-ACA5-691F3FEE8BDC}" presName="node" presStyleLbl="node1" presStyleIdx="16" presStyleCnt="20">
        <dgm:presLayoutVars>
          <dgm:bulletEnabled val="1"/>
        </dgm:presLayoutVars>
      </dgm:prSet>
      <dgm:spPr/>
      <dgm:t>
        <a:bodyPr/>
        <a:lstStyle/>
        <a:p>
          <a:endParaRPr lang="en-GB"/>
        </a:p>
      </dgm:t>
    </dgm:pt>
    <dgm:pt modelId="{DD85C66D-A705-40D9-AE01-F892118183AF}" type="pres">
      <dgm:prSet presAssocID="{ECC084FA-C561-49D1-BA41-679D2098825F}" presName="sibTrans" presStyleLbl="sibTrans2D1" presStyleIdx="16" presStyleCnt="19"/>
      <dgm:spPr/>
      <dgm:t>
        <a:bodyPr/>
        <a:lstStyle/>
        <a:p>
          <a:endParaRPr lang="en-GB"/>
        </a:p>
      </dgm:t>
    </dgm:pt>
    <dgm:pt modelId="{0B24A73B-634E-4BAB-A11B-1AF495F5EDCC}" type="pres">
      <dgm:prSet presAssocID="{ECC084FA-C561-49D1-BA41-679D2098825F}" presName="connectorText" presStyleLbl="sibTrans2D1" presStyleIdx="16" presStyleCnt="19"/>
      <dgm:spPr/>
      <dgm:t>
        <a:bodyPr/>
        <a:lstStyle/>
        <a:p>
          <a:endParaRPr lang="en-GB"/>
        </a:p>
      </dgm:t>
    </dgm:pt>
    <dgm:pt modelId="{CCF0250B-EAB5-43A2-B3F9-D3A9DD5AE386}" type="pres">
      <dgm:prSet presAssocID="{3D2C2AC8-5DCF-4600-A666-E018A788E897}" presName="node" presStyleLbl="node1" presStyleIdx="17" presStyleCnt="20">
        <dgm:presLayoutVars>
          <dgm:bulletEnabled val="1"/>
        </dgm:presLayoutVars>
      </dgm:prSet>
      <dgm:spPr/>
      <dgm:t>
        <a:bodyPr/>
        <a:lstStyle/>
        <a:p>
          <a:endParaRPr lang="en-GB"/>
        </a:p>
      </dgm:t>
    </dgm:pt>
    <dgm:pt modelId="{55635EC6-DEAD-4F57-BA92-AE50639A17CF}" type="pres">
      <dgm:prSet presAssocID="{5AB8F372-1ED3-45A4-ACDD-9622F7C728A8}" presName="sibTrans" presStyleLbl="sibTrans2D1" presStyleIdx="17" presStyleCnt="19"/>
      <dgm:spPr/>
      <dgm:t>
        <a:bodyPr/>
        <a:lstStyle/>
        <a:p>
          <a:endParaRPr lang="en-GB"/>
        </a:p>
      </dgm:t>
    </dgm:pt>
    <dgm:pt modelId="{582551C3-6D78-4624-B488-469045AB37E8}" type="pres">
      <dgm:prSet presAssocID="{5AB8F372-1ED3-45A4-ACDD-9622F7C728A8}" presName="connectorText" presStyleLbl="sibTrans2D1" presStyleIdx="17" presStyleCnt="19"/>
      <dgm:spPr/>
      <dgm:t>
        <a:bodyPr/>
        <a:lstStyle/>
        <a:p>
          <a:endParaRPr lang="en-GB"/>
        </a:p>
      </dgm:t>
    </dgm:pt>
    <dgm:pt modelId="{683090F5-26E2-469D-ACA5-6589D05C168C}" type="pres">
      <dgm:prSet presAssocID="{DA4BBD47-BFFE-4C55-A24D-1A453B69E7EF}" presName="node" presStyleLbl="node1" presStyleIdx="18" presStyleCnt="20" custLinFactNeighborX="2421">
        <dgm:presLayoutVars>
          <dgm:bulletEnabled val="1"/>
        </dgm:presLayoutVars>
      </dgm:prSet>
      <dgm:spPr/>
      <dgm:t>
        <a:bodyPr/>
        <a:lstStyle/>
        <a:p>
          <a:endParaRPr lang="en-GB"/>
        </a:p>
      </dgm:t>
    </dgm:pt>
    <dgm:pt modelId="{AAC6543B-F5A1-40A1-ADFE-3003DCD76B01}" type="pres">
      <dgm:prSet presAssocID="{04735EB8-E461-4FC0-94BE-12328AB2BF44}" presName="sibTrans" presStyleLbl="sibTrans2D1" presStyleIdx="18" presStyleCnt="19"/>
      <dgm:spPr/>
      <dgm:t>
        <a:bodyPr/>
        <a:lstStyle/>
        <a:p>
          <a:endParaRPr lang="en-GB"/>
        </a:p>
      </dgm:t>
    </dgm:pt>
    <dgm:pt modelId="{F4D56F59-2958-477F-A1C4-AE65E1D6B404}" type="pres">
      <dgm:prSet presAssocID="{04735EB8-E461-4FC0-94BE-12328AB2BF44}" presName="connectorText" presStyleLbl="sibTrans2D1" presStyleIdx="18" presStyleCnt="19"/>
      <dgm:spPr/>
      <dgm:t>
        <a:bodyPr/>
        <a:lstStyle/>
        <a:p>
          <a:endParaRPr lang="en-GB"/>
        </a:p>
      </dgm:t>
    </dgm:pt>
    <dgm:pt modelId="{6F3DC982-D397-4A1A-9FCD-13F6D2DBCB77}" type="pres">
      <dgm:prSet presAssocID="{75BB076E-316F-4FFB-9C06-0550BB971F08}" presName="node" presStyleLbl="node1" presStyleIdx="19" presStyleCnt="20">
        <dgm:presLayoutVars>
          <dgm:bulletEnabled val="1"/>
        </dgm:presLayoutVars>
      </dgm:prSet>
      <dgm:spPr/>
      <dgm:t>
        <a:bodyPr/>
        <a:lstStyle/>
        <a:p>
          <a:endParaRPr lang="en-GB"/>
        </a:p>
      </dgm:t>
    </dgm:pt>
  </dgm:ptLst>
  <dgm:cxnLst>
    <dgm:cxn modelId="{FDEA92E6-DB1B-48DE-9DD5-537ED8DE3C73}" type="presOf" srcId="{C5059287-0D74-47D6-B739-B38DFA16C0CF}" destId="{7884971A-397A-40B1-B758-6C7FB0A371FD}" srcOrd="1" destOrd="0" presId="urn:microsoft.com/office/officeart/2005/8/layout/process5"/>
    <dgm:cxn modelId="{D114E9A1-D0D9-4A8C-A9A6-F46FA0AC67D2}" type="presOf" srcId="{9413EF14-A6AD-44BB-88FD-0AC6B6B2CFFA}" destId="{4C66469C-DB82-4D4F-B766-2F15DD738E9F}" srcOrd="0" destOrd="0" presId="urn:microsoft.com/office/officeart/2005/8/layout/process5"/>
    <dgm:cxn modelId="{FA4D200B-AB9B-40CF-93E5-919E3CD29B71}" srcId="{EA560941-3760-4FE7-AE3E-B9297022BADD}" destId="{E69FB2F1-22CF-4DEE-8F8B-5974B87483EA}" srcOrd="6" destOrd="0" parTransId="{CD860A62-B94D-4238-A7E2-D84A65DCA2F5}" sibTransId="{BB5EF544-856A-4AA8-9917-373AABFADABE}"/>
    <dgm:cxn modelId="{BA548316-8861-44F2-BF01-D1A445DD39D6}" type="presOf" srcId="{5AB8F372-1ED3-45A4-ACDD-9622F7C728A8}" destId="{55635EC6-DEAD-4F57-BA92-AE50639A17CF}" srcOrd="0" destOrd="0" presId="urn:microsoft.com/office/officeart/2005/8/layout/process5"/>
    <dgm:cxn modelId="{F3A17E33-BB8A-4C75-AD98-B422AA85017E}" type="presOf" srcId="{95965820-F66B-41EF-BE7F-CE253DBE914C}" destId="{7ADDD5C2-A8C6-42CF-B1AD-D664A6052C21}" srcOrd="0" destOrd="0" presId="urn:microsoft.com/office/officeart/2005/8/layout/process5"/>
    <dgm:cxn modelId="{E8738081-C3BF-4F3C-A92F-26326970F20A}" type="presOf" srcId="{A3656BDC-DA1B-466A-8D5B-DD0C14035987}" destId="{F05CFA5F-FFAC-4070-B910-AB278BD554AD}" srcOrd="0" destOrd="0" presId="urn:microsoft.com/office/officeart/2005/8/layout/process5"/>
    <dgm:cxn modelId="{EAA85B11-D104-4C39-BDF4-FB34853621ED}" srcId="{EA560941-3760-4FE7-AE3E-B9297022BADD}" destId="{3D2C2AC8-5DCF-4600-A666-E018A788E897}" srcOrd="17" destOrd="0" parTransId="{CC81CC69-A7F7-4C85-B13F-5EC422FAAF25}" sibTransId="{5AB8F372-1ED3-45A4-ACDD-9622F7C728A8}"/>
    <dgm:cxn modelId="{D4CD30AC-D5B2-426E-A745-A4E03CDD7DBB}" type="presOf" srcId="{C5059287-0D74-47D6-B739-B38DFA16C0CF}" destId="{DEBF9954-3636-466A-8480-5C2DDE1614B5}" srcOrd="0" destOrd="0" presId="urn:microsoft.com/office/officeart/2005/8/layout/process5"/>
    <dgm:cxn modelId="{9C1E806E-FA3C-4142-92B8-47E438C0C897}" type="presOf" srcId="{F351DC2E-44F7-4359-AF68-6A3E9C18235B}" destId="{D132D7BF-B8A1-4E58-9C87-02AEFA0F0488}" srcOrd="0" destOrd="0" presId="urn:microsoft.com/office/officeart/2005/8/layout/process5"/>
    <dgm:cxn modelId="{A737A2DC-A302-4800-99DC-9E978FFB9959}" type="presOf" srcId="{98B80C49-EC16-4677-8FC1-77C8CE50E7B4}" destId="{984FD3E3-E99A-42B4-AF49-0383DC1275E7}" srcOrd="1" destOrd="0" presId="urn:microsoft.com/office/officeart/2005/8/layout/process5"/>
    <dgm:cxn modelId="{33FD036F-B50E-4EB4-8FB7-0A8774F6AD09}" type="presOf" srcId="{2CA91D02-83A2-4CB0-8CD5-7FE0F1C8EA3F}" destId="{F39BC29A-33E8-4500-99E7-6F5926DC2907}" srcOrd="0" destOrd="0" presId="urn:microsoft.com/office/officeart/2005/8/layout/process5"/>
    <dgm:cxn modelId="{46B47890-8F91-419D-899B-BA1F48234F43}" type="presOf" srcId="{59CCF139-9CA1-4636-8AD3-242C39FFB0A9}" destId="{4FF5E7F5-A2C0-405D-A677-13155EEC71E0}" srcOrd="0" destOrd="0" presId="urn:microsoft.com/office/officeart/2005/8/layout/process5"/>
    <dgm:cxn modelId="{66C2A172-49ED-4245-9628-DB2039D1A956}" type="presOf" srcId="{EA560941-3760-4FE7-AE3E-B9297022BADD}" destId="{E9139E12-6921-4A14-9FFF-35B8AF74760C}" srcOrd="0" destOrd="0" presId="urn:microsoft.com/office/officeart/2005/8/layout/process5"/>
    <dgm:cxn modelId="{85984228-D617-497C-A2DF-B25C3EC8262E}" type="presOf" srcId="{0A6391DA-6869-43DA-9784-6CFE6E4677CF}" destId="{72EF7B33-708B-496C-9318-9D0C26431332}" srcOrd="1" destOrd="0" presId="urn:microsoft.com/office/officeart/2005/8/layout/process5"/>
    <dgm:cxn modelId="{E923A169-113B-4769-B864-0EC2E5E7B1AE}" type="presOf" srcId="{04735EB8-E461-4FC0-94BE-12328AB2BF44}" destId="{AAC6543B-F5A1-40A1-ADFE-3003DCD76B01}" srcOrd="0" destOrd="0" presId="urn:microsoft.com/office/officeart/2005/8/layout/process5"/>
    <dgm:cxn modelId="{65D882DE-D7AB-45FE-BEE4-664164B4ECE4}" srcId="{EA560941-3760-4FE7-AE3E-B9297022BADD}" destId="{59CCF139-9CA1-4636-8AD3-242C39FFB0A9}" srcOrd="15" destOrd="0" parTransId="{A5770378-F0CB-4EB5-BB31-0DC58F6060E0}" sibTransId="{92BF02BF-F191-4D40-AD12-900FC4470989}"/>
    <dgm:cxn modelId="{8F13F440-85D9-459A-B15D-5ADD8BFB2075}" srcId="{EA560941-3760-4FE7-AE3E-B9297022BADD}" destId="{FB380098-D124-4BA7-9D0D-2FF1A81CA944}" srcOrd="13" destOrd="0" parTransId="{8F427477-15FA-4E03-9C12-7006AD8A32DF}" sibTransId="{C5059287-0D74-47D6-B739-B38DFA16C0CF}"/>
    <dgm:cxn modelId="{13247758-BCD7-41A0-B617-BCDE0A4480F9}" type="presOf" srcId="{EBCAB5F7-6B4C-42D0-AED9-B2ADED768ACB}" destId="{82755FA6-8070-44D3-AC86-8D37C21F043C}" srcOrd="0" destOrd="0" presId="urn:microsoft.com/office/officeart/2005/8/layout/process5"/>
    <dgm:cxn modelId="{CBF5FB15-66B6-4079-A2F0-BA5C20E990AA}" type="presOf" srcId="{E69FB2F1-22CF-4DEE-8F8B-5974B87483EA}" destId="{913BD424-B8E6-403F-BA07-1B4AB30CC7BC}" srcOrd="0" destOrd="0" presId="urn:microsoft.com/office/officeart/2005/8/layout/process5"/>
    <dgm:cxn modelId="{0E76E20A-547C-4B0B-8D8D-E10A25965FF9}" type="presOf" srcId="{60AEFCBC-E481-48D0-B569-2536559E1657}" destId="{2AC90167-FDC5-4284-A971-517B977D9429}" srcOrd="0" destOrd="0" presId="urn:microsoft.com/office/officeart/2005/8/layout/process5"/>
    <dgm:cxn modelId="{5494B0A5-5EDE-4DCF-AC8A-3EE91D05575C}" type="presOf" srcId="{3D2C2AC8-5DCF-4600-A666-E018A788E897}" destId="{CCF0250B-EAB5-43A2-B3F9-D3A9DD5AE386}" srcOrd="0" destOrd="0" presId="urn:microsoft.com/office/officeart/2005/8/layout/process5"/>
    <dgm:cxn modelId="{76232B77-AF7B-4218-8276-43EAF347D1F4}" type="presOf" srcId="{92BF02BF-F191-4D40-AD12-900FC4470989}" destId="{E38D6567-CD82-4EFC-B098-710AAB8F95F7}" srcOrd="1" destOrd="0" presId="urn:microsoft.com/office/officeart/2005/8/layout/process5"/>
    <dgm:cxn modelId="{3A078AEB-60FD-4104-80AD-714B7BAACB9A}" type="presOf" srcId="{D3840453-FFE8-4502-9D2B-001A37D4497C}" destId="{07138066-0AA0-42D0-9EB1-E45A6A811640}" srcOrd="0" destOrd="0" presId="urn:microsoft.com/office/officeart/2005/8/layout/process5"/>
    <dgm:cxn modelId="{A8D446AF-4333-45AB-9172-B2E2DA33E81E}" type="presOf" srcId="{1B351D00-4C51-4448-BB01-191E17CB6C30}" destId="{0153A2F3-BF07-49D2-ADDF-338F045D8794}" srcOrd="0" destOrd="0" presId="urn:microsoft.com/office/officeart/2005/8/layout/process5"/>
    <dgm:cxn modelId="{D48308B0-DFDA-45B8-AA84-C672CF230D2F}" type="presOf" srcId="{F8886C5D-419D-4438-AAE0-3B7F62CCEC40}" destId="{D0226DB8-40A1-4C4B-9613-44B82C87A8AE}" srcOrd="0" destOrd="0" presId="urn:microsoft.com/office/officeart/2005/8/layout/process5"/>
    <dgm:cxn modelId="{96FCD782-67C6-44B0-8799-6558F6046F3E}" type="presOf" srcId="{4B4AEE0F-D065-497E-A591-3FE1E7EB1207}" destId="{C1C2AA1C-ECD8-4EB3-8991-39C8953598CA}" srcOrd="0" destOrd="0" presId="urn:microsoft.com/office/officeart/2005/8/layout/process5"/>
    <dgm:cxn modelId="{75E3BA28-A176-4D4A-BCDD-77CE497CB2D5}" srcId="{EA560941-3760-4FE7-AE3E-B9297022BADD}" destId="{A3656BDC-DA1B-466A-8D5B-DD0C14035987}" srcOrd="10" destOrd="0" parTransId="{07FFE2AC-D4D0-497A-AD21-6D28F73F70DB}" sibTransId="{98B80C49-EC16-4677-8FC1-77C8CE50E7B4}"/>
    <dgm:cxn modelId="{3A0BD66D-508D-4045-B674-7FD1284882B3}" srcId="{EA560941-3760-4FE7-AE3E-B9297022BADD}" destId="{EBCAB5F7-6B4C-42D0-AED9-B2ADED768ACB}" srcOrd="9" destOrd="0" parTransId="{6B017E75-0919-4B36-8B58-B429ABD7CE88}" sibTransId="{95965820-F66B-41EF-BE7F-CE253DBE914C}"/>
    <dgm:cxn modelId="{35A22573-051D-43A5-937A-DAC37BF2D11E}" type="presOf" srcId="{BB5EF544-856A-4AA8-9917-373AABFADABE}" destId="{8F6E8F34-02DF-4320-874F-4579E64EA042}" srcOrd="0" destOrd="0" presId="urn:microsoft.com/office/officeart/2005/8/layout/process5"/>
    <dgm:cxn modelId="{C39F743C-61EB-4A4B-A1ED-6BCA639112BF}" type="presOf" srcId="{95965820-F66B-41EF-BE7F-CE253DBE914C}" destId="{9FD209EE-4473-4863-B8AF-9DC8DAD668D7}" srcOrd="1" destOrd="0" presId="urn:microsoft.com/office/officeart/2005/8/layout/process5"/>
    <dgm:cxn modelId="{C2350FD8-6BF7-49A1-B26B-52D617BC2A57}" srcId="{EA560941-3760-4FE7-AE3E-B9297022BADD}" destId="{2CA91D02-83A2-4CB0-8CD5-7FE0F1C8EA3F}" srcOrd="0" destOrd="0" parTransId="{674C282A-A538-42A9-B873-53F7419BDD02}" sibTransId="{F50DFB79-87A1-4804-A9DE-06B9C50485B1}"/>
    <dgm:cxn modelId="{8C4AD2FC-CA82-472D-9C48-CD0D4C6E62B0}" type="presOf" srcId="{7B4B9D04-7367-4615-9FEE-732E9E122A84}" destId="{79713E75-BD6E-4842-B87C-E51B28FC8C82}" srcOrd="0" destOrd="0" presId="urn:microsoft.com/office/officeart/2005/8/layout/process5"/>
    <dgm:cxn modelId="{43593AFF-AA89-45AA-AC2F-7FFAF93892C5}" srcId="{EA560941-3760-4FE7-AE3E-B9297022BADD}" destId="{DA4BBD47-BFFE-4C55-A24D-1A453B69E7EF}" srcOrd="18" destOrd="0" parTransId="{99E8AFF6-D074-4A9F-9E92-54B221B6221A}" sibTransId="{04735EB8-E461-4FC0-94BE-12328AB2BF44}"/>
    <dgm:cxn modelId="{51DA9CCE-AFC4-4F45-9591-F67E05067A0A}" srcId="{EA560941-3760-4FE7-AE3E-B9297022BADD}" destId="{65907D52-5F95-4C5D-B9AE-5E132A2FCE5E}" srcOrd="1" destOrd="0" parTransId="{BDBB6486-DF3A-4AC1-89E4-B5FEE93A1EE7}" sibTransId="{287B9031-02AD-4656-9A6E-103A2A63B8BC}"/>
    <dgm:cxn modelId="{EBC1B6DB-3CBF-48EF-A99D-509C467405A0}" type="presOf" srcId="{0A6391DA-6869-43DA-9784-6CFE6E4677CF}" destId="{65392B42-E209-4D14-8ABF-DC6B7D3DD38D}" srcOrd="0" destOrd="0" presId="urn:microsoft.com/office/officeart/2005/8/layout/process5"/>
    <dgm:cxn modelId="{D9756908-E627-4DB6-806A-8AA09039CED1}" type="presOf" srcId="{CBBCDDCA-54C4-40A1-ACA5-691F3FEE8BDC}" destId="{94D49CD3-10BE-474F-9AEE-14BCBC91D796}" srcOrd="0" destOrd="0" presId="urn:microsoft.com/office/officeart/2005/8/layout/process5"/>
    <dgm:cxn modelId="{DF9717C5-339A-4719-97D5-33422295722F}" srcId="{EA560941-3760-4FE7-AE3E-B9297022BADD}" destId="{7B4B9D04-7367-4615-9FEE-732E9E122A84}" srcOrd="11" destOrd="0" parTransId="{EF94F061-5AA0-417C-8515-EE1C38C32D3A}" sibTransId="{C0367BB4-8B66-4FBF-BA92-75F16AB0FDE1}"/>
    <dgm:cxn modelId="{8F77DF8E-C080-412E-ACB9-2F4BB19508F9}" type="presOf" srcId="{287B9031-02AD-4656-9A6E-103A2A63B8BC}" destId="{B374E41A-FD22-4AD0-B7D4-611B35CE4200}" srcOrd="0" destOrd="0" presId="urn:microsoft.com/office/officeart/2005/8/layout/process5"/>
    <dgm:cxn modelId="{12777BCD-0A37-4FA1-9E8D-506015E771DE}" type="presOf" srcId="{CA00DB71-4C80-4924-A748-342F714A1642}" destId="{81F60497-7252-4494-9E81-9AF6D608B3B6}" srcOrd="0" destOrd="0" presId="urn:microsoft.com/office/officeart/2005/8/layout/process5"/>
    <dgm:cxn modelId="{35A2EB25-28AB-4366-8A13-F0A3AB8D6976}" type="presOf" srcId="{F50DFB79-87A1-4804-A9DE-06B9C50485B1}" destId="{E9FF087A-D6BB-4202-B4DD-4879B1F39893}" srcOrd="0" destOrd="0" presId="urn:microsoft.com/office/officeart/2005/8/layout/process5"/>
    <dgm:cxn modelId="{C0B0072F-F82F-48E7-A0F4-C9A97A7CE845}" type="presOf" srcId="{4D9F9BCA-E213-40F3-8C42-A070C09DBD29}" destId="{D565961A-E448-4CC0-9BAA-EA248966D02D}" srcOrd="0" destOrd="0" presId="urn:microsoft.com/office/officeart/2005/8/layout/process5"/>
    <dgm:cxn modelId="{0471BB43-6D15-45FE-B2BD-BE90B98105C2}" type="presOf" srcId="{287B9031-02AD-4656-9A6E-103A2A63B8BC}" destId="{07180346-FE93-45C3-A376-83C0A9017D45}" srcOrd="1" destOrd="0" presId="urn:microsoft.com/office/officeart/2005/8/layout/process5"/>
    <dgm:cxn modelId="{4169C154-83E5-45A3-9555-22F09704D4DF}" type="presOf" srcId="{F8886C5D-419D-4438-AAE0-3B7F62CCEC40}" destId="{F5A05BD0-B9A4-4A43-9D30-BCF04E5FF7F7}" srcOrd="1" destOrd="0" presId="urn:microsoft.com/office/officeart/2005/8/layout/process5"/>
    <dgm:cxn modelId="{653BC958-C6AA-4973-A4C9-07D86E5914E2}" type="presOf" srcId="{65907D52-5F95-4C5D-B9AE-5E132A2FCE5E}" destId="{1FA084B4-B673-4956-BA01-F646B64E3E1A}" srcOrd="0" destOrd="0" presId="urn:microsoft.com/office/officeart/2005/8/layout/process5"/>
    <dgm:cxn modelId="{1B264B3D-733F-4DAC-9C09-9F5BD2A5F77E}" srcId="{EA560941-3760-4FE7-AE3E-B9297022BADD}" destId="{1B351D00-4C51-4448-BB01-191E17CB6C30}" srcOrd="8" destOrd="0" parTransId="{454E061E-B491-4447-8705-7FF8352CF546}" sibTransId="{9413EF14-A6AD-44BB-88FD-0AC6B6B2CFFA}"/>
    <dgm:cxn modelId="{B9F27445-B5BB-484E-B10F-62A863F7325A}" type="presOf" srcId="{ECC084FA-C561-49D1-BA41-679D2098825F}" destId="{DD85C66D-A705-40D9-AE01-F892118183AF}" srcOrd="0" destOrd="0" presId="urn:microsoft.com/office/officeart/2005/8/layout/process5"/>
    <dgm:cxn modelId="{FDABE655-F333-46BB-A6F6-B4B3F31737A2}" srcId="{EA560941-3760-4FE7-AE3E-B9297022BADD}" destId="{3E74756A-5A88-47DA-888C-D3A4A9440F07}" srcOrd="2" destOrd="0" parTransId="{EB93006E-FB94-4F59-9168-4A9524C3E98F}" sibTransId="{D3840453-FFE8-4502-9D2B-001A37D4497C}"/>
    <dgm:cxn modelId="{B46B2771-3B34-4080-B9F3-DF71AB8E5467}" type="presOf" srcId="{9413EF14-A6AD-44BB-88FD-0AC6B6B2CFFA}" destId="{F94437DF-E153-4E7C-9C94-BF20D8DBF59C}" srcOrd="1" destOrd="0" presId="urn:microsoft.com/office/officeart/2005/8/layout/process5"/>
    <dgm:cxn modelId="{EE4A6E18-7EFA-4D88-98A9-07DA64C3D192}" type="presOf" srcId="{F50DFB79-87A1-4804-A9DE-06B9C50485B1}" destId="{CB33CFDB-77D7-4009-B793-8C64404BB673}" srcOrd="1" destOrd="0" presId="urn:microsoft.com/office/officeart/2005/8/layout/process5"/>
    <dgm:cxn modelId="{5C960D63-6852-44A0-93D1-5C9C9990586F}" type="presOf" srcId="{BB5EF544-856A-4AA8-9917-373AABFADABE}" destId="{D1389EE8-7C34-48A4-AE87-EC717DE06B04}" srcOrd="1" destOrd="0" presId="urn:microsoft.com/office/officeart/2005/8/layout/process5"/>
    <dgm:cxn modelId="{0893E112-8A69-4A2D-8DD5-E10A6AA3C204}" type="presOf" srcId="{4B4AEE0F-D065-497E-A591-3FE1E7EB1207}" destId="{03D1C4CC-41E4-407F-AE9B-E2FE4529FD95}" srcOrd="1" destOrd="0" presId="urn:microsoft.com/office/officeart/2005/8/layout/process5"/>
    <dgm:cxn modelId="{FF10977A-9D51-4167-A42F-42AE0C7EB667}" type="presOf" srcId="{CA00DB71-4C80-4924-A748-342F714A1642}" destId="{1A85B18F-C156-4E50-961B-8807D76311C3}" srcOrd="1" destOrd="0" presId="urn:microsoft.com/office/officeart/2005/8/layout/process5"/>
    <dgm:cxn modelId="{1A96EF31-5478-40FF-A236-BB76287F28F8}" type="presOf" srcId="{7DCED271-B7BE-441E-9614-8E30C1E97B06}" destId="{B75B6097-89DB-4F78-BA64-095BDFEACB13}" srcOrd="0" destOrd="0" presId="urn:microsoft.com/office/officeart/2005/8/layout/process5"/>
    <dgm:cxn modelId="{54F63992-6D09-4D34-8B19-3849E4AB6E89}" srcId="{EA560941-3760-4FE7-AE3E-B9297022BADD}" destId="{F351DC2E-44F7-4359-AF68-6A3E9C18235B}" srcOrd="5" destOrd="0" parTransId="{31B8089C-4227-46E6-97FE-B467A3B8EEFB}" sibTransId="{0A6391DA-6869-43DA-9784-6CFE6E4677CF}"/>
    <dgm:cxn modelId="{267FFDBC-3F19-443E-B3B4-4DA17D5903B3}" srcId="{EA560941-3760-4FE7-AE3E-B9297022BADD}" destId="{4D9F9BCA-E213-40F3-8C42-A070C09DBD29}" srcOrd="3" destOrd="0" parTransId="{75EEFC12-B6E7-4DB5-A6A4-C4A276B49D36}" sibTransId="{CA00DB71-4C80-4924-A748-342F714A1642}"/>
    <dgm:cxn modelId="{D77F7E3D-94E0-4210-B58E-9ECD87BDCA57}" srcId="{EA560941-3760-4FE7-AE3E-B9297022BADD}" destId="{8DFBA440-7D24-4339-B973-ABB97290CEF7}" srcOrd="4" destOrd="0" parTransId="{FC1AE2E2-BDD7-4E8C-B83D-379D009C57B7}" sibTransId="{B195AAE6-9706-4CE1-85CA-74AA06A350AF}"/>
    <dgm:cxn modelId="{E3642C0E-3467-40E7-BB95-CCAD1143A587}" type="presOf" srcId="{B195AAE6-9706-4CE1-85CA-74AA06A350AF}" destId="{A820E35F-D03F-49C1-BD8A-AEE6AFD1E914}" srcOrd="0" destOrd="0" presId="urn:microsoft.com/office/officeart/2005/8/layout/process5"/>
    <dgm:cxn modelId="{3AC4DE0F-23A0-4068-ACBF-E453EF6DA345}" type="presOf" srcId="{DA4BBD47-BFFE-4C55-A24D-1A453B69E7EF}" destId="{683090F5-26E2-469D-ACA5-6589D05C168C}" srcOrd="0" destOrd="0" presId="urn:microsoft.com/office/officeart/2005/8/layout/process5"/>
    <dgm:cxn modelId="{9F0437C8-399F-4E4D-9C9E-15471E34DD70}" type="presOf" srcId="{C0367BB4-8B66-4FBF-BA92-75F16AB0FDE1}" destId="{E869F0A9-D6F6-4EFE-9CFC-92133B824B54}" srcOrd="1" destOrd="0" presId="urn:microsoft.com/office/officeart/2005/8/layout/process5"/>
    <dgm:cxn modelId="{602F75C0-1A01-4491-A17E-DE40C2B2DA14}" type="presOf" srcId="{D3840453-FFE8-4502-9D2B-001A37D4497C}" destId="{FA0BFC76-2B3F-4874-A654-BADB1B5EC82E}" srcOrd="1" destOrd="0" presId="urn:microsoft.com/office/officeart/2005/8/layout/process5"/>
    <dgm:cxn modelId="{AA4D8322-FCA7-4A23-A7B6-13EE06A205CF}" type="presOf" srcId="{8F7C772B-35EA-4983-9BB0-DB47D23EC412}" destId="{136E58EE-3739-40F0-954A-CD87ACC5F123}" srcOrd="1" destOrd="0" presId="urn:microsoft.com/office/officeart/2005/8/layout/process5"/>
    <dgm:cxn modelId="{BBA3EB15-BF2B-432C-8365-A3740C96CDE0}" srcId="{EA560941-3760-4FE7-AE3E-B9297022BADD}" destId="{75BB076E-316F-4FFB-9C06-0550BB971F08}" srcOrd="19" destOrd="0" parTransId="{FB8C41D5-297B-4C26-BFC6-0995C8256833}" sibTransId="{C81B971F-B418-4372-BF06-8FA5B1570A52}"/>
    <dgm:cxn modelId="{EBDCCFAE-C7FA-4FFD-AF7C-6B75EDA62A29}" type="presOf" srcId="{F7D198CD-9AE7-44AF-A103-4E22BEDF87FC}" destId="{B16BD106-0F60-4250-8F04-A62F9B409337}" srcOrd="0" destOrd="0" presId="urn:microsoft.com/office/officeart/2005/8/layout/process5"/>
    <dgm:cxn modelId="{67A27F14-95C9-4FBE-AB75-52B22FD8E384}" srcId="{EA560941-3760-4FE7-AE3E-B9297022BADD}" destId="{CBBCDDCA-54C4-40A1-ACA5-691F3FEE8BDC}" srcOrd="16" destOrd="0" parTransId="{E5E9F34A-B78B-45FF-AD12-AD9D70A0775F}" sibTransId="{ECC084FA-C561-49D1-BA41-679D2098825F}"/>
    <dgm:cxn modelId="{DFA25709-605E-44BC-96BA-766FE40E32EC}" srcId="{EA560941-3760-4FE7-AE3E-B9297022BADD}" destId="{60AEFCBC-E481-48D0-B569-2536559E1657}" srcOrd="12" destOrd="0" parTransId="{01D73B40-F600-4150-AB77-1B497CABC2ED}" sibTransId="{8F7C772B-35EA-4983-9BB0-DB47D23EC412}"/>
    <dgm:cxn modelId="{3E01C00E-23A0-47EC-9197-7FCE07AF9ACA}" type="presOf" srcId="{8F7C772B-35EA-4983-9BB0-DB47D23EC412}" destId="{1E4C49E4-D8C0-42FD-A0FA-DF2EEA0903B5}" srcOrd="0" destOrd="0" presId="urn:microsoft.com/office/officeart/2005/8/layout/process5"/>
    <dgm:cxn modelId="{9CE2CD35-A90C-4796-8446-8B6D755A97B3}" type="presOf" srcId="{FB380098-D124-4BA7-9D0D-2FF1A81CA944}" destId="{620F3F92-49F6-4DF6-99FB-1E10A16B4381}" srcOrd="0" destOrd="0" presId="urn:microsoft.com/office/officeart/2005/8/layout/process5"/>
    <dgm:cxn modelId="{93B19A95-269C-4EB2-85A8-94DDDF72585C}" srcId="{EA560941-3760-4FE7-AE3E-B9297022BADD}" destId="{F7D198CD-9AE7-44AF-A103-4E22BEDF87FC}" srcOrd="7" destOrd="0" parTransId="{BA305A37-BF34-4697-A3AB-E03C66256D56}" sibTransId="{F8886C5D-419D-4438-AAE0-3B7F62CCEC40}"/>
    <dgm:cxn modelId="{EDE6FE60-9767-4C4A-BA3D-CFDE4883C0F5}" type="presOf" srcId="{98B80C49-EC16-4677-8FC1-77C8CE50E7B4}" destId="{41D51905-7DE2-4DA4-8E8C-7DC149EF50BB}" srcOrd="0" destOrd="0" presId="urn:microsoft.com/office/officeart/2005/8/layout/process5"/>
    <dgm:cxn modelId="{ED9722FB-AAE8-461C-93E9-4F7F173DD335}" type="presOf" srcId="{5AB8F372-1ED3-45A4-ACDD-9622F7C728A8}" destId="{582551C3-6D78-4624-B488-469045AB37E8}" srcOrd="1" destOrd="0" presId="urn:microsoft.com/office/officeart/2005/8/layout/process5"/>
    <dgm:cxn modelId="{E0DEFC21-500F-4470-8C3A-39DF09AA1409}" type="presOf" srcId="{92BF02BF-F191-4D40-AD12-900FC4470989}" destId="{1FA742D1-ADA6-4F18-8C0A-32C9BABA23D5}" srcOrd="0" destOrd="0" presId="urn:microsoft.com/office/officeart/2005/8/layout/process5"/>
    <dgm:cxn modelId="{A04C69D5-D6F6-4E11-8AFF-82FC1A13E394}" type="presOf" srcId="{ECC084FA-C561-49D1-BA41-679D2098825F}" destId="{0B24A73B-634E-4BAB-A11B-1AF495F5EDCC}" srcOrd="1" destOrd="0" presId="urn:microsoft.com/office/officeart/2005/8/layout/process5"/>
    <dgm:cxn modelId="{78462410-F04D-4840-8F34-A589EA07CF4C}" type="presOf" srcId="{8DFBA440-7D24-4339-B973-ABB97290CEF7}" destId="{5349FE68-3F86-4B15-B7CC-CC1E0F7B10C0}" srcOrd="0" destOrd="0" presId="urn:microsoft.com/office/officeart/2005/8/layout/process5"/>
    <dgm:cxn modelId="{551F87DD-C5C3-41B0-8B0F-7E65CE781769}" type="presOf" srcId="{04735EB8-E461-4FC0-94BE-12328AB2BF44}" destId="{F4D56F59-2958-477F-A1C4-AE65E1D6B404}" srcOrd="1" destOrd="0" presId="urn:microsoft.com/office/officeart/2005/8/layout/process5"/>
    <dgm:cxn modelId="{5D5C693B-D11E-4342-B6F3-0A81C75BE035}" srcId="{EA560941-3760-4FE7-AE3E-B9297022BADD}" destId="{7DCED271-B7BE-441E-9614-8E30C1E97B06}" srcOrd="14" destOrd="0" parTransId="{8B411506-D52D-4A99-A644-8BB7C91FE07E}" sibTransId="{4B4AEE0F-D065-497E-A591-3FE1E7EB1207}"/>
    <dgm:cxn modelId="{32452577-2A6D-412B-B7B5-42F22C69049C}" type="presOf" srcId="{C0367BB4-8B66-4FBF-BA92-75F16AB0FDE1}" destId="{C78E2863-B611-4A8C-8FF2-5A76EFE01477}" srcOrd="0" destOrd="0" presId="urn:microsoft.com/office/officeart/2005/8/layout/process5"/>
    <dgm:cxn modelId="{FFF42B20-C9AD-4E41-A267-E8EB76930080}" type="presOf" srcId="{75BB076E-316F-4FFB-9C06-0550BB971F08}" destId="{6F3DC982-D397-4A1A-9FCD-13F6D2DBCB77}" srcOrd="0" destOrd="0" presId="urn:microsoft.com/office/officeart/2005/8/layout/process5"/>
    <dgm:cxn modelId="{D1DF8911-A24B-4648-BF18-0FCD8545ECA9}" type="presOf" srcId="{B195AAE6-9706-4CE1-85CA-74AA06A350AF}" destId="{FFB90822-D366-4769-AF9A-CA83734F1DEC}" srcOrd="1" destOrd="0" presId="urn:microsoft.com/office/officeart/2005/8/layout/process5"/>
    <dgm:cxn modelId="{1F425912-3F0D-418B-8CE1-A807BF30F5BA}" type="presOf" srcId="{3E74756A-5A88-47DA-888C-D3A4A9440F07}" destId="{77FAB458-4B00-45C9-BA60-4409D1B33998}" srcOrd="0" destOrd="0" presId="urn:microsoft.com/office/officeart/2005/8/layout/process5"/>
    <dgm:cxn modelId="{0951DCB1-54D9-4A87-8B88-D49BA656F77D}" type="presParOf" srcId="{E9139E12-6921-4A14-9FFF-35B8AF74760C}" destId="{F39BC29A-33E8-4500-99E7-6F5926DC2907}" srcOrd="0" destOrd="0" presId="urn:microsoft.com/office/officeart/2005/8/layout/process5"/>
    <dgm:cxn modelId="{05B97CE5-14C2-4EA0-8566-602CC0C4D4B1}" type="presParOf" srcId="{E9139E12-6921-4A14-9FFF-35B8AF74760C}" destId="{E9FF087A-D6BB-4202-B4DD-4879B1F39893}" srcOrd="1" destOrd="0" presId="urn:microsoft.com/office/officeart/2005/8/layout/process5"/>
    <dgm:cxn modelId="{6D92C4FE-8B3E-4666-9F18-4A9FD3DB902C}" type="presParOf" srcId="{E9FF087A-D6BB-4202-B4DD-4879B1F39893}" destId="{CB33CFDB-77D7-4009-B793-8C64404BB673}" srcOrd="0" destOrd="0" presId="urn:microsoft.com/office/officeart/2005/8/layout/process5"/>
    <dgm:cxn modelId="{4327BD74-CEC6-4FAD-BB6E-D3B57460220B}" type="presParOf" srcId="{E9139E12-6921-4A14-9FFF-35B8AF74760C}" destId="{1FA084B4-B673-4956-BA01-F646B64E3E1A}" srcOrd="2" destOrd="0" presId="urn:microsoft.com/office/officeart/2005/8/layout/process5"/>
    <dgm:cxn modelId="{81F9521E-13D0-46FA-A7EE-7C7F47122039}" type="presParOf" srcId="{E9139E12-6921-4A14-9FFF-35B8AF74760C}" destId="{B374E41A-FD22-4AD0-B7D4-611B35CE4200}" srcOrd="3" destOrd="0" presId="urn:microsoft.com/office/officeart/2005/8/layout/process5"/>
    <dgm:cxn modelId="{AFB7B5DE-FDB2-4203-A88B-F1BB051F1450}" type="presParOf" srcId="{B374E41A-FD22-4AD0-B7D4-611B35CE4200}" destId="{07180346-FE93-45C3-A376-83C0A9017D45}" srcOrd="0" destOrd="0" presId="urn:microsoft.com/office/officeart/2005/8/layout/process5"/>
    <dgm:cxn modelId="{F0E24EFD-0872-4ED3-AC95-F5FF7FE22F2D}" type="presParOf" srcId="{E9139E12-6921-4A14-9FFF-35B8AF74760C}" destId="{77FAB458-4B00-45C9-BA60-4409D1B33998}" srcOrd="4" destOrd="0" presId="urn:microsoft.com/office/officeart/2005/8/layout/process5"/>
    <dgm:cxn modelId="{60E55307-F4E2-4850-8452-F5582382829A}" type="presParOf" srcId="{E9139E12-6921-4A14-9FFF-35B8AF74760C}" destId="{07138066-0AA0-42D0-9EB1-E45A6A811640}" srcOrd="5" destOrd="0" presId="urn:microsoft.com/office/officeart/2005/8/layout/process5"/>
    <dgm:cxn modelId="{C02D003D-3B57-42B6-BAF3-870BBC1A397C}" type="presParOf" srcId="{07138066-0AA0-42D0-9EB1-E45A6A811640}" destId="{FA0BFC76-2B3F-4874-A654-BADB1B5EC82E}" srcOrd="0" destOrd="0" presId="urn:microsoft.com/office/officeart/2005/8/layout/process5"/>
    <dgm:cxn modelId="{73761F48-EEA7-4ED9-998C-188E93D1E413}" type="presParOf" srcId="{E9139E12-6921-4A14-9FFF-35B8AF74760C}" destId="{D565961A-E448-4CC0-9BAA-EA248966D02D}" srcOrd="6" destOrd="0" presId="urn:microsoft.com/office/officeart/2005/8/layout/process5"/>
    <dgm:cxn modelId="{602E5881-B003-427F-A51C-36CDCF7816B5}" type="presParOf" srcId="{E9139E12-6921-4A14-9FFF-35B8AF74760C}" destId="{81F60497-7252-4494-9E81-9AF6D608B3B6}" srcOrd="7" destOrd="0" presId="urn:microsoft.com/office/officeart/2005/8/layout/process5"/>
    <dgm:cxn modelId="{A51162A1-6E0A-4CFE-98CF-2F3507A3673E}" type="presParOf" srcId="{81F60497-7252-4494-9E81-9AF6D608B3B6}" destId="{1A85B18F-C156-4E50-961B-8807D76311C3}" srcOrd="0" destOrd="0" presId="urn:microsoft.com/office/officeart/2005/8/layout/process5"/>
    <dgm:cxn modelId="{B807B8FC-A45A-4A00-8574-BD28AA882231}" type="presParOf" srcId="{E9139E12-6921-4A14-9FFF-35B8AF74760C}" destId="{5349FE68-3F86-4B15-B7CC-CC1E0F7B10C0}" srcOrd="8" destOrd="0" presId="urn:microsoft.com/office/officeart/2005/8/layout/process5"/>
    <dgm:cxn modelId="{4180917D-01C6-42EB-9ECD-C3AD529E0249}" type="presParOf" srcId="{E9139E12-6921-4A14-9FFF-35B8AF74760C}" destId="{A820E35F-D03F-49C1-BD8A-AEE6AFD1E914}" srcOrd="9" destOrd="0" presId="urn:microsoft.com/office/officeart/2005/8/layout/process5"/>
    <dgm:cxn modelId="{80D234DB-473A-4A5E-8E58-6511BBB95C68}" type="presParOf" srcId="{A820E35F-D03F-49C1-BD8A-AEE6AFD1E914}" destId="{FFB90822-D366-4769-AF9A-CA83734F1DEC}" srcOrd="0" destOrd="0" presId="urn:microsoft.com/office/officeart/2005/8/layout/process5"/>
    <dgm:cxn modelId="{1130585A-9F9B-4DA8-9BD2-20BE91C6CB50}" type="presParOf" srcId="{E9139E12-6921-4A14-9FFF-35B8AF74760C}" destId="{D132D7BF-B8A1-4E58-9C87-02AEFA0F0488}" srcOrd="10" destOrd="0" presId="urn:microsoft.com/office/officeart/2005/8/layout/process5"/>
    <dgm:cxn modelId="{C2C247F3-E944-4734-B056-B3530C08ADB3}" type="presParOf" srcId="{E9139E12-6921-4A14-9FFF-35B8AF74760C}" destId="{65392B42-E209-4D14-8ABF-DC6B7D3DD38D}" srcOrd="11" destOrd="0" presId="urn:microsoft.com/office/officeart/2005/8/layout/process5"/>
    <dgm:cxn modelId="{F38E97C2-8A62-48C8-8DAB-53CE30CA808A}" type="presParOf" srcId="{65392B42-E209-4D14-8ABF-DC6B7D3DD38D}" destId="{72EF7B33-708B-496C-9318-9D0C26431332}" srcOrd="0" destOrd="0" presId="urn:microsoft.com/office/officeart/2005/8/layout/process5"/>
    <dgm:cxn modelId="{569D118A-44F6-47B4-B12C-1D359C13C243}" type="presParOf" srcId="{E9139E12-6921-4A14-9FFF-35B8AF74760C}" destId="{913BD424-B8E6-403F-BA07-1B4AB30CC7BC}" srcOrd="12" destOrd="0" presId="urn:microsoft.com/office/officeart/2005/8/layout/process5"/>
    <dgm:cxn modelId="{CC6B3743-CFDD-469F-91E8-89EC4D825286}" type="presParOf" srcId="{E9139E12-6921-4A14-9FFF-35B8AF74760C}" destId="{8F6E8F34-02DF-4320-874F-4579E64EA042}" srcOrd="13" destOrd="0" presId="urn:microsoft.com/office/officeart/2005/8/layout/process5"/>
    <dgm:cxn modelId="{0C93F1F7-6DC5-4EDF-8DD0-4D241AF39744}" type="presParOf" srcId="{8F6E8F34-02DF-4320-874F-4579E64EA042}" destId="{D1389EE8-7C34-48A4-AE87-EC717DE06B04}" srcOrd="0" destOrd="0" presId="urn:microsoft.com/office/officeart/2005/8/layout/process5"/>
    <dgm:cxn modelId="{18307D36-9FE7-41B4-A582-A7D93B747E49}" type="presParOf" srcId="{E9139E12-6921-4A14-9FFF-35B8AF74760C}" destId="{B16BD106-0F60-4250-8F04-A62F9B409337}" srcOrd="14" destOrd="0" presId="urn:microsoft.com/office/officeart/2005/8/layout/process5"/>
    <dgm:cxn modelId="{26D06D11-E6DC-44B2-A99B-F05E43FF7F8A}" type="presParOf" srcId="{E9139E12-6921-4A14-9FFF-35B8AF74760C}" destId="{D0226DB8-40A1-4C4B-9613-44B82C87A8AE}" srcOrd="15" destOrd="0" presId="urn:microsoft.com/office/officeart/2005/8/layout/process5"/>
    <dgm:cxn modelId="{67BEE4B4-444B-4F80-956E-F96E7696DF3D}" type="presParOf" srcId="{D0226DB8-40A1-4C4B-9613-44B82C87A8AE}" destId="{F5A05BD0-B9A4-4A43-9D30-BCF04E5FF7F7}" srcOrd="0" destOrd="0" presId="urn:microsoft.com/office/officeart/2005/8/layout/process5"/>
    <dgm:cxn modelId="{ABA1E76A-F2A4-4DD1-A1C5-2F3484EAB44A}" type="presParOf" srcId="{E9139E12-6921-4A14-9FFF-35B8AF74760C}" destId="{0153A2F3-BF07-49D2-ADDF-338F045D8794}" srcOrd="16" destOrd="0" presId="urn:microsoft.com/office/officeart/2005/8/layout/process5"/>
    <dgm:cxn modelId="{C8D42B1E-E7BA-4DA3-97D5-F54A4171DD27}" type="presParOf" srcId="{E9139E12-6921-4A14-9FFF-35B8AF74760C}" destId="{4C66469C-DB82-4D4F-B766-2F15DD738E9F}" srcOrd="17" destOrd="0" presId="urn:microsoft.com/office/officeart/2005/8/layout/process5"/>
    <dgm:cxn modelId="{45B3C051-E0F1-473F-B1AA-54F83DF1DDCC}" type="presParOf" srcId="{4C66469C-DB82-4D4F-B766-2F15DD738E9F}" destId="{F94437DF-E153-4E7C-9C94-BF20D8DBF59C}" srcOrd="0" destOrd="0" presId="urn:microsoft.com/office/officeart/2005/8/layout/process5"/>
    <dgm:cxn modelId="{73C13D47-C063-48E8-A597-DE7F9090EEBE}" type="presParOf" srcId="{E9139E12-6921-4A14-9FFF-35B8AF74760C}" destId="{82755FA6-8070-44D3-AC86-8D37C21F043C}" srcOrd="18" destOrd="0" presId="urn:microsoft.com/office/officeart/2005/8/layout/process5"/>
    <dgm:cxn modelId="{8C14DE38-90F7-4693-85E4-DD4BE4EE1401}" type="presParOf" srcId="{E9139E12-6921-4A14-9FFF-35B8AF74760C}" destId="{7ADDD5C2-A8C6-42CF-B1AD-D664A6052C21}" srcOrd="19" destOrd="0" presId="urn:microsoft.com/office/officeart/2005/8/layout/process5"/>
    <dgm:cxn modelId="{43C2E37D-EF1A-4644-8C6C-DD4D8801AA54}" type="presParOf" srcId="{7ADDD5C2-A8C6-42CF-B1AD-D664A6052C21}" destId="{9FD209EE-4473-4863-B8AF-9DC8DAD668D7}" srcOrd="0" destOrd="0" presId="urn:microsoft.com/office/officeart/2005/8/layout/process5"/>
    <dgm:cxn modelId="{9730EBCC-256B-4236-AEE8-70DB30FCDED3}" type="presParOf" srcId="{E9139E12-6921-4A14-9FFF-35B8AF74760C}" destId="{F05CFA5F-FFAC-4070-B910-AB278BD554AD}" srcOrd="20" destOrd="0" presId="urn:microsoft.com/office/officeart/2005/8/layout/process5"/>
    <dgm:cxn modelId="{6961FDB2-B4F7-413F-B7CC-D0011807A534}" type="presParOf" srcId="{E9139E12-6921-4A14-9FFF-35B8AF74760C}" destId="{41D51905-7DE2-4DA4-8E8C-7DC149EF50BB}" srcOrd="21" destOrd="0" presId="urn:microsoft.com/office/officeart/2005/8/layout/process5"/>
    <dgm:cxn modelId="{A3022D52-299A-4023-8C99-C0BA70633213}" type="presParOf" srcId="{41D51905-7DE2-4DA4-8E8C-7DC149EF50BB}" destId="{984FD3E3-E99A-42B4-AF49-0383DC1275E7}" srcOrd="0" destOrd="0" presId="urn:microsoft.com/office/officeart/2005/8/layout/process5"/>
    <dgm:cxn modelId="{EF37B94B-A983-438C-8A08-652A9A843653}" type="presParOf" srcId="{E9139E12-6921-4A14-9FFF-35B8AF74760C}" destId="{79713E75-BD6E-4842-B87C-E51B28FC8C82}" srcOrd="22" destOrd="0" presId="urn:microsoft.com/office/officeart/2005/8/layout/process5"/>
    <dgm:cxn modelId="{C17DFC7C-E765-435F-B885-72935C477B26}" type="presParOf" srcId="{E9139E12-6921-4A14-9FFF-35B8AF74760C}" destId="{C78E2863-B611-4A8C-8FF2-5A76EFE01477}" srcOrd="23" destOrd="0" presId="urn:microsoft.com/office/officeart/2005/8/layout/process5"/>
    <dgm:cxn modelId="{73331649-4317-4A50-94AD-056E1FB2EC46}" type="presParOf" srcId="{C78E2863-B611-4A8C-8FF2-5A76EFE01477}" destId="{E869F0A9-D6F6-4EFE-9CFC-92133B824B54}" srcOrd="0" destOrd="0" presId="urn:microsoft.com/office/officeart/2005/8/layout/process5"/>
    <dgm:cxn modelId="{E8731DBE-CF5D-4F05-B83F-E099C42E6EDB}" type="presParOf" srcId="{E9139E12-6921-4A14-9FFF-35B8AF74760C}" destId="{2AC90167-FDC5-4284-A971-517B977D9429}" srcOrd="24" destOrd="0" presId="urn:microsoft.com/office/officeart/2005/8/layout/process5"/>
    <dgm:cxn modelId="{59BDDB20-3F76-49AD-9540-F2A70F9999FA}" type="presParOf" srcId="{E9139E12-6921-4A14-9FFF-35B8AF74760C}" destId="{1E4C49E4-D8C0-42FD-A0FA-DF2EEA0903B5}" srcOrd="25" destOrd="0" presId="urn:microsoft.com/office/officeart/2005/8/layout/process5"/>
    <dgm:cxn modelId="{E4D4A38A-FEAC-4203-9BDD-C695FBE8FAAB}" type="presParOf" srcId="{1E4C49E4-D8C0-42FD-A0FA-DF2EEA0903B5}" destId="{136E58EE-3739-40F0-954A-CD87ACC5F123}" srcOrd="0" destOrd="0" presId="urn:microsoft.com/office/officeart/2005/8/layout/process5"/>
    <dgm:cxn modelId="{D7A3BF46-B08E-49DA-85A6-F76FF751FC29}" type="presParOf" srcId="{E9139E12-6921-4A14-9FFF-35B8AF74760C}" destId="{620F3F92-49F6-4DF6-99FB-1E10A16B4381}" srcOrd="26" destOrd="0" presId="urn:microsoft.com/office/officeart/2005/8/layout/process5"/>
    <dgm:cxn modelId="{89F29D58-9899-4A39-9718-FCDFFDFC5925}" type="presParOf" srcId="{E9139E12-6921-4A14-9FFF-35B8AF74760C}" destId="{DEBF9954-3636-466A-8480-5C2DDE1614B5}" srcOrd="27" destOrd="0" presId="urn:microsoft.com/office/officeart/2005/8/layout/process5"/>
    <dgm:cxn modelId="{B9D174AF-D541-486B-982D-FDF83CAF47F1}" type="presParOf" srcId="{DEBF9954-3636-466A-8480-5C2DDE1614B5}" destId="{7884971A-397A-40B1-B758-6C7FB0A371FD}" srcOrd="0" destOrd="0" presId="urn:microsoft.com/office/officeart/2005/8/layout/process5"/>
    <dgm:cxn modelId="{D824D9EF-4069-46DD-A3C9-22C3AFC32B5B}" type="presParOf" srcId="{E9139E12-6921-4A14-9FFF-35B8AF74760C}" destId="{B75B6097-89DB-4F78-BA64-095BDFEACB13}" srcOrd="28" destOrd="0" presId="urn:microsoft.com/office/officeart/2005/8/layout/process5"/>
    <dgm:cxn modelId="{5FE4D0CF-D01D-4300-BC62-4E38451F6B26}" type="presParOf" srcId="{E9139E12-6921-4A14-9FFF-35B8AF74760C}" destId="{C1C2AA1C-ECD8-4EB3-8991-39C8953598CA}" srcOrd="29" destOrd="0" presId="urn:microsoft.com/office/officeart/2005/8/layout/process5"/>
    <dgm:cxn modelId="{93B61DAE-2E5D-4776-9905-A43BC65830E7}" type="presParOf" srcId="{C1C2AA1C-ECD8-4EB3-8991-39C8953598CA}" destId="{03D1C4CC-41E4-407F-AE9B-E2FE4529FD95}" srcOrd="0" destOrd="0" presId="urn:microsoft.com/office/officeart/2005/8/layout/process5"/>
    <dgm:cxn modelId="{C3D33131-ED97-4821-889D-EA7A1BC4C53B}" type="presParOf" srcId="{E9139E12-6921-4A14-9FFF-35B8AF74760C}" destId="{4FF5E7F5-A2C0-405D-A677-13155EEC71E0}" srcOrd="30" destOrd="0" presId="urn:microsoft.com/office/officeart/2005/8/layout/process5"/>
    <dgm:cxn modelId="{601AD457-62E9-47AC-8949-D890FAB8EF2C}" type="presParOf" srcId="{E9139E12-6921-4A14-9FFF-35B8AF74760C}" destId="{1FA742D1-ADA6-4F18-8C0A-32C9BABA23D5}" srcOrd="31" destOrd="0" presId="urn:microsoft.com/office/officeart/2005/8/layout/process5"/>
    <dgm:cxn modelId="{126EA106-A579-457F-A883-10B48CED92CB}" type="presParOf" srcId="{1FA742D1-ADA6-4F18-8C0A-32C9BABA23D5}" destId="{E38D6567-CD82-4EFC-B098-710AAB8F95F7}" srcOrd="0" destOrd="0" presId="urn:microsoft.com/office/officeart/2005/8/layout/process5"/>
    <dgm:cxn modelId="{15D30F83-3398-4A7E-8E80-7FB6789309AB}" type="presParOf" srcId="{E9139E12-6921-4A14-9FFF-35B8AF74760C}" destId="{94D49CD3-10BE-474F-9AEE-14BCBC91D796}" srcOrd="32" destOrd="0" presId="urn:microsoft.com/office/officeart/2005/8/layout/process5"/>
    <dgm:cxn modelId="{A188CC4D-CE2E-43B6-875A-B74A171BF299}" type="presParOf" srcId="{E9139E12-6921-4A14-9FFF-35B8AF74760C}" destId="{DD85C66D-A705-40D9-AE01-F892118183AF}" srcOrd="33" destOrd="0" presId="urn:microsoft.com/office/officeart/2005/8/layout/process5"/>
    <dgm:cxn modelId="{FB222954-40E9-4215-BB48-4F107FECEEB6}" type="presParOf" srcId="{DD85C66D-A705-40D9-AE01-F892118183AF}" destId="{0B24A73B-634E-4BAB-A11B-1AF495F5EDCC}" srcOrd="0" destOrd="0" presId="urn:microsoft.com/office/officeart/2005/8/layout/process5"/>
    <dgm:cxn modelId="{4252F6BD-9025-4D9A-B2B3-46DA3A9F823E}" type="presParOf" srcId="{E9139E12-6921-4A14-9FFF-35B8AF74760C}" destId="{CCF0250B-EAB5-43A2-B3F9-D3A9DD5AE386}" srcOrd="34" destOrd="0" presId="urn:microsoft.com/office/officeart/2005/8/layout/process5"/>
    <dgm:cxn modelId="{349E171B-D9E1-4431-81A9-2B02F21B9850}" type="presParOf" srcId="{E9139E12-6921-4A14-9FFF-35B8AF74760C}" destId="{55635EC6-DEAD-4F57-BA92-AE50639A17CF}" srcOrd="35" destOrd="0" presId="urn:microsoft.com/office/officeart/2005/8/layout/process5"/>
    <dgm:cxn modelId="{AC3765B4-E294-43AA-AD86-664E0AC63B50}" type="presParOf" srcId="{55635EC6-DEAD-4F57-BA92-AE50639A17CF}" destId="{582551C3-6D78-4624-B488-469045AB37E8}" srcOrd="0" destOrd="0" presId="urn:microsoft.com/office/officeart/2005/8/layout/process5"/>
    <dgm:cxn modelId="{9D593E7C-25DC-4366-BED6-6BA6B7BA86AC}" type="presParOf" srcId="{E9139E12-6921-4A14-9FFF-35B8AF74760C}" destId="{683090F5-26E2-469D-ACA5-6589D05C168C}" srcOrd="36" destOrd="0" presId="urn:microsoft.com/office/officeart/2005/8/layout/process5"/>
    <dgm:cxn modelId="{B79662EE-AD45-421A-9575-E12901BA3100}" type="presParOf" srcId="{E9139E12-6921-4A14-9FFF-35B8AF74760C}" destId="{AAC6543B-F5A1-40A1-ADFE-3003DCD76B01}" srcOrd="37" destOrd="0" presId="urn:microsoft.com/office/officeart/2005/8/layout/process5"/>
    <dgm:cxn modelId="{914DE68F-326F-452A-A814-AABF8C1929A7}" type="presParOf" srcId="{AAC6543B-F5A1-40A1-ADFE-3003DCD76B01}" destId="{F4D56F59-2958-477F-A1C4-AE65E1D6B404}" srcOrd="0" destOrd="0" presId="urn:microsoft.com/office/officeart/2005/8/layout/process5"/>
    <dgm:cxn modelId="{75C6D906-0C83-4256-AE6A-0E0ADFE16D52}" type="presParOf" srcId="{E9139E12-6921-4A14-9FFF-35B8AF74760C}" destId="{6F3DC982-D397-4A1A-9FCD-13F6D2DBCB77}" srcOrd="3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9BC29A-33E8-4500-99E7-6F5926DC2907}">
      <dsp:nvSpPr>
        <dsp:cNvPr id="0" name=""/>
        <dsp:cNvSpPr/>
      </dsp:nvSpPr>
      <dsp:spPr>
        <a:xfrm>
          <a:off x="3788" y="297329"/>
          <a:ext cx="1174575" cy="704745"/>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TITANIC</a:t>
          </a:r>
        </a:p>
        <a:p>
          <a:pPr lvl="0" algn="ctr" defTabSz="533400">
            <a:lnSpc>
              <a:spcPct val="90000"/>
            </a:lnSpc>
            <a:spcBef>
              <a:spcPct val="0"/>
            </a:spcBef>
            <a:spcAft>
              <a:spcPct val="35000"/>
            </a:spcAft>
          </a:pPr>
          <a:r>
            <a:rPr lang="en-US" sz="1200" kern="1200" dirty="0"/>
            <a:t>1912</a:t>
          </a:r>
        </a:p>
      </dsp:txBody>
      <dsp:txXfrm>
        <a:off x="24429" y="317970"/>
        <a:ext cx="1133293" cy="663463"/>
      </dsp:txXfrm>
    </dsp:sp>
    <dsp:sp modelId="{E9FF087A-D6BB-4202-B4DD-4879B1F39893}">
      <dsp:nvSpPr>
        <dsp:cNvPr id="0" name=""/>
        <dsp:cNvSpPr/>
      </dsp:nvSpPr>
      <dsp:spPr>
        <a:xfrm>
          <a:off x="1281726" y="504054"/>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a:off x="1281726" y="562313"/>
        <a:ext cx="174306" cy="174776"/>
      </dsp:txXfrm>
    </dsp:sp>
    <dsp:sp modelId="{1FA084B4-B673-4956-BA01-F646B64E3E1A}">
      <dsp:nvSpPr>
        <dsp:cNvPr id="0" name=""/>
        <dsp:cNvSpPr/>
      </dsp:nvSpPr>
      <dsp:spPr>
        <a:xfrm>
          <a:off x="1648194" y="297329"/>
          <a:ext cx="1174575" cy="7047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SOLAS</a:t>
          </a:r>
        </a:p>
        <a:p>
          <a:pPr lvl="0" algn="ctr" defTabSz="533400">
            <a:lnSpc>
              <a:spcPct val="90000"/>
            </a:lnSpc>
            <a:spcBef>
              <a:spcPct val="0"/>
            </a:spcBef>
            <a:spcAft>
              <a:spcPct val="35000"/>
            </a:spcAft>
          </a:pPr>
          <a:r>
            <a:rPr lang="en-US" sz="1200" kern="1200" dirty="0"/>
            <a:t>1914</a:t>
          </a:r>
        </a:p>
      </dsp:txBody>
      <dsp:txXfrm>
        <a:off x="1668835" y="317970"/>
        <a:ext cx="1133293" cy="663463"/>
      </dsp:txXfrm>
    </dsp:sp>
    <dsp:sp modelId="{B374E41A-FD22-4AD0-B7D4-611B35CE4200}">
      <dsp:nvSpPr>
        <dsp:cNvPr id="0" name=""/>
        <dsp:cNvSpPr/>
      </dsp:nvSpPr>
      <dsp:spPr>
        <a:xfrm>
          <a:off x="2926131" y="504054"/>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a:off x="2926131" y="562313"/>
        <a:ext cx="174306" cy="174776"/>
      </dsp:txXfrm>
    </dsp:sp>
    <dsp:sp modelId="{77FAB458-4B00-45C9-BA60-4409D1B33998}">
      <dsp:nvSpPr>
        <dsp:cNvPr id="0" name=""/>
        <dsp:cNvSpPr/>
      </dsp:nvSpPr>
      <dsp:spPr>
        <a:xfrm>
          <a:off x="3292599" y="297329"/>
          <a:ext cx="1174575" cy="7047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SOLAS </a:t>
          </a:r>
        </a:p>
        <a:p>
          <a:pPr lvl="0" algn="ctr" defTabSz="533400">
            <a:lnSpc>
              <a:spcPct val="90000"/>
            </a:lnSpc>
            <a:spcBef>
              <a:spcPct val="0"/>
            </a:spcBef>
            <a:spcAft>
              <a:spcPct val="35000"/>
            </a:spcAft>
          </a:pPr>
          <a:r>
            <a:rPr lang="en-US" sz="1200" kern="1200" dirty="0"/>
            <a:t>1929</a:t>
          </a:r>
        </a:p>
      </dsp:txBody>
      <dsp:txXfrm>
        <a:off x="3313240" y="317970"/>
        <a:ext cx="1133293" cy="663463"/>
      </dsp:txXfrm>
    </dsp:sp>
    <dsp:sp modelId="{07138066-0AA0-42D0-9EB1-E45A6A811640}">
      <dsp:nvSpPr>
        <dsp:cNvPr id="0" name=""/>
        <dsp:cNvSpPr/>
      </dsp:nvSpPr>
      <dsp:spPr>
        <a:xfrm>
          <a:off x="4570537" y="504054"/>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a:off x="4570537" y="562313"/>
        <a:ext cx="174306" cy="174776"/>
      </dsp:txXfrm>
    </dsp:sp>
    <dsp:sp modelId="{D565961A-E448-4CC0-9BAA-EA248966D02D}">
      <dsp:nvSpPr>
        <dsp:cNvPr id="0" name=""/>
        <dsp:cNvSpPr/>
      </dsp:nvSpPr>
      <dsp:spPr>
        <a:xfrm>
          <a:off x="4937004" y="297329"/>
          <a:ext cx="1174575" cy="704745"/>
        </a:xfrm>
        <a:prstGeom prst="roundRect">
          <a:avLst>
            <a:gd name="adj" fmla="val 10000"/>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IMCO </a:t>
          </a:r>
        </a:p>
        <a:p>
          <a:pPr lvl="0" algn="ctr" defTabSz="533400">
            <a:lnSpc>
              <a:spcPct val="90000"/>
            </a:lnSpc>
            <a:spcBef>
              <a:spcPct val="0"/>
            </a:spcBef>
            <a:spcAft>
              <a:spcPct val="35000"/>
            </a:spcAft>
          </a:pPr>
          <a:r>
            <a:rPr lang="en-US" sz="1200" kern="1200" dirty="0"/>
            <a:t>1948</a:t>
          </a:r>
        </a:p>
      </dsp:txBody>
      <dsp:txXfrm>
        <a:off x="4957645" y="317970"/>
        <a:ext cx="1133293" cy="663463"/>
      </dsp:txXfrm>
    </dsp:sp>
    <dsp:sp modelId="{81F60497-7252-4494-9E81-9AF6D608B3B6}">
      <dsp:nvSpPr>
        <dsp:cNvPr id="0" name=""/>
        <dsp:cNvSpPr/>
      </dsp:nvSpPr>
      <dsp:spPr>
        <a:xfrm>
          <a:off x="6214942" y="504054"/>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a:off x="6214942" y="562313"/>
        <a:ext cx="174306" cy="174776"/>
      </dsp:txXfrm>
    </dsp:sp>
    <dsp:sp modelId="{5349FE68-3F86-4B15-B7CC-CC1E0F7B10C0}">
      <dsp:nvSpPr>
        <dsp:cNvPr id="0" name=""/>
        <dsp:cNvSpPr/>
      </dsp:nvSpPr>
      <dsp:spPr>
        <a:xfrm>
          <a:off x="6581409" y="297329"/>
          <a:ext cx="1174575" cy="7047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SOLAS</a:t>
          </a:r>
        </a:p>
        <a:p>
          <a:pPr lvl="0" algn="ctr" defTabSz="533400">
            <a:lnSpc>
              <a:spcPct val="90000"/>
            </a:lnSpc>
            <a:spcBef>
              <a:spcPct val="0"/>
            </a:spcBef>
            <a:spcAft>
              <a:spcPct val="35000"/>
            </a:spcAft>
          </a:pPr>
          <a:r>
            <a:rPr lang="en-US" sz="1200" kern="1200" dirty="0"/>
            <a:t>1948</a:t>
          </a:r>
        </a:p>
      </dsp:txBody>
      <dsp:txXfrm>
        <a:off x="6602050" y="317970"/>
        <a:ext cx="1133293" cy="663463"/>
      </dsp:txXfrm>
    </dsp:sp>
    <dsp:sp modelId="{A820E35F-D03F-49C1-BD8A-AEE6AFD1E914}">
      <dsp:nvSpPr>
        <dsp:cNvPr id="0" name=""/>
        <dsp:cNvSpPr/>
      </dsp:nvSpPr>
      <dsp:spPr>
        <a:xfrm rot="5400000">
          <a:off x="7044192" y="1084294"/>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5400000">
        <a:off x="7081309" y="1105437"/>
        <a:ext cx="174776" cy="174306"/>
      </dsp:txXfrm>
    </dsp:sp>
    <dsp:sp modelId="{D132D7BF-B8A1-4E58-9C87-02AEFA0F0488}">
      <dsp:nvSpPr>
        <dsp:cNvPr id="0" name=""/>
        <dsp:cNvSpPr/>
      </dsp:nvSpPr>
      <dsp:spPr>
        <a:xfrm>
          <a:off x="6581409" y="1471904"/>
          <a:ext cx="1174575" cy="704745"/>
        </a:xfrm>
        <a:prstGeom prst="roundRect">
          <a:avLst>
            <a:gd name="adj" fmla="val 1000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OILPOL</a:t>
          </a:r>
        </a:p>
        <a:p>
          <a:pPr lvl="0" algn="ctr" defTabSz="533400">
            <a:lnSpc>
              <a:spcPct val="90000"/>
            </a:lnSpc>
            <a:spcBef>
              <a:spcPct val="0"/>
            </a:spcBef>
            <a:spcAft>
              <a:spcPct val="35000"/>
            </a:spcAft>
          </a:pPr>
          <a:r>
            <a:rPr lang="en-US" sz="1200" kern="1200" dirty="0"/>
            <a:t>1954</a:t>
          </a:r>
        </a:p>
      </dsp:txBody>
      <dsp:txXfrm>
        <a:off x="6602050" y="1492545"/>
        <a:ext cx="1133293" cy="663463"/>
      </dsp:txXfrm>
    </dsp:sp>
    <dsp:sp modelId="{65392B42-E209-4D14-8ABF-DC6B7D3DD38D}">
      <dsp:nvSpPr>
        <dsp:cNvPr id="0" name=""/>
        <dsp:cNvSpPr/>
      </dsp:nvSpPr>
      <dsp:spPr>
        <a:xfrm rot="10800000">
          <a:off x="6229037" y="1678629"/>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10800000">
        <a:off x="6303740" y="1736888"/>
        <a:ext cx="174306" cy="174776"/>
      </dsp:txXfrm>
    </dsp:sp>
    <dsp:sp modelId="{913BD424-B8E6-403F-BA07-1B4AB30CC7BC}">
      <dsp:nvSpPr>
        <dsp:cNvPr id="0" name=""/>
        <dsp:cNvSpPr/>
      </dsp:nvSpPr>
      <dsp:spPr>
        <a:xfrm>
          <a:off x="4937004" y="1471904"/>
          <a:ext cx="1174575" cy="704745"/>
        </a:xfrm>
        <a:prstGeom prst="roundRect">
          <a:avLst>
            <a:gd name="adj" fmla="val 10000"/>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IMCO </a:t>
          </a:r>
        </a:p>
        <a:p>
          <a:pPr lvl="0" algn="ctr" defTabSz="533400">
            <a:lnSpc>
              <a:spcPct val="90000"/>
            </a:lnSpc>
            <a:spcBef>
              <a:spcPct val="0"/>
            </a:spcBef>
            <a:spcAft>
              <a:spcPct val="35000"/>
            </a:spcAft>
          </a:pPr>
          <a:r>
            <a:rPr lang="en-US" sz="1200" kern="1200" dirty="0"/>
            <a:t>1959</a:t>
          </a:r>
        </a:p>
      </dsp:txBody>
      <dsp:txXfrm>
        <a:off x="4957645" y="1492545"/>
        <a:ext cx="1133293" cy="663463"/>
      </dsp:txXfrm>
    </dsp:sp>
    <dsp:sp modelId="{8F6E8F34-02DF-4320-874F-4579E64EA042}">
      <dsp:nvSpPr>
        <dsp:cNvPr id="0" name=""/>
        <dsp:cNvSpPr/>
      </dsp:nvSpPr>
      <dsp:spPr>
        <a:xfrm rot="10800000">
          <a:off x="4584632" y="1678629"/>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10800000">
        <a:off x="4659335" y="1736888"/>
        <a:ext cx="174306" cy="174776"/>
      </dsp:txXfrm>
    </dsp:sp>
    <dsp:sp modelId="{B16BD106-0F60-4250-8F04-A62F9B409337}">
      <dsp:nvSpPr>
        <dsp:cNvPr id="0" name=""/>
        <dsp:cNvSpPr/>
      </dsp:nvSpPr>
      <dsp:spPr>
        <a:xfrm>
          <a:off x="3292599" y="1471904"/>
          <a:ext cx="1174575" cy="704745"/>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TORREY </a:t>
          </a:r>
          <a:r>
            <a:rPr lang="en-US" sz="1500" kern="1200"/>
            <a:t>CANYON </a:t>
          </a:r>
          <a:r>
            <a:rPr lang="en-US" sz="1600" kern="1200"/>
            <a:t>1967</a:t>
          </a:r>
          <a:endParaRPr lang="en-US" sz="1600" kern="1200" dirty="0"/>
        </a:p>
      </dsp:txBody>
      <dsp:txXfrm>
        <a:off x="3313240" y="1492545"/>
        <a:ext cx="1133293" cy="663463"/>
      </dsp:txXfrm>
    </dsp:sp>
    <dsp:sp modelId="{D0226DB8-40A1-4C4B-9613-44B82C87A8AE}">
      <dsp:nvSpPr>
        <dsp:cNvPr id="0" name=""/>
        <dsp:cNvSpPr/>
      </dsp:nvSpPr>
      <dsp:spPr>
        <a:xfrm rot="10800000">
          <a:off x="2940226" y="1678629"/>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10800000">
        <a:off x="3014929" y="1736888"/>
        <a:ext cx="174306" cy="174776"/>
      </dsp:txXfrm>
    </dsp:sp>
    <dsp:sp modelId="{0153A2F3-BF07-49D2-ADDF-338F045D8794}">
      <dsp:nvSpPr>
        <dsp:cNvPr id="0" name=""/>
        <dsp:cNvSpPr/>
      </dsp:nvSpPr>
      <dsp:spPr>
        <a:xfrm>
          <a:off x="1648194" y="1471904"/>
          <a:ext cx="1174575" cy="704745"/>
        </a:xfrm>
        <a:prstGeom prst="roundRect">
          <a:avLst>
            <a:gd name="adj" fmla="val 1000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CLC </a:t>
          </a:r>
        </a:p>
        <a:p>
          <a:pPr lvl="0" algn="ctr" defTabSz="533400">
            <a:lnSpc>
              <a:spcPct val="90000"/>
            </a:lnSpc>
            <a:spcBef>
              <a:spcPct val="0"/>
            </a:spcBef>
            <a:spcAft>
              <a:spcPct val="35000"/>
            </a:spcAft>
          </a:pPr>
          <a:r>
            <a:rPr lang="en-US" sz="1200" kern="1200" dirty="0"/>
            <a:t> 1969</a:t>
          </a:r>
        </a:p>
      </dsp:txBody>
      <dsp:txXfrm>
        <a:off x="1668835" y="1492545"/>
        <a:ext cx="1133293" cy="663463"/>
      </dsp:txXfrm>
    </dsp:sp>
    <dsp:sp modelId="{4C66469C-DB82-4D4F-B766-2F15DD738E9F}">
      <dsp:nvSpPr>
        <dsp:cNvPr id="0" name=""/>
        <dsp:cNvSpPr/>
      </dsp:nvSpPr>
      <dsp:spPr>
        <a:xfrm rot="10800000">
          <a:off x="1295821" y="1678629"/>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10800000">
        <a:off x="1370524" y="1736888"/>
        <a:ext cx="174306" cy="174776"/>
      </dsp:txXfrm>
    </dsp:sp>
    <dsp:sp modelId="{82755FA6-8070-44D3-AC86-8D37C21F043C}">
      <dsp:nvSpPr>
        <dsp:cNvPr id="0" name=""/>
        <dsp:cNvSpPr/>
      </dsp:nvSpPr>
      <dsp:spPr>
        <a:xfrm>
          <a:off x="3788" y="1471904"/>
          <a:ext cx="1174575" cy="704745"/>
        </a:xfrm>
        <a:prstGeom prst="roundRect">
          <a:avLst>
            <a:gd name="adj" fmla="val 10000"/>
          </a:avLst>
        </a:prstGeom>
        <a:solidFill>
          <a:srgbClr val="008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MARPOL </a:t>
          </a:r>
        </a:p>
        <a:p>
          <a:pPr lvl="0" algn="ctr" defTabSz="533400">
            <a:lnSpc>
              <a:spcPct val="90000"/>
            </a:lnSpc>
            <a:spcBef>
              <a:spcPct val="0"/>
            </a:spcBef>
            <a:spcAft>
              <a:spcPct val="35000"/>
            </a:spcAft>
          </a:pPr>
          <a:r>
            <a:rPr lang="en-US" sz="1200" kern="1200" dirty="0"/>
            <a:t> 1973</a:t>
          </a:r>
        </a:p>
      </dsp:txBody>
      <dsp:txXfrm>
        <a:off x="24429" y="1492545"/>
        <a:ext cx="1133293" cy="663463"/>
      </dsp:txXfrm>
    </dsp:sp>
    <dsp:sp modelId="{7ADDD5C2-A8C6-42CF-B1AD-D664A6052C21}">
      <dsp:nvSpPr>
        <dsp:cNvPr id="0" name=""/>
        <dsp:cNvSpPr/>
      </dsp:nvSpPr>
      <dsp:spPr>
        <a:xfrm rot="5400000">
          <a:off x="466571" y="2258869"/>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5400000">
        <a:off x="503688" y="2280012"/>
        <a:ext cx="174776" cy="174306"/>
      </dsp:txXfrm>
    </dsp:sp>
    <dsp:sp modelId="{F05CFA5F-FFAC-4070-B910-AB278BD554AD}">
      <dsp:nvSpPr>
        <dsp:cNvPr id="0" name=""/>
        <dsp:cNvSpPr/>
      </dsp:nvSpPr>
      <dsp:spPr>
        <a:xfrm>
          <a:off x="3788" y="2646479"/>
          <a:ext cx="1174575" cy="7047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SOLAS</a:t>
          </a:r>
        </a:p>
        <a:p>
          <a:pPr lvl="0" algn="ctr" defTabSz="533400">
            <a:lnSpc>
              <a:spcPct val="90000"/>
            </a:lnSpc>
            <a:spcBef>
              <a:spcPct val="0"/>
            </a:spcBef>
            <a:spcAft>
              <a:spcPct val="35000"/>
            </a:spcAft>
          </a:pPr>
          <a:r>
            <a:rPr lang="en-US" sz="1200" kern="1200" dirty="0"/>
            <a:t> 1974</a:t>
          </a:r>
        </a:p>
      </dsp:txBody>
      <dsp:txXfrm>
        <a:off x="24429" y="2667120"/>
        <a:ext cx="1133293" cy="663463"/>
      </dsp:txXfrm>
    </dsp:sp>
    <dsp:sp modelId="{41D51905-7DE2-4DA4-8E8C-7DC149EF50BB}">
      <dsp:nvSpPr>
        <dsp:cNvPr id="0" name=""/>
        <dsp:cNvSpPr/>
      </dsp:nvSpPr>
      <dsp:spPr>
        <a:xfrm>
          <a:off x="1281726" y="2853204"/>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a:off x="1281726" y="2911463"/>
        <a:ext cx="174306" cy="174776"/>
      </dsp:txXfrm>
    </dsp:sp>
    <dsp:sp modelId="{79713E75-BD6E-4842-B87C-E51B28FC8C82}">
      <dsp:nvSpPr>
        <dsp:cNvPr id="0" name=""/>
        <dsp:cNvSpPr/>
      </dsp:nvSpPr>
      <dsp:spPr>
        <a:xfrm>
          <a:off x="1648194" y="2646479"/>
          <a:ext cx="1174575" cy="704745"/>
        </a:xfrm>
        <a:prstGeom prst="roundRect">
          <a:avLst>
            <a:gd name="adj" fmla="val 10000"/>
          </a:avLst>
        </a:prstGeom>
        <a:solidFill>
          <a:srgbClr val="008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MARPOL </a:t>
          </a:r>
        </a:p>
        <a:p>
          <a:pPr lvl="0" algn="ctr" defTabSz="533400">
            <a:lnSpc>
              <a:spcPct val="90000"/>
            </a:lnSpc>
            <a:spcBef>
              <a:spcPct val="0"/>
            </a:spcBef>
            <a:spcAft>
              <a:spcPct val="35000"/>
            </a:spcAft>
          </a:pPr>
          <a:r>
            <a:rPr lang="en-US" sz="1200" kern="1200" dirty="0"/>
            <a:t>1978</a:t>
          </a:r>
        </a:p>
      </dsp:txBody>
      <dsp:txXfrm>
        <a:off x="1668835" y="2667120"/>
        <a:ext cx="1133293" cy="663463"/>
      </dsp:txXfrm>
    </dsp:sp>
    <dsp:sp modelId="{C78E2863-B611-4A8C-8FF2-5A76EFE01477}">
      <dsp:nvSpPr>
        <dsp:cNvPr id="0" name=""/>
        <dsp:cNvSpPr/>
      </dsp:nvSpPr>
      <dsp:spPr>
        <a:xfrm>
          <a:off x="2926131" y="2853204"/>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a:off x="2926131" y="2911463"/>
        <a:ext cx="174306" cy="174776"/>
      </dsp:txXfrm>
    </dsp:sp>
    <dsp:sp modelId="{2AC90167-FDC5-4284-A971-517B977D9429}">
      <dsp:nvSpPr>
        <dsp:cNvPr id="0" name=""/>
        <dsp:cNvSpPr/>
      </dsp:nvSpPr>
      <dsp:spPr>
        <a:xfrm>
          <a:off x="3292599" y="2646479"/>
          <a:ext cx="1174575" cy="704745"/>
        </a:xfrm>
        <a:prstGeom prst="roundRect">
          <a:avLst>
            <a:gd name="adj" fmla="val 10000"/>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IMO </a:t>
          </a:r>
        </a:p>
        <a:p>
          <a:pPr lvl="0" algn="ctr" defTabSz="533400">
            <a:lnSpc>
              <a:spcPct val="90000"/>
            </a:lnSpc>
            <a:spcBef>
              <a:spcPct val="0"/>
            </a:spcBef>
            <a:spcAft>
              <a:spcPct val="35000"/>
            </a:spcAft>
          </a:pPr>
          <a:r>
            <a:rPr lang="en-US" sz="1200" kern="1200" dirty="0"/>
            <a:t>1982</a:t>
          </a:r>
        </a:p>
      </dsp:txBody>
      <dsp:txXfrm>
        <a:off x="3313240" y="2667120"/>
        <a:ext cx="1133293" cy="663463"/>
      </dsp:txXfrm>
    </dsp:sp>
    <dsp:sp modelId="{1E4C49E4-D8C0-42FD-A0FA-DF2EEA0903B5}">
      <dsp:nvSpPr>
        <dsp:cNvPr id="0" name=""/>
        <dsp:cNvSpPr/>
      </dsp:nvSpPr>
      <dsp:spPr>
        <a:xfrm>
          <a:off x="4570537" y="2853204"/>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a:off x="4570537" y="2911463"/>
        <a:ext cx="174306" cy="174776"/>
      </dsp:txXfrm>
    </dsp:sp>
    <dsp:sp modelId="{620F3F92-49F6-4DF6-99FB-1E10A16B4381}">
      <dsp:nvSpPr>
        <dsp:cNvPr id="0" name=""/>
        <dsp:cNvSpPr/>
      </dsp:nvSpPr>
      <dsp:spPr>
        <a:xfrm>
          <a:off x="4937004" y="2646479"/>
          <a:ext cx="1174575" cy="704745"/>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EXXON VALDEZ</a:t>
          </a:r>
        </a:p>
        <a:p>
          <a:pPr lvl="0" algn="ctr" defTabSz="533400">
            <a:lnSpc>
              <a:spcPct val="90000"/>
            </a:lnSpc>
            <a:spcBef>
              <a:spcPct val="0"/>
            </a:spcBef>
            <a:spcAft>
              <a:spcPct val="35000"/>
            </a:spcAft>
          </a:pPr>
          <a:r>
            <a:rPr lang="en-US" sz="1200" kern="1200" dirty="0"/>
            <a:t>1989</a:t>
          </a:r>
        </a:p>
      </dsp:txBody>
      <dsp:txXfrm>
        <a:off x="4957645" y="2667120"/>
        <a:ext cx="1133293" cy="663463"/>
      </dsp:txXfrm>
    </dsp:sp>
    <dsp:sp modelId="{DEBF9954-3636-466A-8480-5C2DDE1614B5}">
      <dsp:nvSpPr>
        <dsp:cNvPr id="0" name=""/>
        <dsp:cNvSpPr/>
      </dsp:nvSpPr>
      <dsp:spPr>
        <a:xfrm>
          <a:off x="6214942" y="2853204"/>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a:off x="6214942" y="2911463"/>
        <a:ext cx="174306" cy="174776"/>
      </dsp:txXfrm>
    </dsp:sp>
    <dsp:sp modelId="{B75B6097-89DB-4F78-BA64-095BDFEACB13}">
      <dsp:nvSpPr>
        <dsp:cNvPr id="0" name=""/>
        <dsp:cNvSpPr/>
      </dsp:nvSpPr>
      <dsp:spPr>
        <a:xfrm>
          <a:off x="6581409" y="2646479"/>
          <a:ext cx="1174575" cy="704745"/>
        </a:xfrm>
        <a:prstGeom prst="roundRect">
          <a:avLst>
            <a:gd name="adj" fmla="val 10000"/>
          </a:avLst>
        </a:prstGeom>
        <a:solidFill>
          <a:srgbClr val="008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OPRC</a:t>
          </a:r>
        </a:p>
        <a:p>
          <a:pPr lvl="0" algn="ctr" defTabSz="533400">
            <a:lnSpc>
              <a:spcPct val="90000"/>
            </a:lnSpc>
            <a:spcBef>
              <a:spcPct val="0"/>
            </a:spcBef>
            <a:spcAft>
              <a:spcPct val="35000"/>
            </a:spcAft>
          </a:pPr>
          <a:r>
            <a:rPr lang="en-US" sz="1200" kern="1200" dirty="0"/>
            <a:t>1990</a:t>
          </a:r>
        </a:p>
      </dsp:txBody>
      <dsp:txXfrm>
        <a:off x="6602050" y="2667120"/>
        <a:ext cx="1133293" cy="663463"/>
      </dsp:txXfrm>
    </dsp:sp>
    <dsp:sp modelId="{C1C2AA1C-ECD8-4EB3-8991-39C8953598CA}">
      <dsp:nvSpPr>
        <dsp:cNvPr id="0" name=""/>
        <dsp:cNvSpPr/>
      </dsp:nvSpPr>
      <dsp:spPr>
        <a:xfrm rot="5400000">
          <a:off x="7044192" y="3433444"/>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5400000">
        <a:off x="7081309" y="3454587"/>
        <a:ext cx="174776" cy="174306"/>
      </dsp:txXfrm>
    </dsp:sp>
    <dsp:sp modelId="{4FF5E7F5-A2C0-405D-A677-13155EEC71E0}">
      <dsp:nvSpPr>
        <dsp:cNvPr id="0" name=""/>
        <dsp:cNvSpPr/>
      </dsp:nvSpPr>
      <dsp:spPr>
        <a:xfrm>
          <a:off x="6581409" y="3821054"/>
          <a:ext cx="1174575" cy="704745"/>
        </a:xfrm>
        <a:prstGeom prst="roundRect">
          <a:avLst>
            <a:gd name="adj" fmla="val 1000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FUND</a:t>
          </a:r>
        </a:p>
        <a:p>
          <a:pPr lvl="0" algn="ctr" defTabSz="533400">
            <a:lnSpc>
              <a:spcPct val="90000"/>
            </a:lnSpc>
            <a:spcBef>
              <a:spcPct val="0"/>
            </a:spcBef>
            <a:spcAft>
              <a:spcPct val="35000"/>
            </a:spcAft>
          </a:pPr>
          <a:r>
            <a:rPr lang="en-US" sz="1200" kern="1200" dirty="0"/>
            <a:t>1992</a:t>
          </a:r>
        </a:p>
      </dsp:txBody>
      <dsp:txXfrm>
        <a:off x="6602050" y="3841695"/>
        <a:ext cx="1133293" cy="663463"/>
      </dsp:txXfrm>
    </dsp:sp>
    <dsp:sp modelId="{1FA742D1-ADA6-4F18-8C0A-32C9BABA23D5}">
      <dsp:nvSpPr>
        <dsp:cNvPr id="0" name=""/>
        <dsp:cNvSpPr/>
      </dsp:nvSpPr>
      <dsp:spPr>
        <a:xfrm rot="10800000">
          <a:off x="6229037" y="4027779"/>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10800000">
        <a:off x="6303740" y="4086038"/>
        <a:ext cx="174306" cy="174776"/>
      </dsp:txXfrm>
    </dsp:sp>
    <dsp:sp modelId="{94D49CD3-10BE-474F-9AEE-14BCBC91D796}">
      <dsp:nvSpPr>
        <dsp:cNvPr id="0" name=""/>
        <dsp:cNvSpPr/>
      </dsp:nvSpPr>
      <dsp:spPr>
        <a:xfrm>
          <a:off x="4937004" y="3821054"/>
          <a:ext cx="1174575" cy="704745"/>
        </a:xfrm>
        <a:prstGeom prst="roundRect">
          <a:avLst>
            <a:gd name="adj" fmla="val 1000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HNS </a:t>
          </a:r>
        </a:p>
        <a:p>
          <a:pPr lvl="0" algn="ctr" defTabSz="533400">
            <a:lnSpc>
              <a:spcPct val="90000"/>
            </a:lnSpc>
            <a:spcBef>
              <a:spcPct val="0"/>
            </a:spcBef>
            <a:spcAft>
              <a:spcPct val="35000"/>
            </a:spcAft>
          </a:pPr>
          <a:r>
            <a:rPr lang="en-US" sz="1200" kern="1200" dirty="0"/>
            <a:t>1996</a:t>
          </a:r>
        </a:p>
      </dsp:txBody>
      <dsp:txXfrm>
        <a:off x="4957645" y="3841695"/>
        <a:ext cx="1133293" cy="663463"/>
      </dsp:txXfrm>
    </dsp:sp>
    <dsp:sp modelId="{DD85C66D-A705-40D9-AE01-F892118183AF}">
      <dsp:nvSpPr>
        <dsp:cNvPr id="0" name=""/>
        <dsp:cNvSpPr/>
      </dsp:nvSpPr>
      <dsp:spPr>
        <a:xfrm rot="10800000">
          <a:off x="4584632" y="4027779"/>
          <a:ext cx="249009"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10800000">
        <a:off x="4659335" y="4086038"/>
        <a:ext cx="174306" cy="174776"/>
      </dsp:txXfrm>
    </dsp:sp>
    <dsp:sp modelId="{CCF0250B-EAB5-43A2-B3F9-D3A9DD5AE386}">
      <dsp:nvSpPr>
        <dsp:cNvPr id="0" name=""/>
        <dsp:cNvSpPr/>
      </dsp:nvSpPr>
      <dsp:spPr>
        <a:xfrm>
          <a:off x="3292599" y="3821054"/>
          <a:ext cx="1174575" cy="704745"/>
        </a:xfrm>
        <a:prstGeom prst="roundRect">
          <a:avLst>
            <a:gd name="adj" fmla="val 10000"/>
          </a:avLst>
        </a:prstGeom>
        <a:solidFill>
          <a:srgbClr val="008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MARPOL</a:t>
          </a:r>
        </a:p>
        <a:p>
          <a:pPr lvl="0" algn="ctr" defTabSz="533400">
            <a:lnSpc>
              <a:spcPct val="90000"/>
            </a:lnSpc>
            <a:spcBef>
              <a:spcPct val="0"/>
            </a:spcBef>
            <a:spcAft>
              <a:spcPct val="35000"/>
            </a:spcAft>
          </a:pPr>
          <a:r>
            <a:rPr lang="en-US" sz="1200" kern="1200" dirty="0"/>
            <a:t> 1997</a:t>
          </a:r>
        </a:p>
      </dsp:txBody>
      <dsp:txXfrm>
        <a:off x="3313240" y="3841695"/>
        <a:ext cx="1133293" cy="663463"/>
      </dsp:txXfrm>
    </dsp:sp>
    <dsp:sp modelId="{55635EC6-DEAD-4F57-BA92-AE50639A17CF}">
      <dsp:nvSpPr>
        <dsp:cNvPr id="0" name=""/>
        <dsp:cNvSpPr/>
      </dsp:nvSpPr>
      <dsp:spPr>
        <a:xfrm rot="10800000">
          <a:off x="2961554" y="4027779"/>
          <a:ext cx="233938"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10800000">
        <a:off x="3031735" y="4086038"/>
        <a:ext cx="163757" cy="174776"/>
      </dsp:txXfrm>
    </dsp:sp>
    <dsp:sp modelId="{683090F5-26E2-469D-ACA5-6589D05C168C}">
      <dsp:nvSpPr>
        <dsp:cNvPr id="0" name=""/>
        <dsp:cNvSpPr/>
      </dsp:nvSpPr>
      <dsp:spPr>
        <a:xfrm>
          <a:off x="1676630" y="3821054"/>
          <a:ext cx="1174575" cy="704745"/>
        </a:xfrm>
        <a:prstGeom prst="roundRect">
          <a:avLst>
            <a:gd name="adj" fmla="val 10000"/>
          </a:avLst>
        </a:prstGeom>
        <a:solidFill>
          <a:srgbClr val="008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OPRC-HNS </a:t>
          </a:r>
        </a:p>
        <a:p>
          <a:pPr lvl="0" algn="ctr" defTabSz="533400">
            <a:lnSpc>
              <a:spcPct val="90000"/>
            </a:lnSpc>
            <a:spcBef>
              <a:spcPct val="0"/>
            </a:spcBef>
            <a:spcAft>
              <a:spcPct val="35000"/>
            </a:spcAft>
          </a:pPr>
          <a:r>
            <a:rPr lang="en-US" sz="1200" kern="1200" dirty="0"/>
            <a:t>2000</a:t>
          </a:r>
        </a:p>
      </dsp:txBody>
      <dsp:txXfrm>
        <a:off x="1697271" y="3841695"/>
        <a:ext cx="1133293" cy="663463"/>
      </dsp:txXfrm>
    </dsp:sp>
    <dsp:sp modelId="{AAC6543B-F5A1-40A1-ADFE-3003DCD76B01}">
      <dsp:nvSpPr>
        <dsp:cNvPr id="0" name=""/>
        <dsp:cNvSpPr/>
      </dsp:nvSpPr>
      <dsp:spPr>
        <a:xfrm rot="10800000">
          <a:off x="1302930" y="4027779"/>
          <a:ext cx="264081" cy="2912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US" sz="1000" kern="1200"/>
        </a:p>
      </dsp:txBody>
      <dsp:txXfrm rot="10800000">
        <a:off x="1382154" y="4086038"/>
        <a:ext cx="184857" cy="174776"/>
      </dsp:txXfrm>
    </dsp:sp>
    <dsp:sp modelId="{6F3DC982-D397-4A1A-9FCD-13F6D2DBCB77}">
      <dsp:nvSpPr>
        <dsp:cNvPr id="0" name=""/>
        <dsp:cNvSpPr/>
      </dsp:nvSpPr>
      <dsp:spPr>
        <a:xfrm>
          <a:off x="3788" y="3821054"/>
          <a:ext cx="1174575" cy="704745"/>
        </a:xfrm>
        <a:prstGeom prst="roundRect">
          <a:avLst>
            <a:gd name="adj" fmla="val 10000"/>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t>HNS</a:t>
          </a:r>
        </a:p>
        <a:p>
          <a:pPr lvl="0" algn="ctr" defTabSz="533400">
            <a:lnSpc>
              <a:spcPct val="90000"/>
            </a:lnSpc>
            <a:spcBef>
              <a:spcPct val="0"/>
            </a:spcBef>
            <a:spcAft>
              <a:spcPct val="35000"/>
            </a:spcAft>
          </a:pPr>
          <a:r>
            <a:rPr lang="en-US" sz="1200" kern="1200" dirty="0"/>
            <a:t>2010</a:t>
          </a:r>
        </a:p>
      </dsp:txBody>
      <dsp:txXfrm>
        <a:off x="24429" y="3841695"/>
        <a:ext cx="1133293" cy="663463"/>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61843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3105895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2DD1F7B-0C96-49B7-BB03-29AB0B73B640}"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236282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2DD1F7B-0C96-49B7-BB03-29AB0B73B640}"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986750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2DD1F7B-0C96-49B7-BB03-29AB0B73B640}" type="datetimeFigureOut">
              <a:rPr lang="en-IN" smtClean="0"/>
              <a:t>29-05-2025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717587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2DD1F7B-0C96-49B7-BB03-29AB0B73B640}" type="datetimeFigureOut">
              <a:rPr lang="en-IN" smtClean="0"/>
              <a:t>29-05-2025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2046559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DD1F7B-0C96-49B7-BB03-29AB0B73B640}" type="datetimeFigureOut">
              <a:rPr lang="en-IN" smtClean="0"/>
              <a:t>29-05-2025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4287471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DD1F7B-0C96-49B7-BB03-29AB0B73B640}"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2100691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DD1F7B-0C96-49B7-BB03-29AB0B73B640}"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806775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635961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3697002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gs>
            <a:gs pos="50000">
              <a:schemeClr val="accent2"/>
            </a:gs>
            <a:gs pos="100000">
              <a:schemeClr val="accent2"/>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DD1F7B-0C96-49B7-BB03-29AB0B73B640}" type="datetimeFigureOut">
              <a:rPr lang="en-IN" smtClean="0"/>
              <a:t>29-05-2025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B83F58-AF5F-4FE2-9C7E-DA9D3F7CC1A5}" type="slidenum">
              <a:rPr lang="en-IN" smtClean="0"/>
              <a:t>‹#›</a:t>
            </a:fld>
            <a:endParaRPr lang="en-IN"/>
          </a:p>
        </p:txBody>
      </p:sp>
    </p:spTree>
    <p:extLst>
      <p:ext uri="{BB962C8B-B14F-4D97-AF65-F5344CB8AC3E}">
        <p14:creationId xmlns:p14="http://schemas.microsoft.com/office/powerpoint/2010/main" val="3445510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33165" y="6378300"/>
            <a:ext cx="1193158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6" name="Rectangle 2"/>
          <p:cNvSpPr txBox="1">
            <a:spLocks/>
          </p:cNvSpPr>
          <p:nvPr/>
        </p:nvSpPr>
        <p:spPr>
          <a:xfrm>
            <a:off x="2404872" y="2267712"/>
            <a:ext cx="7004304" cy="19202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Lesson 3.2</a:t>
            </a:r>
            <a:br>
              <a:rPr lang="en-GB" altLang="en-US" b="1" dirty="0" smtClean="0"/>
            </a:br>
            <a:r>
              <a:rPr lang="en-GB" altLang="en-US" b="1" dirty="0" smtClean="0"/>
              <a:t>The Legal Framework</a:t>
            </a:r>
          </a:p>
        </p:txBody>
      </p:sp>
    </p:spTree>
    <p:extLst>
      <p:ext uri="{BB962C8B-B14F-4D97-AF65-F5344CB8AC3E}">
        <p14:creationId xmlns:p14="http://schemas.microsoft.com/office/powerpoint/2010/main" val="3674839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0">
            <a:extLst/>
          </p:cNvPr>
          <p:cNvSpPr txBox="1">
            <a:spLocks/>
          </p:cNvSpPr>
          <p:nvPr/>
        </p:nvSpPr>
        <p:spPr>
          <a:xfrm>
            <a:off x="1060704" y="130175"/>
            <a:ext cx="10030968" cy="561975"/>
          </a:xfrm>
          <a:prstGeom prst="rect">
            <a:avLst/>
          </a:prstGeom>
        </p:spPr>
        <p:txBody>
          <a:bodyPr rtlCol="0">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GB" b="1" dirty="0" smtClean="0"/>
              <a:t>Objective</a:t>
            </a:r>
            <a:endParaRPr lang="en-GB" b="1" dirty="0"/>
          </a:p>
        </p:txBody>
      </p:sp>
      <p:sp>
        <p:nvSpPr>
          <p:cNvPr id="6" name="Rectangle 5">
            <a:extLst/>
          </p:cNvPr>
          <p:cNvSpPr/>
          <p:nvPr/>
        </p:nvSpPr>
        <p:spPr>
          <a:xfrm>
            <a:off x="841426" y="1420114"/>
            <a:ext cx="10332720" cy="3046413"/>
          </a:xfrm>
          <a:prstGeom prst="rect">
            <a:avLst/>
          </a:prstGeom>
        </p:spPr>
        <p:txBody>
          <a:bodyPr wrap="square">
            <a:spAutoFit/>
          </a:bodyPr>
          <a:lstStyle/>
          <a:p>
            <a:pPr algn="just" eaLnBrk="1" hangingPunct="1">
              <a:buFont typeface="Arial" charset="0"/>
              <a:buNone/>
              <a:defRPr/>
            </a:pPr>
            <a:r>
              <a:rPr lang="en-GB" sz="3200" dirty="0">
                <a:latin typeface="+mn-lt"/>
              </a:rPr>
              <a:t>To understand the key international conventions that apply to oil spill response.</a:t>
            </a:r>
          </a:p>
          <a:p>
            <a:pPr algn="just" eaLnBrk="1" hangingPunct="1">
              <a:buFont typeface="Arial" charset="0"/>
              <a:buNone/>
              <a:defRPr/>
            </a:pPr>
            <a:endParaRPr lang="en-GB" sz="3200" dirty="0">
              <a:latin typeface="+mn-lt"/>
            </a:endParaRPr>
          </a:p>
          <a:p>
            <a:pPr algn="just" eaLnBrk="1" hangingPunct="1">
              <a:buFont typeface="Arial" charset="0"/>
              <a:buNone/>
              <a:defRPr/>
            </a:pPr>
            <a:r>
              <a:rPr lang="en-GB" sz="3200" dirty="0">
                <a:latin typeface="+mn-lt"/>
              </a:rPr>
              <a:t>To understand the relevant regional frameworks and regional capacity-building projects/initiatives that exist around the world. </a:t>
            </a:r>
          </a:p>
        </p:txBody>
      </p:sp>
    </p:spTree>
    <p:extLst>
      <p:ext uri="{BB962C8B-B14F-4D97-AF65-F5344CB8AC3E}">
        <p14:creationId xmlns:p14="http://schemas.microsoft.com/office/powerpoint/2010/main" val="9964442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0">
            <a:extLst/>
          </p:cNvPr>
          <p:cNvSpPr txBox="1">
            <a:spLocks/>
          </p:cNvSpPr>
          <p:nvPr/>
        </p:nvSpPr>
        <p:spPr>
          <a:xfrm>
            <a:off x="658369" y="204643"/>
            <a:ext cx="10453282" cy="561975"/>
          </a:xfrm>
          <a:prstGeom prst="rect">
            <a:avLst/>
          </a:prstGeom>
        </p:spPr>
        <p:txBody>
          <a:bodyPr rtlCol="0">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GB" b="1" dirty="0" smtClean="0"/>
              <a:t>Introduction</a:t>
            </a:r>
            <a:endParaRPr lang="en-GB" b="1" dirty="0"/>
          </a:p>
        </p:txBody>
      </p:sp>
      <p:sp>
        <p:nvSpPr>
          <p:cNvPr id="6" name="Rectangle 5">
            <a:extLst/>
          </p:cNvPr>
          <p:cNvSpPr/>
          <p:nvPr/>
        </p:nvSpPr>
        <p:spPr>
          <a:xfrm>
            <a:off x="1055497" y="1127506"/>
            <a:ext cx="10612247" cy="4032250"/>
          </a:xfrm>
          <a:prstGeom prst="rect">
            <a:avLst/>
          </a:prstGeom>
        </p:spPr>
        <p:txBody>
          <a:bodyPr wrap="square">
            <a:spAutoFit/>
          </a:bodyPr>
          <a:lstStyle/>
          <a:p>
            <a:pPr eaLnBrk="1" hangingPunct="1">
              <a:buFont typeface="Arial" charset="0"/>
              <a:buNone/>
              <a:defRPr/>
            </a:pPr>
            <a:r>
              <a:rPr lang="en-GB" sz="3200" dirty="0">
                <a:latin typeface="+mn-lt"/>
                <a:ea typeface="+mn-ea"/>
              </a:rPr>
              <a:t>This lesson will cover:</a:t>
            </a:r>
          </a:p>
          <a:p>
            <a:pPr eaLnBrk="1" hangingPunct="1">
              <a:buFont typeface="Arial" charset="0"/>
              <a:buNone/>
              <a:defRPr/>
            </a:pPr>
            <a:endParaRPr lang="en-GB" sz="3200" dirty="0">
              <a:latin typeface="+mn-lt"/>
              <a:ea typeface="+mn-ea"/>
            </a:endParaRPr>
          </a:p>
          <a:p>
            <a:pPr eaLnBrk="1" hangingPunct="1">
              <a:lnSpc>
                <a:spcPct val="150000"/>
              </a:lnSpc>
              <a:buFont typeface="Arial" charset="0"/>
              <a:buNone/>
              <a:defRPr/>
            </a:pPr>
            <a:r>
              <a:rPr lang="en-GB" sz="3200" dirty="0">
                <a:latin typeface="+mn-lt"/>
                <a:ea typeface="+mn-ea"/>
              </a:rPr>
              <a:t>An introduction to the work of IMO</a:t>
            </a:r>
          </a:p>
          <a:p>
            <a:pPr eaLnBrk="1" hangingPunct="1">
              <a:lnSpc>
                <a:spcPct val="150000"/>
              </a:lnSpc>
              <a:buFont typeface="Arial" charset="0"/>
              <a:buNone/>
              <a:defRPr/>
            </a:pPr>
            <a:r>
              <a:rPr lang="en-GB" sz="3200" dirty="0">
                <a:latin typeface="+mn-lt"/>
                <a:ea typeface="+mn-ea"/>
              </a:rPr>
              <a:t>The principal International Conventions</a:t>
            </a:r>
          </a:p>
          <a:p>
            <a:pPr marL="896938" lvl="1" indent="-439738" eaLnBrk="1" hangingPunct="1">
              <a:lnSpc>
                <a:spcPct val="150000"/>
              </a:lnSpc>
              <a:buFont typeface="Arial" pitchFamily="34" charset="0"/>
              <a:buChar char="•"/>
              <a:defRPr/>
            </a:pPr>
            <a:r>
              <a:rPr lang="en-GB" sz="3200" dirty="0">
                <a:latin typeface="+mn-lt"/>
                <a:ea typeface="+mn-ea"/>
              </a:rPr>
              <a:t>MARPOL, OPRC and Salvage</a:t>
            </a:r>
          </a:p>
          <a:p>
            <a:pPr eaLnBrk="1" hangingPunct="1">
              <a:lnSpc>
                <a:spcPct val="150000"/>
              </a:lnSpc>
              <a:buFont typeface="Arial" charset="0"/>
              <a:buNone/>
              <a:defRPr/>
            </a:pPr>
            <a:r>
              <a:rPr lang="en-GB" sz="3200" dirty="0">
                <a:latin typeface="+mn-lt"/>
                <a:ea typeface="+mn-ea"/>
              </a:rPr>
              <a:t>An introduction to Liability and Compensation </a:t>
            </a:r>
          </a:p>
        </p:txBody>
      </p:sp>
    </p:spTree>
    <p:extLst>
      <p:ext uri="{BB962C8B-B14F-4D97-AF65-F5344CB8AC3E}">
        <p14:creationId xmlns:p14="http://schemas.microsoft.com/office/powerpoint/2010/main" val="3776366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0">
            <a:extLst/>
          </p:cNvPr>
          <p:cNvSpPr txBox="1">
            <a:spLocks/>
          </p:cNvSpPr>
          <p:nvPr/>
        </p:nvSpPr>
        <p:spPr>
          <a:xfrm>
            <a:off x="630936" y="204643"/>
            <a:ext cx="10552176" cy="561975"/>
          </a:xfrm>
          <a:prstGeom prst="rect">
            <a:avLst/>
          </a:prstGeom>
        </p:spPr>
        <p:txBody>
          <a:bodyPr rtlCol="0">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GB" b="1" dirty="0" smtClean="0"/>
              <a:t>IMO</a:t>
            </a:r>
            <a:endParaRPr lang="en-GB" b="1" dirty="0"/>
          </a:p>
        </p:txBody>
      </p:sp>
      <p:sp>
        <p:nvSpPr>
          <p:cNvPr id="6" name="Rectangle 5"/>
          <p:cNvSpPr>
            <a:spLocks noChangeArrowheads="1"/>
          </p:cNvSpPr>
          <p:nvPr/>
        </p:nvSpPr>
        <p:spPr bwMode="auto">
          <a:xfrm>
            <a:off x="747382" y="1014349"/>
            <a:ext cx="10685399"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809625" indent="-352425">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just" eaLnBrk="1" hangingPunct="1">
              <a:spcBef>
                <a:spcPct val="0"/>
              </a:spcBef>
              <a:buFontTx/>
              <a:buNone/>
            </a:pPr>
            <a:r>
              <a:rPr lang="en-GB" altLang="en-US" dirty="0">
                <a:latin typeface="+mj-lt"/>
              </a:rPr>
              <a:t>UN specialized agency responsible for safety and security of shipping and prevention of marine pollution by ships</a:t>
            </a:r>
          </a:p>
          <a:p>
            <a:pPr algn="just" eaLnBrk="1" hangingPunct="1">
              <a:spcBef>
                <a:spcPct val="0"/>
              </a:spcBef>
              <a:buFontTx/>
              <a:buNone/>
            </a:pPr>
            <a:endParaRPr lang="en-GB" altLang="en-US" sz="1600" dirty="0">
              <a:latin typeface="+mj-lt"/>
            </a:endParaRPr>
          </a:p>
          <a:p>
            <a:pPr algn="just" eaLnBrk="1" hangingPunct="1">
              <a:spcBef>
                <a:spcPct val="0"/>
              </a:spcBef>
              <a:buFontTx/>
              <a:buNone/>
            </a:pPr>
            <a:r>
              <a:rPr lang="en-GB" altLang="en-US" dirty="0">
                <a:latin typeface="+mj-lt"/>
              </a:rPr>
              <a:t>Established in 1948 </a:t>
            </a:r>
          </a:p>
          <a:p>
            <a:pPr algn="just" eaLnBrk="1" hangingPunct="1">
              <a:spcBef>
                <a:spcPct val="0"/>
              </a:spcBef>
              <a:buFontTx/>
              <a:buNone/>
            </a:pPr>
            <a:endParaRPr lang="en-GB" altLang="en-US" sz="1600" dirty="0">
              <a:latin typeface="+mj-lt"/>
            </a:endParaRPr>
          </a:p>
          <a:p>
            <a:pPr algn="just" eaLnBrk="1" hangingPunct="1">
              <a:spcBef>
                <a:spcPct val="0"/>
              </a:spcBef>
              <a:buFontTx/>
              <a:buNone/>
            </a:pPr>
            <a:r>
              <a:rPr lang="en-GB" altLang="en-US" dirty="0">
                <a:latin typeface="+mj-lt"/>
              </a:rPr>
              <a:t>Participants</a:t>
            </a:r>
            <a:r>
              <a:rPr lang="en-GB" altLang="en-US" baseline="30000" dirty="0">
                <a:latin typeface="+mj-lt"/>
              </a:rPr>
              <a:t>1</a:t>
            </a:r>
            <a:endParaRPr lang="en-GB" altLang="en-US" sz="1600" dirty="0">
              <a:latin typeface="+mj-lt"/>
            </a:endParaRPr>
          </a:p>
          <a:p>
            <a:pPr lvl="1" algn="just" eaLnBrk="1" hangingPunct="1">
              <a:spcBef>
                <a:spcPct val="0"/>
              </a:spcBef>
              <a:buFont typeface="Arial" panose="020B0604020202020204" pitchFamily="34" charset="0"/>
              <a:buChar char="•"/>
            </a:pPr>
            <a:r>
              <a:rPr lang="en-GB" altLang="en-US" sz="3200" dirty="0">
                <a:latin typeface="+mj-lt"/>
              </a:rPr>
              <a:t>174 Member States</a:t>
            </a:r>
          </a:p>
          <a:p>
            <a:pPr lvl="1" algn="just" eaLnBrk="1" hangingPunct="1">
              <a:spcBef>
                <a:spcPct val="0"/>
              </a:spcBef>
              <a:buFont typeface="Arial" panose="020B0604020202020204" pitchFamily="34" charset="0"/>
              <a:buChar char="•"/>
            </a:pPr>
            <a:r>
              <a:rPr lang="en-GB" altLang="en-US" sz="3200" dirty="0">
                <a:latin typeface="+mj-lt"/>
              </a:rPr>
              <a:t>3 Associate Members</a:t>
            </a:r>
          </a:p>
          <a:p>
            <a:pPr lvl="1" algn="just" eaLnBrk="1" hangingPunct="1">
              <a:spcBef>
                <a:spcPct val="0"/>
              </a:spcBef>
              <a:buFont typeface="Arial" panose="020B0604020202020204" pitchFamily="34" charset="0"/>
              <a:buChar char="•"/>
            </a:pPr>
            <a:r>
              <a:rPr lang="en-GB" altLang="en-US" sz="3200" dirty="0">
                <a:latin typeface="+mj-lt"/>
              </a:rPr>
              <a:t>81 Non-governmental organizations (NGOs)</a:t>
            </a:r>
          </a:p>
          <a:p>
            <a:pPr lvl="1" algn="just" eaLnBrk="1" hangingPunct="1">
              <a:spcBef>
                <a:spcPct val="0"/>
              </a:spcBef>
              <a:buFont typeface="Arial" panose="020B0604020202020204" pitchFamily="34" charset="0"/>
              <a:buChar char="•"/>
            </a:pPr>
            <a:r>
              <a:rPr lang="en-GB" altLang="en-US" sz="3200" dirty="0">
                <a:latin typeface="+mj-lt"/>
              </a:rPr>
              <a:t>64 Inter-governmental organizations (IGOs)</a:t>
            </a:r>
          </a:p>
          <a:p>
            <a:pPr lvl="1" algn="just" eaLnBrk="1" hangingPunct="1">
              <a:spcBef>
                <a:spcPct val="0"/>
              </a:spcBef>
              <a:buFontTx/>
              <a:buNone/>
            </a:pPr>
            <a:r>
              <a:rPr lang="en-GB" altLang="en-US" sz="1600" dirty="0">
                <a:latin typeface="+mj-lt"/>
              </a:rPr>
              <a:t>Note 1: as at October 2018 –  Source: www.imo.org</a:t>
            </a:r>
          </a:p>
        </p:txBody>
      </p:sp>
    </p:spTree>
    <p:extLst>
      <p:ext uri="{BB962C8B-B14F-4D97-AF65-F5344CB8AC3E}">
        <p14:creationId xmlns:p14="http://schemas.microsoft.com/office/powerpoint/2010/main" val="23325058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0">
            <a:extLst/>
          </p:cNvPr>
          <p:cNvSpPr txBox="1">
            <a:spLocks/>
          </p:cNvSpPr>
          <p:nvPr/>
        </p:nvSpPr>
        <p:spPr>
          <a:xfrm>
            <a:off x="219456" y="204643"/>
            <a:ext cx="11704320" cy="561975"/>
          </a:xfrm>
          <a:prstGeom prst="rect">
            <a:avLst/>
          </a:prstGeom>
        </p:spPr>
        <p:txBody>
          <a:bodyPr rtlCol="0">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GB" b="1" dirty="0" smtClean="0"/>
              <a:t>IMO</a:t>
            </a:r>
            <a:endParaRPr lang="en-GB" b="1" dirty="0"/>
          </a:p>
        </p:txBody>
      </p:sp>
      <p:sp>
        <p:nvSpPr>
          <p:cNvPr id="6" name="Rectangle 5"/>
          <p:cNvSpPr>
            <a:spLocks noChangeArrowheads="1"/>
          </p:cNvSpPr>
          <p:nvPr/>
        </p:nvSpPr>
        <p:spPr bwMode="auto">
          <a:xfrm>
            <a:off x="781177" y="1365250"/>
            <a:ext cx="10246487"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marL="0" lvl="1" algn="just" eaLnBrk="1" hangingPunct="1">
              <a:spcBef>
                <a:spcPct val="0"/>
              </a:spcBef>
              <a:buFontTx/>
              <a:buNone/>
            </a:pPr>
            <a:r>
              <a:rPr lang="ja-JP" altLang="en-GB" sz="3200" dirty="0">
                <a:latin typeface="+mj-lt"/>
              </a:rPr>
              <a:t>“</a:t>
            </a:r>
            <a:r>
              <a:rPr lang="en-GB" altLang="ja-JP" sz="3200" dirty="0">
                <a:latin typeface="+mj-lt"/>
              </a:rPr>
              <a:t>The mission of the International Maritime Organization (IMO) as a United Nations specialized agency it to promote safe, secure, environmentally sound, efficient and sustainable shipping through cooperation.</a:t>
            </a:r>
            <a:r>
              <a:rPr lang="ja-JP" altLang="en-GB" sz="3200" dirty="0">
                <a:latin typeface="+mj-lt"/>
              </a:rPr>
              <a:t>”</a:t>
            </a:r>
            <a:r>
              <a:rPr lang="en-GB" altLang="ja-JP" sz="3200" dirty="0">
                <a:latin typeface="+mj-lt"/>
              </a:rPr>
              <a:t> </a:t>
            </a:r>
          </a:p>
          <a:p>
            <a:pPr marL="0" lvl="1" algn="just" eaLnBrk="1" hangingPunct="1">
              <a:spcBef>
                <a:spcPct val="0"/>
              </a:spcBef>
              <a:buFontTx/>
              <a:buNone/>
            </a:pPr>
            <a:endParaRPr lang="en-GB" altLang="en-US" sz="3200" dirty="0">
              <a:latin typeface="+mj-lt"/>
            </a:endParaRPr>
          </a:p>
          <a:p>
            <a:pPr marL="0" lvl="1" algn="just" eaLnBrk="1" hangingPunct="1">
              <a:spcBef>
                <a:spcPct val="0"/>
              </a:spcBef>
              <a:buFontTx/>
              <a:buNone/>
            </a:pPr>
            <a:endParaRPr lang="en-GB" altLang="en-US" sz="3200" dirty="0">
              <a:latin typeface="+mj-lt"/>
            </a:endParaRPr>
          </a:p>
          <a:p>
            <a:pPr marL="0" lvl="1" algn="just" eaLnBrk="1" hangingPunct="1">
              <a:spcBef>
                <a:spcPct val="0"/>
              </a:spcBef>
              <a:buFontTx/>
              <a:buNone/>
            </a:pPr>
            <a:endParaRPr lang="en-GB" altLang="en-US" sz="3200" dirty="0">
              <a:latin typeface="+mj-lt"/>
            </a:endParaRPr>
          </a:p>
        </p:txBody>
      </p:sp>
    </p:spTree>
    <p:extLst>
      <p:ext uri="{BB962C8B-B14F-4D97-AF65-F5344CB8AC3E}">
        <p14:creationId xmlns:p14="http://schemas.microsoft.com/office/powerpoint/2010/main" val="2339496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5"/>
          <p:cNvSpPr>
            <a:spLocks noChangeArrowheads="1"/>
          </p:cNvSpPr>
          <p:nvPr/>
        </p:nvSpPr>
        <p:spPr bwMode="auto">
          <a:xfrm>
            <a:off x="781177" y="1288076"/>
            <a:ext cx="10383647"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marL="0" lvl="1" algn="just" eaLnBrk="1" hangingPunct="1">
              <a:spcBef>
                <a:spcPct val="0"/>
              </a:spcBef>
              <a:buFontTx/>
              <a:buNone/>
            </a:pPr>
            <a:r>
              <a:rPr lang="ja-JP" altLang="en-GB" sz="3200" dirty="0">
                <a:latin typeface="+mj-lt"/>
              </a:rPr>
              <a:t>“</a:t>
            </a:r>
            <a:r>
              <a:rPr lang="en-GB" altLang="ja-JP" sz="3200" dirty="0">
                <a:latin typeface="+mj-lt"/>
              </a:rPr>
              <a:t>This will be accomplished by adopting the highest practicable standards of maritime safety and security, efficiency of navigation and prevention and control of pollution from ships, as well as through consideration of the related legal matters and effective implementation of IMO’s instruments with a view to their universal and uniform application.</a:t>
            </a:r>
            <a:r>
              <a:rPr lang="ja-JP" altLang="en-GB" sz="3200" dirty="0">
                <a:latin typeface="+mj-lt"/>
              </a:rPr>
              <a:t>”</a:t>
            </a:r>
            <a:endParaRPr lang="en-GB" altLang="ja-JP" sz="3200" dirty="0">
              <a:latin typeface="+mj-lt"/>
            </a:endParaRPr>
          </a:p>
          <a:p>
            <a:pPr marL="0" lvl="1" algn="just" eaLnBrk="1" hangingPunct="1">
              <a:spcBef>
                <a:spcPct val="0"/>
              </a:spcBef>
              <a:buFontTx/>
              <a:buNone/>
            </a:pPr>
            <a:endParaRPr lang="en-GB" altLang="en-US" sz="3200" dirty="0">
              <a:latin typeface="+mj-lt"/>
            </a:endParaRPr>
          </a:p>
          <a:p>
            <a:pPr marL="0" lvl="1" algn="just" eaLnBrk="1" hangingPunct="1">
              <a:spcBef>
                <a:spcPct val="0"/>
              </a:spcBef>
              <a:buFontTx/>
              <a:buNone/>
            </a:pPr>
            <a:endParaRPr lang="en-GB" altLang="en-US" sz="3200" dirty="0">
              <a:latin typeface="+mj-lt"/>
            </a:endParaRPr>
          </a:p>
          <a:p>
            <a:pPr marL="0" lvl="1" algn="just" eaLnBrk="1" hangingPunct="1">
              <a:spcBef>
                <a:spcPct val="0"/>
              </a:spcBef>
              <a:buFontTx/>
              <a:buNone/>
            </a:pPr>
            <a:endParaRPr lang="en-GB" altLang="en-US" sz="3200" dirty="0">
              <a:latin typeface="+mj-lt"/>
            </a:endParaRPr>
          </a:p>
        </p:txBody>
      </p:sp>
      <p:sp>
        <p:nvSpPr>
          <p:cNvPr id="6" name="Title 10">
            <a:extLst/>
          </p:cNvPr>
          <p:cNvSpPr txBox="1">
            <a:spLocks/>
          </p:cNvSpPr>
          <p:nvPr/>
        </p:nvSpPr>
        <p:spPr>
          <a:xfrm>
            <a:off x="219456" y="204643"/>
            <a:ext cx="11704320" cy="561975"/>
          </a:xfrm>
          <a:prstGeom prst="rect">
            <a:avLst/>
          </a:prstGeom>
        </p:spPr>
        <p:txBody>
          <a:bodyPr rtlCol="0">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GB" b="1" dirty="0" smtClean="0"/>
              <a:t>IMO</a:t>
            </a:r>
            <a:endParaRPr lang="en-GB" b="1" dirty="0"/>
          </a:p>
        </p:txBody>
      </p:sp>
    </p:spTree>
    <p:extLst>
      <p:ext uri="{BB962C8B-B14F-4D97-AF65-F5344CB8AC3E}">
        <p14:creationId xmlns:p14="http://schemas.microsoft.com/office/powerpoint/2010/main" val="17847500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548640" y="25538"/>
            <a:ext cx="1090879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IMO HQ – London</a:t>
            </a:r>
          </a:p>
        </p:txBody>
      </p:sp>
      <p:pic>
        <p:nvPicPr>
          <p:cNvPr id="6" name="Picture 5" descr="Full front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500376" y="974725"/>
            <a:ext cx="7202488" cy="5191125"/>
          </a:xfrm>
          <a:prstGeom prst="rect">
            <a:avLst/>
          </a:prstGeom>
        </p:spPr>
      </p:pic>
    </p:spTree>
    <p:extLst>
      <p:ext uri="{BB962C8B-B14F-4D97-AF65-F5344CB8AC3E}">
        <p14:creationId xmlns:p14="http://schemas.microsoft.com/office/powerpoint/2010/main" val="16536110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325880" y="0"/>
            <a:ext cx="9866376"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IMO Organization</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911096" y="1152970"/>
            <a:ext cx="8229600" cy="4683125"/>
          </a:xfrm>
          <a:prstGeom prst="rect">
            <a:avLst/>
          </a:prstGeom>
          <a:noFill/>
        </p:spPr>
      </p:pic>
    </p:spTree>
    <p:extLst>
      <p:ext uri="{BB962C8B-B14F-4D97-AF65-F5344CB8AC3E}">
        <p14:creationId xmlns:p14="http://schemas.microsoft.com/office/powerpoint/2010/main" val="16076191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graphicFrame>
        <p:nvGraphicFramePr>
          <p:cNvPr id="4" name="Content Placeholder 3">
            <a:extLst/>
          </p:cNvPr>
          <p:cNvGraphicFramePr>
            <a:graphicFrameLocks/>
          </p:cNvGraphicFramePr>
          <p:nvPr>
            <p:extLst>
              <p:ext uri="{D42A27DB-BD31-4B8C-83A1-F6EECF244321}">
                <p14:modId xmlns:p14="http://schemas.microsoft.com/office/powerpoint/2010/main" val="2561631597"/>
              </p:ext>
            </p:extLst>
          </p:nvPr>
        </p:nvGraphicFramePr>
        <p:xfrm>
          <a:off x="2219706" y="982135"/>
          <a:ext cx="7759774" cy="48231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2"/>
          <p:cNvSpPr txBox="1">
            <a:spLocks noChangeArrowheads="1"/>
          </p:cNvSpPr>
          <p:nvPr/>
        </p:nvSpPr>
        <p:spPr bwMode="auto">
          <a:xfrm>
            <a:off x="2049971" y="-12269"/>
            <a:ext cx="8280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a:spcBef>
                <a:spcPct val="0"/>
              </a:spcBef>
              <a:buFontTx/>
              <a:buNone/>
            </a:pPr>
            <a:r>
              <a:rPr lang="en-US" altLang="en-US" sz="4000" b="1" dirty="0">
                <a:latin typeface="Tahoma" panose="020B0604030504040204" pitchFamily="34" charset="0"/>
              </a:rPr>
              <a:t>Timeline of </a:t>
            </a:r>
            <a:r>
              <a:rPr lang="en-US" altLang="en-US" sz="4000" b="1" dirty="0" smtClean="0">
                <a:latin typeface="Tahoma" panose="020B0604030504040204" pitchFamily="34" charset="0"/>
              </a:rPr>
              <a:t>Key Events</a:t>
            </a:r>
            <a:endParaRPr lang="en-US" altLang="en-US" sz="4000" b="1" dirty="0">
              <a:latin typeface="Tahoma" panose="020B0604030504040204" pitchFamily="34" charset="0"/>
            </a:endParaRPr>
          </a:p>
        </p:txBody>
      </p:sp>
    </p:spTree>
    <p:extLst>
      <p:ext uri="{BB962C8B-B14F-4D97-AF65-F5344CB8AC3E}">
        <p14:creationId xmlns:p14="http://schemas.microsoft.com/office/powerpoint/2010/main" val="1316559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197864" y="49724"/>
            <a:ext cx="998524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Key Conventions</a:t>
            </a:r>
          </a:p>
        </p:txBody>
      </p:sp>
      <p:sp>
        <p:nvSpPr>
          <p:cNvPr id="6" name="Content Placeholder 2">
            <a:extLst/>
          </p:cNvPr>
          <p:cNvSpPr txBox="1">
            <a:spLocks/>
          </p:cNvSpPr>
          <p:nvPr/>
        </p:nvSpPr>
        <p:spPr>
          <a:xfrm>
            <a:off x="731520" y="1342749"/>
            <a:ext cx="10369296"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GB" dirty="0" smtClean="0"/>
              <a:t>The United Nations Convention on the Law of the Sea (UNCLOS)</a:t>
            </a:r>
          </a:p>
          <a:p>
            <a:pPr marL="720725" indent="-368300" algn="just">
              <a:buFont typeface="Arial" charset="0"/>
              <a:buChar char="•"/>
              <a:defRPr/>
            </a:pPr>
            <a:r>
              <a:rPr lang="en-GB" dirty="0" smtClean="0"/>
              <a:t>Establishes rules governing all uses of the oceans and their resources.</a:t>
            </a:r>
          </a:p>
          <a:p>
            <a:pPr marL="720725" indent="-368300" algn="just">
              <a:buFont typeface="Arial" charset="0"/>
              <a:buChar char="•"/>
              <a:defRPr/>
            </a:pPr>
            <a:endParaRPr lang="en-GB" dirty="0" smtClean="0"/>
          </a:p>
          <a:p>
            <a:pPr marL="720725" indent="-720725" algn="just">
              <a:buFont typeface="Arial" charset="0"/>
              <a:buNone/>
              <a:defRPr/>
            </a:pPr>
            <a:r>
              <a:rPr lang="en-GB" dirty="0" smtClean="0"/>
              <a:t>Safety of Life at Sea (SOLAS)</a:t>
            </a:r>
          </a:p>
          <a:p>
            <a:pPr marL="720725" indent="-368300" algn="just">
              <a:buFont typeface="Arial" charset="0"/>
              <a:buChar char="•"/>
              <a:defRPr/>
            </a:pPr>
            <a:r>
              <a:rPr lang="en-GB" dirty="0" smtClean="0"/>
              <a:t>Specifies minimum standards for the construction, equipment and operation of ships, compatible with their safety.</a:t>
            </a:r>
            <a:endParaRPr lang="en-GB" dirty="0"/>
          </a:p>
        </p:txBody>
      </p:sp>
    </p:spTree>
    <p:extLst>
      <p:ext uri="{BB962C8B-B14F-4D97-AF65-F5344CB8AC3E}">
        <p14:creationId xmlns:p14="http://schemas.microsoft.com/office/powerpoint/2010/main" val="33339266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Content Placeholder 2">
            <a:extLst/>
          </p:cNvPr>
          <p:cNvSpPr txBox="1">
            <a:spLocks/>
          </p:cNvSpPr>
          <p:nvPr/>
        </p:nvSpPr>
        <p:spPr>
          <a:xfrm>
            <a:off x="804672" y="1160187"/>
            <a:ext cx="1024128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GB" dirty="0" smtClean="0"/>
              <a:t>International Convention for the Prevention of Pollution from Ships, 1973/78 (MARPOL)</a:t>
            </a:r>
          </a:p>
          <a:p>
            <a:pPr marL="720725" indent="-368300" algn="just">
              <a:buFont typeface="Arial" charset="0"/>
              <a:buChar char="•"/>
              <a:defRPr/>
            </a:pPr>
            <a:r>
              <a:rPr lang="en-GB" dirty="0" smtClean="0"/>
              <a:t>to prevent pollution of the marine environment by ships from operational or accidental causes.</a:t>
            </a:r>
          </a:p>
          <a:p>
            <a:pPr marL="720725" indent="-368300" algn="just">
              <a:buFont typeface="Arial" charset="0"/>
              <a:buChar char="•"/>
              <a:defRPr/>
            </a:pPr>
            <a:endParaRPr lang="en-GB" dirty="0" smtClean="0"/>
          </a:p>
          <a:p>
            <a:pPr marL="0" indent="0" algn="just">
              <a:buFont typeface="Arial" charset="0"/>
              <a:buNone/>
              <a:defRPr/>
            </a:pPr>
            <a:r>
              <a:rPr lang="en-GB" dirty="0" smtClean="0"/>
              <a:t>International Convention on Oil Pollution Preparedness, Response and Cooperation, 1990 (OPRC)</a:t>
            </a:r>
          </a:p>
          <a:p>
            <a:pPr marL="720725" indent="-368300" algn="just">
              <a:buFont typeface="Arial" charset="0"/>
              <a:buChar char="•"/>
              <a:defRPr/>
            </a:pPr>
            <a:r>
              <a:rPr lang="en-GB" dirty="0" smtClean="0"/>
              <a:t>to establish measures to combat major incidents or threat of marine pollution.</a:t>
            </a:r>
            <a:endParaRPr lang="en-GB" dirty="0"/>
          </a:p>
        </p:txBody>
      </p:sp>
      <p:sp>
        <p:nvSpPr>
          <p:cNvPr id="6" name="Title 1"/>
          <p:cNvSpPr txBox="1">
            <a:spLocks/>
          </p:cNvSpPr>
          <p:nvPr/>
        </p:nvSpPr>
        <p:spPr>
          <a:xfrm>
            <a:off x="1197864" y="49724"/>
            <a:ext cx="998524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Key Conventions</a:t>
            </a:r>
          </a:p>
        </p:txBody>
      </p:sp>
    </p:spTree>
    <p:extLst>
      <p:ext uri="{BB962C8B-B14F-4D97-AF65-F5344CB8AC3E}">
        <p14:creationId xmlns:p14="http://schemas.microsoft.com/office/powerpoint/2010/main" val="26075959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768096" y="30884"/>
            <a:ext cx="1078992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MARPOL</a:t>
            </a:r>
          </a:p>
        </p:txBody>
      </p:sp>
      <p:graphicFrame>
        <p:nvGraphicFramePr>
          <p:cNvPr id="6" name="Content Placeholder 4">
            <a:extLst/>
          </p:cNvPr>
          <p:cNvGraphicFramePr>
            <a:graphicFrameLocks/>
          </p:cNvGraphicFramePr>
          <p:nvPr>
            <p:extLst>
              <p:ext uri="{D42A27DB-BD31-4B8C-83A1-F6EECF244321}">
                <p14:modId xmlns:p14="http://schemas.microsoft.com/office/powerpoint/2010/main" val="2118857283"/>
              </p:ext>
            </p:extLst>
          </p:nvPr>
        </p:nvGraphicFramePr>
        <p:xfrm>
          <a:off x="1781302" y="981075"/>
          <a:ext cx="8893175" cy="4906692"/>
        </p:xfrm>
        <a:graphic>
          <a:graphicData uri="http://schemas.openxmlformats.org/drawingml/2006/table">
            <a:tbl>
              <a:tblPr firstRow="1" bandRow="1">
                <a:tableStyleId>{5C22544A-7EE6-4342-B048-85BDC9FD1C3A}</a:tableStyleId>
              </a:tblPr>
              <a:tblGrid>
                <a:gridCol w="1333869">
                  <a:extLst>
                    <a:ext uri="{9D8B030D-6E8A-4147-A177-3AD203B41FA5}">
                      <a16:colId xmlns:a16="http://schemas.microsoft.com/office/drawing/2014/main" val="20000"/>
                    </a:ext>
                  </a:extLst>
                </a:gridCol>
                <a:gridCol w="7559306">
                  <a:extLst>
                    <a:ext uri="{9D8B030D-6E8A-4147-A177-3AD203B41FA5}">
                      <a16:colId xmlns:a16="http://schemas.microsoft.com/office/drawing/2014/main" val="20001"/>
                    </a:ext>
                  </a:extLst>
                </a:gridCol>
              </a:tblGrid>
              <a:tr h="518071">
                <a:tc>
                  <a:txBody>
                    <a:bodyPr/>
                    <a:lstStyle/>
                    <a:p>
                      <a:r>
                        <a:rPr lang="en-GB" sz="2800" dirty="0">
                          <a:solidFill>
                            <a:schemeClr val="bg1"/>
                          </a:solidFill>
                        </a:rPr>
                        <a:t>Annex</a:t>
                      </a:r>
                    </a:p>
                  </a:txBody>
                  <a:tcPr marL="91447" marR="91447" marT="45678" marB="45678"/>
                </a:tc>
                <a:tc>
                  <a:txBody>
                    <a:bodyPr/>
                    <a:lstStyle/>
                    <a:p>
                      <a:r>
                        <a:rPr lang="en-GB" sz="2800" dirty="0"/>
                        <a:t>Description</a:t>
                      </a:r>
                    </a:p>
                  </a:txBody>
                  <a:tcPr marL="91447" marR="91447" marT="45678" marB="45678"/>
                </a:tc>
                <a:extLst>
                  <a:ext uri="{0D108BD9-81ED-4DB2-BD59-A6C34878D82A}">
                    <a16:rowId xmlns:a16="http://schemas.microsoft.com/office/drawing/2014/main" val="10000"/>
                  </a:ext>
                </a:extLst>
              </a:tr>
              <a:tr h="518071">
                <a:tc>
                  <a:txBody>
                    <a:bodyPr/>
                    <a:lstStyle/>
                    <a:p>
                      <a:pPr algn="ctr"/>
                      <a:r>
                        <a:rPr lang="en-GB" sz="2800" dirty="0"/>
                        <a:t>I</a:t>
                      </a:r>
                    </a:p>
                  </a:txBody>
                  <a:tcPr marL="91447" marR="91447" marT="45678" marB="45678"/>
                </a:tc>
                <a:tc>
                  <a:txBody>
                    <a:bodyPr/>
                    <a:lstStyle/>
                    <a:p>
                      <a:r>
                        <a:rPr lang="en-GB" sz="2800" dirty="0"/>
                        <a:t>Regulations for the Prevention of Pollution by Oil</a:t>
                      </a:r>
                    </a:p>
                  </a:txBody>
                  <a:tcPr marL="91447" marR="91447" marT="45678" marB="45678"/>
                </a:tc>
                <a:extLst>
                  <a:ext uri="{0D108BD9-81ED-4DB2-BD59-A6C34878D82A}">
                    <a16:rowId xmlns:a16="http://schemas.microsoft.com/office/drawing/2014/main" val="10001"/>
                  </a:ext>
                </a:extLst>
              </a:tr>
              <a:tr h="944786">
                <a:tc>
                  <a:txBody>
                    <a:bodyPr/>
                    <a:lstStyle/>
                    <a:p>
                      <a:pPr algn="ctr"/>
                      <a:r>
                        <a:rPr lang="en-GB" sz="2800" dirty="0"/>
                        <a:t>II</a:t>
                      </a:r>
                    </a:p>
                  </a:txBody>
                  <a:tcPr marL="91447" marR="91447" marT="45678" marB="45678"/>
                </a:tc>
                <a:tc>
                  <a:txBody>
                    <a:bodyPr/>
                    <a:lstStyle/>
                    <a:p>
                      <a:r>
                        <a:rPr lang="en-GB" sz="2800" dirty="0"/>
                        <a:t>Regulations for the Control of Pollution by Noxious Liquid Substances in Bulk</a:t>
                      </a:r>
                    </a:p>
                  </a:txBody>
                  <a:tcPr marL="91447" marR="91447" marT="45678" marB="45678"/>
                </a:tc>
                <a:extLst>
                  <a:ext uri="{0D108BD9-81ED-4DB2-BD59-A6C34878D82A}">
                    <a16:rowId xmlns:a16="http://schemas.microsoft.com/office/drawing/2014/main" val="10002"/>
                  </a:ext>
                </a:extLst>
              </a:tr>
              <a:tr h="944786">
                <a:tc>
                  <a:txBody>
                    <a:bodyPr/>
                    <a:lstStyle/>
                    <a:p>
                      <a:pPr algn="ctr"/>
                      <a:r>
                        <a:rPr lang="en-GB" sz="2800" dirty="0"/>
                        <a:t>III</a:t>
                      </a:r>
                    </a:p>
                  </a:txBody>
                  <a:tcPr marL="91447" marR="91447" marT="45678" marB="45678"/>
                </a:tc>
                <a:tc>
                  <a:txBody>
                    <a:bodyPr/>
                    <a:lstStyle/>
                    <a:p>
                      <a:r>
                        <a:rPr lang="en-GB" sz="2800" dirty="0"/>
                        <a:t>Prevention of Pollution</a:t>
                      </a:r>
                      <a:r>
                        <a:rPr lang="en-GB" sz="2800" baseline="0" dirty="0"/>
                        <a:t> by Harmful Substances  Carried by Sea in Packaged Form</a:t>
                      </a:r>
                      <a:endParaRPr lang="en-GB" sz="2800" dirty="0"/>
                    </a:p>
                  </a:txBody>
                  <a:tcPr marL="91447" marR="91447" marT="45678" marB="45678"/>
                </a:tc>
                <a:extLst>
                  <a:ext uri="{0D108BD9-81ED-4DB2-BD59-A6C34878D82A}">
                    <a16:rowId xmlns:a16="http://schemas.microsoft.com/office/drawing/2014/main" val="10003"/>
                  </a:ext>
                </a:extLst>
              </a:tr>
              <a:tr h="518071">
                <a:tc>
                  <a:txBody>
                    <a:bodyPr/>
                    <a:lstStyle/>
                    <a:p>
                      <a:pPr algn="ctr"/>
                      <a:r>
                        <a:rPr lang="en-GB" sz="2800" dirty="0"/>
                        <a:t>IV</a:t>
                      </a:r>
                    </a:p>
                  </a:txBody>
                  <a:tcPr marL="91447" marR="91447" marT="45678" marB="45678"/>
                </a:tc>
                <a:tc>
                  <a:txBody>
                    <a:bodyPr/>
                    <a:lstStyle/>
                    <a:p>
                      <a:r>
                        <a:rPr lang="en-GB" sz="2800" dirty="0"/>
                        <a:t>Prevention of Pollution by Sewage from Ships</a:t>
                      </a:r>
                    </a:p>
                  </a:txBody>
                  <a:tcPr marL="91447" marR="91447" marT="45678" marB="45678"/>
                </a:tc>
                <a:extLst>
                  <a:ext uri="{0D108BD9-81ED-4DB2-BD59-A6C34878D82A}">
                    <a16:rowId xmlns:a16="http://schemas.microsoft.com/office/drawing/2014/main" val="10004"/>
                  </a:ext>
                </a:extLst>
              </a:tr>
              <a:tr h="518071">
                <a:tc>
                  <a:txBody>
                    <a:bodyPr/>
                    <a:lstStyle/>
                    <a:p>
                      <a:pPr algn="ctr"/>
                      <a:r>
                        <a:rPr lang="en-GB" sz="2800" dirty="0"/>
                        <a:t>V</a:t>
                      </a:r>
                    </a:p>
                  </a:txBody>
                  <a:tcPr marL="91447" marR="91447" marT="45678" marB="45678"/>
                </a:tc>
                <a:tc>
                  <a:txBody>
                    <a:bodyPr/>
                    <a:lstStyle/>
                    <a:p>
                      <a:r>
                        <a:rPr lang="en-GB" sz="2800" dirty="0"/>
                        <a:t>Prevention of Pollution by Garbage from Ships</a:t>
                      </a:r>
                    </a:p>
                  </a:txBody>
                  <a:tcPr marL="91447" marR="91447" marT="45678" marB="45678"/>
                </a:tc>
                <a:extLst>
                  <a:ext uri="{0D108BD9-81ED-4DB2-BD59-A6C34878D82A}">
                    <a16:rowId xmlns:a16="http://schemas.microsoft.com/office/drawing/2014/main" val="10005"/>
                  </a:ext>
                </a:extLst>
              </a:tr>
              <a:tr h="518071">
                <a:tc>
                  <a:txBody>
                    <a:bodyPr/>
                    <a:lstStyle/>
                    <a:p>
                      <a:pPr algn="ctr"/>
                      <a:r>
                        <a:rPr lang="en-GB" sz="2800" dirty="0"/>
                        <a:t>VI</a:t>
                      </a:r>
                    </a:p>
                  </a:txBody>
                  <a:tcPr marL="91447" marR="91447" marT="45678" marB="45678"/>
                </a:tc>
                <a:tc>
                  <a:txBody>
                    <a:bodyPr/>
                    <a:lstStyle/>
                    <a:p>
                      <a:r>
                        <a:rPr lang="en-GB" sz="2800" dirty="0"/>
                        <a:t>Prevention of Air Pollution from Ships</a:t>
                      </a:r>
                    </a:p>
                  </a:txBody>
                  <a:tcPr marL="91447" marR="91447" marT="45678" marB="45678"/>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57065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133856" y="74214"/>
            <a:ext cx="10250424"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OPRC Convention</a:t>
            </a:r>
          </a:p>
        </p:txBody>
      </p:sp>
      <p:sp>
        <p:nvSpPr>
          <p:cNvPr id="6" name="Content Placeholder 2"/>
          <p:cNvSpPr txBox="1">
            <a:spLocks/>
          </p:cNvSpPr>
          <p:nvPr/>
        </p:nvSpPr>
        <p:spPr>
          <a:xfrm>
            <a:off x="744600" y="1224195"/>
            <a:ext cx="10785984"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lvl="1" indent="-361950" algn="just">
              <a:buClr>
                <a:schemeClr val="tx1"/>
              </a:buClr>
            </a:pPr>
            <a:r>
              <a:rPr lang="en-GB" altLang="en-US" sz="3200" dirty="0" smtClean="0"/>
              <a:t>Global framework for international cooperation in combating major incidents or threat of marine pollution</a:t>
            </a:r>
          </a:p>
          <a:p>
            <a:pPr marL="361950" lvl="1" indent="-361950" algn="just">
              <a:buClr>
                <a:schemeClr val="tx1"/>
              </a:buClr>
            </a:pPr>
            <a:endParaRPr lang="en-GB" altLang="en-US" sz="3200" dirty="0" smtClean="0"/>
          </a:p>
          <a:p>
            <a:pPr marL="361950" lvl="1" indent="-361950" algn="just">
              <a:buClr>
                <a:schemeClr val="tx1"/>
              </a:buClr>
            </a:pPr>
            <a:r>
              <a:rPr lang="en-GB" altLang="en-US" sz="3200" dirty="0" smtClean="0"/>
              <a:t>Parties to establish measures to deal with pollution incidents either nationally or in cooperation with other countries</a:t>
            </a:r>
          </a:p>
          <a:p>
            <a:pPr marL="361950" lvl="1" indent="-361950" algn="just">
              <a:buClr>
                <a:schemeClr val="tx1"/>
              </a:buClr>
            </a:pPr>
            <a:endParaRPr lang="en-GB" altLang="en-US" sz="3200" dirty="0" smtClean="0"/>
          </a:p>
          <a:p>
            <a:pPr marL="361950" lvl="1" indent="-361950" algn="just">
              <a:buClr>
                <a:schemeClr val="tx1"/>
              </a:buClr>
            </a:pPr>
            <a:r>
              <a:rPr lang="en-GB" altLang="en-US" sz="3200" dirty="0" smtClean="0"/>
              <a:t>Entered into force on 13 May 1995</a:t>
            </a:r>
          </a:p>
        </p:txBody>
      </p:sp>
    </p:spTree>
    <p:extLst>
      <p:ext uri="{BB962C8B-B14F-4D97-AF65-F5344CB8AC3E}">
        <p14:creationId xmlns:p14="http://schemas.microsoft.com/office/powerpoint/2010/main" val="31178422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548640" y="49724"/>
            <a:ext cx="1095451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OPRC Convention</a:t>
            </a:r>
          </a:p>
        </p:txBody>
      </p:sp>
      <p:sp>
        <p:nvSpPr>
          <p:cNvPr id="6" name="Content Placeholder 2">
            <a:extLst/>
          </p:cNvPr>
          <p:cNvSpPr txBox="1">
            <a:spLocks/>
          </p:cNvSpPr>
          <p:nvPr/>
        </p:nvSpPr>
        <p:spPr>
          <a:xfrm>
            <a:off x="864108" y="1160187"/>
            <a:ext cx="9934956"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gn="just">
              <a:buClr>
                <a:schemeClr val="tx1"/>
              </a:buClr>
              <a:buFont typeface="Arial" charset="0"/>
              <a:buNone/>
              <a:defRPr/>
            </a:pPr>
            <a:r>
              <a:rPr lang="en-GB" sz="2800" dirty="0" smtClean="0">
                <a:latin typeface="+mj-lt"/>
              </a:rPr>
              <a:t>These measures are to include:</a:t>
            </a:r>
          </a:p>
          <a:p>
            <a:pPr marL="1120775" lvl="2" indent="-368300" algn="just">
              <a:buClr>
                <a:schemeClr val="tx1"/>
              </a:buClr>
              <a:defRPr/>
            </a:pPr>
            <a:r>
              <a:rPr lang="en-GB" sz="2800" dirty="0" smtClean="0">
                <a:latin typeface="+mj-lt"/>
              </a:rPr>
              <a:t>Oil pollution emergency plans</a:t>
            </a:r>
          </a:p>
          <a:p>
            <a:pPr marL="1120775" lvl="2" indent="-368300" algn="just">
              <a:buClr>
                <a:schemeClr val="tx1"/>
              </a:buClr>
              <a:defRPr/>
            </a:pPr>
            <a:r>
              <a:rPr lang="en-GB" sz="2800" dirty="0" smtClean="0">
                <a:latin typeface="+mj-lt"/>
              </a:rPr>
              <a:t>Reporting procedures and actions</a:t>
            </a:r>
          </a:p>
          <a:p>
            <a:pPr marL="1120775" lvl="2" indent="-368300" algn="just">
              <a:buClr>
                <a:schemeClr val="tx1"/>
              </a:buClr>
              <a:defRPr/>
            </a:pPr>
            <a:r>
              <a:rPr lang="en-GB" sz="2800" dirty="0" smtClean="0">
                <a:latin typeface="+mj-lt"/>
              </a:rPr>
              <a:t>In cooperation with the oil and shipping industries, port authorities and any other relevant entities, establish:</a:t>
            </a:r>
          </a:p>
          <a:p>
            <a:pPr marL="1577975" lvl="3" indent="-368300" algn="just">
              <a:buClr>
                <a:schemeClr val="tx1"/>
              </a:buClr>
              <a:defRPr/>
            </a:pPr>
            <a:r>
              <a:rPr lang="en-GB" sz="2400" dirty="0" smtClean="0">
                <a:latin typeface="+mj-lt"/>
              </a:rPr>
              <a:t>Response equipment</a:t>
            </a:r>
          </a:p>
          <a:p>
            <a:pPr marL="1577975" lvl="3" indent="-368300" algn="just">
              <a:buClr>
                <a:schemeClr val="tx1"/>
              </a:buClr>
              <a:defRPr/>
            </a:pPr>
            <a:r>
              <a:rPr lang="en-GB" sz="2400" dirty="0" smtClean="0">
                <a:latin typeface="+mj-lt"/>
              </a:rPr>
              <a:t>Exercises</a:t>
            </a:r>
          </a:p>
          <a:p>
            <a:pPr marL="1577975" lvl="3" indent="-368300" algn="just">
              <a:buClr>
                <a:schemeClr val="tx1"/>
              </a:buClr>
              <a:defRPr/>
            </a:pPr>
            <a:r>
              <a:rPr lang="en-GB" sz="2400" dirty="0" smtClean="0">
                <a:latin typeface="+mj-lt"/>
              </a:rPr>
              <a:t>Training</a:t>
            </a:r>
          </a:p>
          <a:p>
            <a:pPr marL="1577975" lvl="3" indent="-368300" algn="just">
              <a:buClr>
                <a:schemeClr val="tx1"/>
              </a:buClr>
              <a:defRPr/>
            </a:pPr>
            <a:r>
              <a:rPr lang="en-GB" sz="2400" dirty="0" smtClean="0">
                <a:latin typeface="+mj-lt"/>
              </a:rPr>
              <a:t>Communications</a:t>
            </a:r>
          </a:p>
          <a:p>
            <a:pPr marL="1577975" lvl="3" indent="-368300" algn="just">
              <a:buClr>
                <a:schemeClr val="tx1"/>
              </a:buClr>
              <a:defRPr/>
            </a:pPr>
            <a:r>
              <a:rPr lang="en-GB" sz="2400" dirty="0" smtClean="0">
                <a:latin typeface="+mj-lt"/>
              </a:rPr>
              <a:t>Response</a:t>
            </a:r>
            <a:endParaRPr lang="en-GB" sz="2400" dirty="0">
              <a:latin typeface="+mj-lt"/>
            </a:endParaRPr>
          </a:p>
        </p:txBody>
      </p:sp>
    </p:spTree>
    <p:extLst>
      <p:ext uri="{BB962C8B-B14F-4D97-AF65-F5344CB8AC3E}">
        <p14:creationId xmlns:p14="http://schemas.microsoft.com/office/powerpoint/2010/main" val="4126293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969264" y="49724"/>
            <a:ext cx="1056132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Key Conventions</a:t>
            </a:r>
          </a:p>
        </p:txBody>
      </p:sp>
      <p:sp>
        <p:nvSpPr>
          <p:cNvPr id="6" name="Content Placeholder 2">
            <a:extLst/>
          </p:cNvPr>
          <p:cNvSpPr txBox="1">
            <a:spLocks/>
          </p:cNvSpPr>
          <p:nvPr/>
        </p:nvSpPr>
        <p:spPr>
          <a:xfrm>
            <a:off x="740664" y="1434189"/>
            <a:ext cx="1033272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GB" dirty="0" smtClean="0"/>
              <a:t>International Convention Relating to Intervention on the High Seas in Cases of Oil Pollution Casualties, 1969 (INTERVENTION)</a:t>
            </a:r>
          </a:p>
          <a:p>
            <a:pPr marL="720725" indent="-368300" algn="just">
              <a:buFont typeface="Arial" charset="0"/>
              <a:buChar char="•"/>
              <a:defRPr/>
            </a:pPr>
            <a:r>
              <a:rPr lang="en-GB" dirty="0" smtClean="0"/>
              <a:t>Affirms the rights of coastal states to take such measures as may be necessary to prevent, mitigate or eliminate danger to its coastline or related interests following a marine casualty.</a:t>
            </a:r>
            <a:endParaRPr lang="en-GB" dirty="0"/>
          </a:p>
        </p:txBody>
      </p:sp>
    </p:spTree>
    <p:extLst>
      <p:ext uri="{BB962C8B-B14F-4D97-AF65-F5344CB8AC3E}">
        <p14:creationId xmlns:p14="http://schemas.microsoft.com/office/powerpoint/2010/main" val="23853787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3"/>
          <p:cNvSpPr txBox="1">
            <a:spLocks/>
          </p:cNvSpPr>
          <p:nvPr/>
        </p:nvSpPr>
        <p:spPr>
          <a:xfrm>
            <a:off x="934771" y="1342749"/>
            <a:ext cx="10310622"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912813">
              <a:spcAft>
                <a:spcPts val="1200"/>
              </a:spcAft>
              <a:buFont typeface="Arial" panose="020B0604020202020204" pitchFamily="34" charset="0"/>
              <a:buNone/>
            </a:pPr>
            <a:r>
              <a:rPr lang="en-GB" altLang="en-US" dirty="0" smtClean="0"/>
              <a:t>Extends State jurisdiction to high seas without affecting principle of freedom of high seas.</a:t>
            </a:r>
          </a:p>
          <a:p>
            <a:pPr marL="0" indent="0" algn="just" defTabSz="912813">
              <a:spcAft>
                <a:spcPts val="1200"/>
              </a:spcAft>
              <a:buFont typeface="Arial" panose="020B0604020202020204" pitchFamily="34" charset="0"/>
              <a:buNone/>
            </a:pPr>
            <a:r>
              <a:rPr lang="en-GB" altLang="en-US" dirty="0" smtClean="0"/>
              <a:t>Empowers a Contracting Party to take such measures as may be necessary to prevent a pollution threat to its coastline or related interests.</a:t>
            </a:r>
          </a:p>
        </p:txBody>
      </p:sp>
      <p:sp>
        <p:nvSpPr>
          <p:cNvPr id="6" name="Rectangle 2"/>
          <p:cNvSpPr txBox="1">
            <a:spLocks/>
          </p:cNvSpPr>
          <p:nvPr/>
        </p:nvSpPr>
        <p:spPr>
          <a:xfrm>
            <a:off x="1271016" y="14937"/>
            <a:ext cx="10146216"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2813"/>
            <a:r>
              <a:rPr lang="en-GB" altLang="en-US" b="1" dirty="0" smtClean="0"/>
              <a:t>Intervention Convention</a:t>
            </a:r>
          </a:p>
        </p:txBody>
      </p:sp>
    </p:spTree>
    <p:extLst>
      <p:ext uri="{BB962C8B-B14F-4D97-AF65-F5344CB8AC3E}">
        <p14:creationId xmlns:p14="http://schemas.microsoft.com/office/powerpoint/2010/main" val="21556294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3"/>
          <p:cNvSpPr txBox="1">
            <a:spLocks/>
          </p:cNvSpPr>
          <p:nvPr/>
        </p:nvSpPr>
        <p:spPr>
          <a:xfrm>
            <a:off x="882574" y="1122088"/>
            <a:ext cx="10415016" cy="52562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912813">
              <a:lnSpc>
                <a:spcPct val="95000"/>
              </a:lnSpc>
              <a:buFont typeface="Arial" panose="020B0604020202020204" pitchFamily="34" charset="0"/>
              <a:buNone/>
            </a:pPr>
            <a:r>
              <a:rPr lang="ja-JP" altLang="en-GB" dirty="0" smtClean="0"/>
              <a:t>“</a:t>
            </a:r>
            <a:r>
              <a:rPr lang="en-GB" altLang="ja-JP" dirty="0" smtClean="0"/>
              <a:t>Measures</a:t>
            </a:r>
            <a:r>
              <a:rPr lang="ja-JP" altLang="en-GB" dirty="0" smtClean="0"/>
              <a:t>”</a:t>
            </a:r>
            <a:r>
              <a:rPr lang="en-GB" altLang="ja-JP" dirty="0" smtClean="0"/>
              <a:t> are not defined and give State extensive flexibility to take whatever measures it deems appropriate in the circumstances.</a:t>
            </a:r>
          </a:p>
          <a:p>
            <a:pPr marL="0" indent="0" algn="just" defTabSz="912813">
              <a:lnSpc>
                <a:spcPct val="95000"/>
              </a:lnSpc>
              <a:buFont typeface="Arial" panose="020B0604020202020204" pitchFamily="34" charset="0"/>
              <a:buNone/>
            </a:pPr>
            <a:endParaRPr lang="en-GB" altLang="en-US" sz="2400" dirty="0" smtClean="0"/>
          </a:p>
          <a:p>
            <a:pPr marL="0" indent="0" algn="just" defTabSz="912813">
              <a:lnSpc>
                <a:spcPct val="95000"/>
              </a:lnSpc>
              <a:buFont typeface="Arial" panose="020B0604020202020204" pitchFamily="34" charset="0"/>
              <a:buNone/>
            </a:pPr>
            <a:r>
              <a:rPr lang="ja-JP" altLang="en-GB" dirty="0" smtClean="0"/>
              <a:t>“</a:t>
            </a:r>
            <a:r>
              <a:rPr lang="en-GB" altLang="ja-JP" dirty="0" smtClean="0"/>
              <a:t>Related interests</a:t>
            </a:r>
            <a:r>
              <a:rPr lang="ja-JP" altLang="en-GB" dirty="0" smtClean="0"/>
              <a:t>”</a:t>
            </a:r>
            <a:r>
              <a:rPr lang="en-GB" altLang="ja-JP" dirty="0" smtClean="0"/>
              <a:t> are broadly defined and include:</a:t>
            </a:r>
          </a:p>
          <a:p>
            <a:pPr marL="357188" lvl="1" indent="-357188" algn="just" defTabSz="912813">
              <a:lnSpc>
                <a:spcPct val="95000"/>
              </a:lnSpc>
              <a:buSzPct val="75000"/>
            </a:pPr>
            <a:r>
              <a:rPr lang="en-GB" altLang="en-US" sz="3200" dirty="0" smtClean="0"/>
              <a:t>port and fishing activities; tourist attractions; </a:t>
            </a:r>
          </a:p>
          <a:p>
            <a:pPr marL="357188" lvl="1" indent="-357188" algn="just" defTabSz="912813">
              <a:lnSpc>
                <a:spcPct val="95000"/>
              </a:lnSpc>
              <a:buSzPct val="75000"/>
            </a:pPr>
            <a:r>
              <a:rPr lang="en-GB" altLang="en-US" sz="3200" dirty="0" smtClean="0"/>
              <a:t>health of the coastal population; and</a:t>
            </a:r>
          </a:p>
          <a:p>
            <a:pPr marL="357188" lvl="1" indent="-357188" algn="just" defTabSz="912813">
              <a:lnSpc>
                <a:spcPct val="95000"/>
              </a:lnSpc>
              <a:buSzPct val="75000"/>
            </a:pPr>
            <a:r>
              <a:rPr lang="en-GB" altLang="en-US" sz="3200" dirty="0" smtClean="0"/>
              <a:t>conservation of living resources and wildlife.</a:t>
            </a:r>
          </a:p>
        </p:txBody>
      </p:sp>
      <p:sp>
        <p:nvSpPr>
          <p:cNvPr id="6" name="Rectangle 2"/>
          <p:cNvSpPr txBox="1">
            <a:spLocks/>
          </p:cNvSpPr>
          <p:nvPr/>
        </p:nvSpPr>
        <p:spPr>
          <a:xfrm>
            <a:off x="1271016" y="14937"/>
            <a:ext cx="10146216"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2813"/>
            <a:r>
              <a:rPr lang="en-GB" altLang="en-US" b="1" dirty="0" smtClean="0"/>
              <a:t>Intervention Convention</a:t>
            </a:r>
          </a:p>
        </p:txBody>
      </p:sp>
    </p:spTree>
    <p:extLst>
      <p:ext uri="{BB962C8B-B14F-4D97-AF65-F5344CB8AC3E}">
        <p14:creationId xmlns:p14="http://schemas.microsoft.com/office/powerpoint/2010/main" val="16960249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261872" y="49407"/>
            <a:ext cx="1010887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Key Conventions</a:t>
            </a:r>
          </a:p>
        </p:txBody>
      </p:sp>
      <p:sp>
        <p:nvSpPr>
          <p:cNvPr id="6" name="Content Placeholder 2"/>
          <p:cNvSpPr txBox="1">
            <a:spLocks/>
          </p:cNvSpPr>
          <p:nvPr/>
        </p:nvSpPr>
        <p:spPr>
          <a:xfrm>
            <a:off x="809422" y="1273810"/>
            <a:ext cx="10561320"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GB" altLang="en-US" sz="3200" dirty="0"/>
              <a:t>International Convention on Salvage, 1989 (SALVAGE)</a:t>
            </a:r>
          </a:p>
          <a:p>
            <a:pPr lvl="1" algn="just"/>
            <a:r>
              <a:rPr lang="en-GB" altLang="en-US" sz="3200" dirty="0" smtClean="0"/>
              <a:t>Expands the original </a:t>
            </a:r>
            <a:r>
              <a:rPr lang="ja-JP" altLang="en-GB" sz="3200" dirty="0" smtClean="0"/>
              <a:t>“</a:t>
            </a:r>
            <a:r>
              <a:rPr lang="en-GB" altLang="ja-JP" sz="3200" dirty="0" smtClean="0"/>
              <a:t>no cure, no pay</a:t>
            </a:r>
            <a:r>
              <a:rPr lang="ja-JP" altLang="en-GB" sz="3200" dirty="0" smtClean="0"/>
              <a:t>”</a:t>
            </a:r>
            <a:r>
              <a:rPr lang="en-GB" altLang="ja-JP" sz="3200" dirty="0" smtClean="0"/>
              <a:t> principle to provide an enhanced salvage award for preventing or minimizing damage to the environment.</a:t>
            </a:r>
            <a:endParaRPr lang="en-GB" altLang="en-US" sz="3200" dirty="0" smtClean="0"/>
          </a:p>
        </p:txBody>
      </p:sp>
    </p:spTree>
    <p:extLst>
      <p:ext uri="{BB962C8B-B14F-4D97-AF65-F5344CB8AC3E}">
        <p14:creationId xmlns:p14="http://schemas.microsoft.com/office/powerpoint/2010/main" val="12273336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170432" y="49724"/>
            <a:ext cx="974097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Key Conventions</a:t>
            </a:r>
          </a:p>
        </p:txBody>
      </p:sp>
      <p:sp>
        <p:nvSpPr>
          <p:cNvPr id="6" name="Content Placeholder 2">
            <a:extLst/>
          </p:cNvPr>
          <p:cNvSpPr txBox="1">
            <a:spLocks/>
          </p:cNvSpPr>
          <p:nvPr/>
        </p:nvSpPr>
        <p:spPr>
          <a:xfrm>
            <a:off x="731520" y="1200045"/>
            <a:ext cx="10625328"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GB" dirty="0" smtClean="0"/>
              <a:t>International Convention on Civil Liability for Oil Pollution Damage (CLC)</a:t>
            </a:r>
          </a:p>
          <a:p>
            <a:pPr marL="720725" indent="-368300" algn="just">
              <a:buFont typeface="Arial" charset="0"/>
              <a:buChar char="•"/>
              <a:defRPr/>
            </a:pPr>
            <a:r>
              <a:rPr lang="en-GB" dirty="0" smtClean="0"/>
              <a:t>Ensures that adequate compensation is available to persons who suffer oil pollution damage resulting from maritime casualties involving tankers carrying persistent oil cargo;</a:t>
            </a:r>
          </a:p>
          <a:p>
            <a:pPr marL="720725" indent="-368300" algn="just">
              <a:buFont typeface="Arial" charset="0"/>
              <a:buChar char="•"/>
              <a:defRPr/>
            </a:pPr>
            <a:r>
              <a:rPr lang="en-GB" dirty="0" smtClean="0"/>
              <a:t>Places liability for such damage on the owner of the ship from which the polluting oil escaped or was discharged.</a:t>
            </a:r>
            <a:endParaRPr lang="en-GB" dirty="0"/>
          </a:p>
        </p:txBody>
      </p:sp>
    </p:spTree>
    <p:extLst>
      <p:ext uri="{BB962C8B-B14F-4D97-AF65-F5344CB8AC3E}">
        <p14:creationId xmlns:p14="http://schemas.microsoft.com/office/powerpoint/2010/main" val="28520224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179576" y="49724"/>
            <a:ext cx="1016812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Key Conventions</a:t>
            </a:r>
          </a:p>
        </p:txBody>
      </p:sp>
      <p:sp>
        <p:nvSpPr>
          <p:cNvPr id="6" name="Content Placeholder 2">
            <a:extLst/>
          </p:cNvPr>
          <p:cNvSpPr txBox="1">
            <a:spLocks/>
          </p:cNvSpPr>
          <p:nvPr/>
        </p:nvSpPr>
        <p:spPr>
          <a:xfrm>
            <a:off x="822960" y="1342749"/>
            <a:ext cx="10314432"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GB" dirty="0" smtClean="0"/>
              <a:t>International Convention on the Establishment of an International Fund for Compensation for Oil Pollution Damage (FUND)</a:t>
            </a:r>
          </a:p>
          <a:p>
            <a:pPr marL="720725" indent="-368300" algn="just">
              <a:buFont typeface="Arial" charset="0"/>
              <a:buChar char="•"/>
              <a:defRPr/>
            </a:pPr>
            <a:r>
              <a:rPr lang="en-GB" dirty="0" smtClean="0"/>
              <a:t>Establishes an international fund, subscribed to by cargo interests, which provides compensation to the extent that the CLC is inadequate.</a:t>
            </a:r>
          </a:p>
          <a:p>
            <a:pPr marL="1120775" lvl="1" indent="-368300" algn="just">
              <a:buFont typeface="Arial" charset="0"/>
              <a:buChar char="–"/>
              <a:defRPr/>
            </a:pPr>
            <a:endParaRPr lang="en-GB" dirty="0"/>
          </a:p>
        </p:txBody>
      </p:sp>
    </p:spTree>
    <p:extLst>
      <p:ext uri="{BB962C8B-B14F-4D97-AF65-F5344CB8AC3E}">
        <p14:creationId xmlns:p14="http://schemas.microsoft.com/office/powerpoint/2010/main" val="32252924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Content Placeholder 2">
            <a:extLst/>
          </p:cNvPr>
          <p:cNvSpPr txBox="1">
            <a:spLocks/>
          </p:cNvSpPr>
          <p:nvPr/>
        </p:nvSpPr>
        <p:spPr>
          <a:xfrm>
            <a:off x="758952" y="1342749"/>
            <a:ext cx="10268712"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defRPr/>
            </a:pPr>
            <a:r>
              <a:rPr lang="en-GB" smtClean="0"/>
              <a:t>International Convention on Civil Liability for Bunker Oil Pollution Damage (BUNKER) 2001</a:t>
            </a:r>
          </a:p>
          <a:p>
            <a:pPr marL="720725" indent="-368300" algn="just">
              <a:buFont typeface="Arial" charset="0"/>
              <a:buChar char="•"/>
              <a:defRPr/>
            </a:pPr>
            <a:r>
              <a:rPr lang="en-GB" smtClean="0"/>
              <a:t>Ensures that adequate compensation is available to persons who suffer oil pollution damage resulting from bunker oil spilled from a wide range of ships;</a:t>
            </a:r>
          </a:p>
          <a:p>
            <a:pPr marL="720725" indent="-368300" algn="just">
              <a:buFont typeface="Arial" charset="0"/>
              <a:buChar char="•"/>
              <a:defRPr/>
            </a:pPr>
            <a:r>
              <a:rPr lang="en-GB" smtClean="0"/>
              <a:t>Places liability for such damage on the owner of the ship from which the polluting oil escaped or was discharged.</a:t>
            </a:r>
            <a:endParaRPr lang="en-GB" dirty="0"/>
          </a:p>
        </p:txBody>
      </p:sp>
      <p:sp>
        <p:nvSpPr>
          <p:cNvPr id="6" name="Title 1"/>
          <p:cNvSpPr txBox="1">
            <a:spLocks/>
          </p:cNvSpPr>
          <p:nvPr/>
        </p:nvSpPr>
        <p:spPr>
          <a:xfrm>
            <a:off x="1179576" y="49724"/>
            <a:ext cx="1016812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Key Conventions</a:t>
            </a:r>
          </a:p>
        </p:txBody>
      </p:sp>
    </p:spTree>
    <p:extLst>
      <p:ext uri="{BB962C8B-B14F-4D97-AF65-F5344CB8AC3E}">
        <p14:creationId xmlns:p14="http://schemas.microsoft.com/office/powerpoint/2010/main" val="11988038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3"/>
          <p:cNvSpPr txBox="1">
            <a:spLocks/>
          </p:cNvSpPr>
          <p:nvPr/>
        </p:nvSpPr>
        <p:spPr>
          <a:xfrm>
            <a:off x="1005288" y="1304649"/>
            <a:ext cx="10169588" cy="2819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912813">
              <a:lnSpc>
                <a:spcPct val="95000"/>
              </a:lnSpc>
              <a:buFont typeface="Arial" panose="020B0604020202020204" pitchFamily="34" charset="0"/>
              <a:buNone/>
            </a:pPr>
            <a:r>
              <a:rPr lang="en-GB" altLang="en-US" dirty="0" smtClean="0"/>
              <a:t>International conventions need to be implemented in domestic legislation.</a:t>
            </a:r>
          </a:p>
          <a:p>
            <a:pPr marL="0" indent="0" algn="just" defTabSz="912813">
              <a:lnSpc>
                <a:spcPct val="95000"/>
              </a:lnSpc>
              <a:buFont typeface="Arial" panose="020B0604020202020204" pitchFamily="34" charset="0"/>
              <a:buNone/>
            </a:pPr>
            <a:endParaRPr lang="en-GB" altLang="en-US" dirty="0" smtClean="0"/>
          </a:p>
          <a:p>
            <a:pPr marL="0" indent="0" algn="just" defTabSz="912813">
              <a:lnSpc>
                <a:spcPct val="95000"/>
              </a:lnSpc>
              <a:buFont typeface="Arial" panose="020B0604020202020204" pitchFamily="34" charset="0"/>
              <a:buNone/>
            </a:pPr>
            <a:r>
              <a:rPr lang="en-GB" altLang="en-US" dirty="0" smtClean="0"/>
              <a:t>However, domestic legislation may impose further (and more stringent) requirements.  </a:t>
            </a:r>
          </a:p>
        </p:txBody>
      </p:sp>
      <p:sp>
        <p:nvSpPr>
          <p:cNvPr id="6" name="Rectangle 2"/>
          <p:cNvSpPr txBox="1">
            <a:spLocks/>
          </p:cNvSpPr>
          <p:nvPr/>
        </p:nvSpPr>
        <p:spPr>
          <a:xfrm>
            <a:off x="1911096" y="0"/>
            <a:ext cx="822960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2813"/>
            <a:r>
              <a:rPr lang="en-GB" altLang="en-US" b="1" dirty="0" smtClean="0"/>
              <a:t>National Laws</a:t>
            </a:r>
          </a:p>
        </p:txBody>
      </p:sp>
    </p:spTree>
    <p:extLst>
      <p:ext uri="{BB962C8B-B14F-4D97-AF65-F5344CB8AC3E}">
        <p14:creationId xmlns:p14="http://schemas.microsoft.com/office/powerpoint/2010/main" val="13055667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444752" y="49724"/>
            <a:ext cx="952804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b="1" dirty="0" smtClean="0"/>
              <a:t>IMO-Supported </a:t>
            </a:r>
            <a:r>
              <a:rPr lang="en-US" altLang="en-US" b="1" dirty="0"/>
              <a:t>I</a:t>
            </a:r>
            <a:r>
              <a:rPr lang="en-US" altLang="en-US" b="1" dirty="0" smtClean="0"/>
              <a:t>nstitutes</a:t>
            </a:r>
          </a:p>
        </p:txBody>
      </p:sp>
      <p:sp>
        <p:nvSpPr>
          <p:cNvPr id="6" name="Content Placeholder 2"/>
          <p:cNvSpPr txBox="1">
            <a:spLocks/>
          </p:cNvSpPr>
          <p:nvPr/>
        </p:nvSpPr>
        <p:spPr>
          <a:xfrm>
            <a:off x="910006" y="1005268"/>
            <a:ext cx="10360152"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dirty="0" smtClean="0"/>
              <a:t>World Maritime University (WMU) – Sweden</a:t>
            </a:r>
          </a:p>
          <a:p>
            <a:pPr algn="just"/>
            <a:endParaRPr lang="en-US" altLang="en-US" dirty="0" smtClean="0"/>
          </a:p>
          <a:p>
            <a:pPr algn="just"/>
            <a:r>
              <a:rPr lang="en-US" altLang="en-US" dirty="0" smtClean="0"/>
              <a:t>International Maritime Law Institute (IMLI) – Malta</a:t>
            </a:r>
          </a:p>
          <a:p>
            <a:pPr algn="just"/>
            <a:endParaRPr lang="en-US" altLang="en-US" dirty="0" smtClean="0"/>
          </a:p>
          <a:p>
            <a:pPr algn="just"/>
            <a:r>
              <a:rPr lang="en-US" altLang="en-US" dirty="0" smtClean="0"/>
              <a:t>REMPEITC – Carib – Regional Marine Pollution Emergency, Information and Training Centre for the wider Caribbean Region</a:t>
            </a:r>
          </a:p>
          <a:p>
            <a:pPr algn="just"/>
            <a:endParaRPr lang="en-US" altLang="en-US" dirty="0" smtClean="0"/>
          </a:p>
          <a:p>
            <a:pPr algn="just"/>
            <a:r>
              <a:rPr lang="en-US" altLang="en-US" dirty="0" smtClean="0"/>
              <a:t>REMPEC – Regional Marine Pollution Emergency Response Centre for the Mediterranean Sea</a:t>
            </a:r>
          </a:p>
        </p:txBody>
      </p:sp>
    </p:spTree>
    <p:extLst>
      <p:ext uri="{BB962C8B-B14F-4D97-AF65-F5344CB8AC3E}">
        <p14:creationId xmlns:p14="http://schemas.microsoft.com/office/powerpoint/2010/main" val="38074398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097280" y="0"/>
            <a:ext cx="10387584"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b="1" dirty="0" smtClean="0"/>
              <a:t>Regional Agreements</a:t>
            </a:r>
          </a:p>
        </p:txBody>
      </p:sp>
      <p:sp>
        <p:nvSpPr>
          <p:cNvPr id="6" name="Content Placeholder 2"/>
          <p:cNvSpPr txBox="1">
            <a:spLocks/>
          </p:cNvSpPr>
          <p:nvPr/>
        </p:nvSpPr>
        <p:spPr>
          <a:xfrm>
            <a:off x="698754" y="1342749"/>
            <a:ext cx="10639806"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dirty="0" smtClean="0"/>
              <a:t>There are a number of regional government-to-government agreements including bilateral and multilateral. </a:t>
            </a:r>
          </a:p>
          <a:p>
            <a:pPr algn="just"/>
            <a:r>
              <a:rPr lang="en-US" altLang="en-US" dirty="0" smtClean="0"/>
              <a:t>These agreements assist in both preparedness and response to oil spill incidents within their respective areas.</a:t>
            </a:r>
          </a:p>
          <a:p>
            <a:pPr algn="just"/>
            <a:r>
              <a:rPr lang="en-US" altLang="en-US" dirty="0" smtClean="0"/>
              <a:t>They provide a forum for States to exchange concepts, research and information.</a:t>
            </a:r>
          </a:p>
          <a:p>
            <a:pPr algn="just"/>
            <a:r>
              <a:rPr lang="en-US" altLang="en-US" dirty="0" smtClean="0"/>
              <a:t>They allow for regional agreements on cooperation and response to be developed.</a:t>
            </a:r>
          </a:p>
        </p:txBody>
      </p:sp>
    </p:spTree>
    <p:extLst>
      <p:ext uri="{BB962C8B-B14F-4D97-AF65-F5344CB8AC3E}">
        <p14:creationId xmlns:p14="http://schemas.microsoft.com/office/powerpoint/2010/main" val="40767352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380744" y="46832"/>
            <a:ext cx="981151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UNEP Regional Seas Programmes</a:t>
            </a:r>
            <a:endParaRPr lang="en-GB" altLang="en-US" b="1" dirty="0" smtClean="0"/>
          </a:p>
        </p:txBody>
      </p:sp>
      <p:sp>
        <p:nvSpPr>
          <p:cNvPr id="6" name="Content Placeholder 2"/>
          <p:cNvSpPr txBox="1">
            <a:spLocks/>
          </p:cNvSpPr>
          <p:nvPr/>
        </p:nvSpPr>
        <p:spPr>
          <a:xfrm>
            <a:off x="1103998" y="891171"/>
            <a:ext cx="9972167" cy="53625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indent="-352425" algn="just"/>
            <a:r>
              <a:rPr lang="en-GB" altLang="en-US" dirty="0" smtClean="0"/>
              <a:t>Regional Seas Programme launched in 1974</a:t>
            </a:r>
          </a:p>
          <a:p>
            <a:pPr marL="352425" indent="-352425" algn="just"/>
            <a:endParaRPr lang="en-GB" altLang="en-US" dirty="0" smtClean="0"/>
          </a:p>
          <a:p>
            <a:pPr marL="352425" indent="-352425" algn="just"/>
            <a:endParaRPr lang="en-GB" altLang="en-US" dirty="0" smtClean="0"/>
          </a:p>
          <a:p>
            <a:pPr marL="352425" indent="-352425" algn="just"/>
            <a:endParaRPr lang="en-GB" altLang="en-US" dirty="0" smtClean="0"/>
          </a:p>
          <a:p>
            <a:pPr marL="352425" indent="-352425" algn="just"/>
            <a:r>
              <a:rPr lang="en-GB" altLang="en-US" dirty="0" smtClean="0"/>
              <a:t>Aims to address the accelerating degradation of the world’</a:t>
            </a:r>
            <a:r>
              <a:rPr lang="en-GB" altLang="ja-JP" dirty="0" smtClean="0"/>
              <a:t>s oceans and coastal areas</a:t>
            </a:r>
          </a:p>
          <a:p>
            <a:pPr marL="352425" indent="-352425" algn="just"/>
            <a:r>
              <a:rPr lang="en-GB" altLang="en-US" dirty="0" smtClean="0"/>
              <a:t>Created 13 Regional Seas programmes for environmental management to be coordinated and implemented by countries sharing a common body of water</a:t>
            </a:r>
          </a:p>
          <a:p>
            <a:pPr marL="352425" indent="-352425" algn="just"/>
            <a:endParaRPr lang="en-GB" altLang="ja-JP" dirty="0" smtClean="0"/>
          </a:p>
        </p:txBody>
      </p:sp>
      <p:pic>
        <p:nvPicPr>
          <p:cNvPr id="7" name="Picture 6" descr="http://www.uneprisoe.org/upload/unep%20ris%C3%B8/uneplogobi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2262" y="1530414"/>
            <a:ext cx="1081087" cy="125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descr="http://www.cobsea.org/images/Regional_Seas_Button.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7805" y="1776476"/>
            <a:ext cx="16668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36866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Content Placeholder 2"/>
          <p:cNvSpPr txBox="1">
            <a:spLocks/>
          </p:cNvSpPr>
          <p:nvPr/>
        </p:nvSpPr>
        <p:spPr>
          <a:xfrm>
            <a:off x="932688" y="1342750"/>
            <a:ext cx="10058400" cy="52181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indent="-352425" algn="just"/>
            <a:r>
              <a:rPr lang="en-GB" altLang="en-US" dirty="0" smtClean="0"/>
              <a:t>143 countries participate</a:t>
            </a:r>
          </a:p>
          <a:p>
            <a:pPr marL="352425" indent="-352425" algn="just"/>
            <a:r>
              <a:rPr lang="en-GB" altLang="en-US" dirty="0" smtClean="0"/>
              <a:t>5 partner programmes cover the Antarctic, Arctic, Baltic Sea, Caspian Sea and NE Atlantic</a:t>
            </a:r>
          </a:p>
          <a:p>
            <a:pPr marL="352425" indent="-352425" algn="just"/>
            <a:r>
              <a:rPr lang="en-GB" altLang="ja-JP" dirty="0" smtClean="0"/>
              <a:t>Provides regional forums to tackle marine  environmental issues including pollution preparedness and capacity building </a:t>
            </a:r>
          </a:p>
          <a:p>
            <a:pPr marL="352425" indent="-352425" algn="just"/>
            <a:endParaRPr lang="en-GB" altLang="en-US" dirty="0" smtClean="0"/>
          </a:p>
        </p:txBody>
      </p:sp>
      <p:sp>
        <p:nvSpPr>
          <p:cNvPr id="6" name="Title 1"/>
          <p:cNvSpPr txBox="1">
            <a:spLocks/>
          </p:cNvSpPr>
          <p:nvPr/>
        </p:nvSpPr>
        <p:spPr>
          <a:xfrm>
            <a:off x="1380744" y="46832"/>
            <a:ext cx="981151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UNEP Regional Seas Programmes</a:t>
            </a:r>
            <a:endParaRPr lang="en-GB" altLang="en-US" b="1" dirty="0" smtClean="0"/>
          </a:p>
        </p:txBody>
      </p:sp>
    </p:spTree>
    <p:extLst>
      <p:ext uri="{BB962C8B-B14F-4D97-AF65-F5344CB8AC3E}">
        <p14:creationId xmlns:p14="http://schemas.microsoft.com/office/powerpoint/2010/main" val="41716750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2039112" y="84455"/>
            <a:ext cx="8229600"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smtClean="0"/>
              <a:t>UNEP Regional Seas Areas</a:t>
            </a:r>
            <a:endParaRPr lang="en-GB" altLang="en-US" b="1" dirty="0" smtClean="0"/>
          </a:p>
        </p:txBody>
      </p:sp>
      <p:pic>
        <p:nvPicPr>
          <p:cNvPr id="6" name="Picture 4" descr="untitled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20826" y="961073"/>
            <a:ext cx="10006838" cy="5223116"/>
          </a:xfrm>
          <a:prstGeom prst="rect">
            <a:avLst/>
          </a:prstGeom>
          <a:ln>
            <a:solidFill>
              <a:schemeClr val="tx1"/>
            </a:solidFill>
            <a:miter lim="800000"/>
            <a:headEnd/>
            <a:tailEnd/>
          </a:ln>
        </p:spPr>
      </p:pic>
    </p:spTree>
    <p:extLst>
      <p:ext uri="{BB962C8B-B14F-4D97-AF65-F5344CB8AC3E}">
        <p14:creationId xmlns:p14="http://schemas.microsoft.com/office/powerpoint/2010/main" val="39641888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069848" y="0"/>
            <a:ext cx="9902952"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Regional Agreements</a:t>
            </a:r>
            <a:endParaRPr lang="en-GB" altLang="en-US" b="1" dirty="0" smtClean="0"/>
          </a:p>
        </p:txBody>
      </p:sp>
      <p:sp>
        <p:nvSpPr>
          <p:cNvPr id="6" name="Content Placeholder 1">
            <a:extLst/>
          </p:cNvPr>
          <p:cNvSpPr txBox="1">
            <a:spLocks/>
          </p:cNvSpPr>
          <p:nvPr/>
        </p:nvSpPr>
        <p:spPr>
          <a:xfrm>
            <a:off x="699516" y="1342749"/>
            <a:ext cx="10643616"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a:pPr>
            <a:r>
              <a:rPr lang="en-GB" dirty="0" smtClean="0"/>
              <a:t>There are a number of regional agreements in place worldwide.</a:t>
            </a:r>
          </a:p>
          <a:p>
            <a:pPr algn="just">
              <a:defRPr/>
            </a:pPr>
            <a:endParaRPr lang="en-GB" dirty="0" smtClean="0"/>
          </a:p>
          <a:p>
            <a:pPr algn="just">
              <a:defRPr/>
            </a:pPr>
            <a:r>
              <a:rPr lang="en-GB" dirty="0" smtClean="0"/>
              <a:t>One example is the Bonn Agreement which provides a multilateral agreement to countries bordering the North Sea and Western Approaches.</a:t>
            </a:r>
          </a:p>
          <a:p>
            <a:pPr algn="just">
              <a:defRPr/>
            </a:pPr>
            <a:endParaRPr lang="en-GB" dirty="0" smtClean="0"/>
          </a:p>
          <a:p>
            <a:pPr algn="just">
              <a:defRPr/>
            </a:pPr>
            <a:r>
              <a:rPr lang="en-GB" dirty="0" smtClean="0"/>
              <a:t>Within this regional agreement there are a number of specific SAR and Counter Pollution bilateral agreements.</a:t>
            </a:r>
          </a:p>
          <a:p>
            <a:pPr algn="just">
              <a:defRPr/>
            </a:pPr>
            <a:endParaRPr lang="en-GB" dirty="0" smtClean="0"/>
          </a:p>
          <a:p>
            <a:pPr algn="just">
              <a:defRPr/>
            </a:pPr>
            <a:endParaRPr lang="en-GB" dirty="0" smtClean="0"/>
          </a:p>
          <a:p>
            <a:pPr marL="0" indent="0" algn="just">
              <a:buFont typeface="Arial" panose="020B0604020202020204" pitchFamily="34" charset="0"/>
              <a:buNone/>
              <a:defRPr/>
            </a:pPr>
            <a:endParaRPr lang="en-GB" dirty="0"/>
          </a:p>
        </p:txBody>
      </p:sp>
    </p:spTree>
    <p:extLst>
      <p:ext uri="{BB962C8B-B14F-4D97-AF65-F5344CB8AC3E}">
        <p14:creationId xmlns:p14="http://schemas.microsoft.com/office/powerpoint/2010/main" val="254944979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576072" y="15219"/>
            <a:ext cx="10808208"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Regional Agreements</a:t>
            </a:r>
            <a:endParaRPr lang="en-GB" altLang="en-US" b="1" dirty="0" smtClean="0"/>
          </a:p>
        </p:txBody>
      </p:sp>
      <p:pic>
        <p:nvPicPr>
          <p:cNvPr id="6" name="Picture 14" descr="http://www.bonnagreement.org/grfx/bonnmap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4634" y="908050"/>
            <a:ext cx="5724525" cy="537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5" descr="Bonn Logo mac_bearb_v2_RG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8234" y="1152525"/>
            <a:ext cx="24812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p:cNvPr>
          <p:cNvSpPr txBox="1"/>
          <p:nvPr/>
        </p:nvSpPr>
        <p:spPr>
          <a:xfrm>
            <a:off x="8073009" y="2276475"/>
            <a:ext cx="2447925" cy="2554288"/>
          </a:xfrm>
          <a:prstGeom prst="rect">
            <a:avLst/>
          </a:prstGeom>
          <a:noFill/>
        </p:spPr>
        <p:txBody>
          <a:bodyPr>
            <a:spAutoFit/>
          </a:bodyPr>
          <a:lstStyle/>
          <a:p>
            <a:pPr eaLnBrk="1" hangingPunct="1">
              <a:defRPr/>
            </a:pPr>
            <a:r>
              <a:rPr lang="en-GB" sz="3200" dirty="0">
                <a:latin typeface="+mn-lt"/>
                <a:ea typeface="+mn-ea"/>
              </a:rPr>
              <a:t>Established 1969</a:t>
            </a:r>
          </a:p>
          <a:p>
            <a:pPr eaLnBrk="1" hangingPunct="1">
              <a:defRPr/>
            </a:pPr>
            <a:r>
              <a:rPr lang="en-GB" sz="3200" dirty="0">
                <a:latin typeface="+mn-lt"/>
                <a:ea typeface="+mn-ea"/>
              </a:rPr>
              <a:t>Amended</a:t>
            </a:r>
          </a:p>
          <a:p>
            <a:pPr eaLnBrk="1" hangingPunct="1">
              <a:defRPr/>
            </a:pPr>
            <a:r>
              <a:rPr lang="en-GB" sz="3200" dirty="0">
                <a:latin typeface="+mn-lt"/>
                <a:ea typeface="+mn-ea"/>
              </a:rPr>
              <a:t>1983, 1987 and 2001</a:t>
            </a:r>
          </a:p>
        </p:txBody>
      </p:sp>
    </p:spTree>
    <p:extLst>
      <p:ext uri="{BB962C8B-B14F-4D97-AF65-F5344CB8AC3E}">
        <p14:creationId xmlns:p14="http://schemas.microsoft.com/office/powerpoint/2010/main" val="27074330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3"/>
          <p:cNvSpPr txBox="1">
            <a:spLocks/>
          </p:cNvSpPr>
          <p:nvPr/>
        </p:nvSpPr>
        <p:spPr>
          <a:xfrm>
            <a:off x="927354" y="1290411"/>
            <a:ext cx="10274046"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912813">
              <a:spcAft>
                <a:spcPts val="1200"/>
              </a:spcAft>
              <a:buFont typeface="Arial" panose="020B0604020202020204" pitchFamily="34" charset="0"/>
              <a:buNone/>
            </a:pPr>
            <a:r>
              <a:rPr lang="en-GB" altLang="en-US" dirty="0" smtClean="0"/>
              <a:t>Launched jointly by IMO and the oil industry in 1996</a:t>
            </a:r>
          </a:p>
          <a:p>
            <a:pPr marL="0" indent="0" algn="just" defTabSz="912813">
              <a:spcAft>
                <a:spcPts val="1200"/>
              </a:spcAft>
              <a:buFont typeface="Arial" panose="020B0604020202020204" pitchFamily="34" charset="0"/>
              <a:buNone/>
            </a:pPr>
            <a:r>
              <a:rPr lang="en-GB" altLang="en-US" dirty="0" smtClean="0"/>
              <a:t>Jointly led by IMO and IPIECA (the global oil and gas industry association for environmental and social issues)</a:t>
            </a:r>
          </a:p>
          <a:p>
            <a:pPr marL="0" indent="0" algn="just" defTabSz="912813">
              <a:spcAft>
                <a:spcPts val="1200"/>
              </a:spcAft>
              <a:buFont typeface="Arial" panose="020B0604020202020204" pitchFamily="34" charset="0"/>
              <a:buNone/>
            </a:pPr>
            <a:r>
              <a:rPr lang="en-GB" altLang="en-US" dirty="0" smtClean="0"/>
              <a:t>Supported by industry, industry-funded Tier 3  oil spill centres and participation from International Tanker Owners Pollution Federation Limited (ITOPF)</a:t>
            </a:r>
            <a:endParaRPr lang="en-GB" altLang="en-US" dirty="0" smtClean="0"/>
          </a:p>
        </p:txBody>
      </p:sp>
      <p:sp>
        <p:nvSpPr>
          <p:cNvPr id="6" name="Rectangle 2"/>
          <p:cNvSpPr txBox="1">
            <a:spLocks/>
          </p:cNvSpPr>
          <p:nvPr/>
        </p:nvSpPr>
        <p:spPr>
          <a:xfrm>
            <a:off x="1395949" y="49724"/>
            <a:ext cx="9732299"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2813"/>
            <a:r>
              <a:rPr lang="en-GB" altLang="en-US" b="1" dirty="0" smtClean="0"/>
              <a:t>Global Initiative Programme</a:t>
            </a:r>
            <a:endParaRPr lang="en-GB" altLang="en-US" b="1" dirty="0" smtClean="0"/>
          </a:p>
        </p:txBody>
      </p:sp>
    </p:spTree>
    <p:extLst>
      <p:ext uri="{BB962C8B-B14F-4D97-AF65-F5344CB8AC3E}">
        <p14:creationId xmlns:p14="http://schemas.microsoft.com/office/powerpoint/2010/main" val="25740622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
          <p:cNvSpPr txBox="1">
            <a:spLocks/>
          </p:cNvSpPr>
          <p:nvPr/>
        </p:nvSpPr>
        <p:spPr>
          <a:xfrm>
            <a:off x="1664208" y="44595"/>
            <a:ext cx="9043416"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Global Initiative Programme</a:t>
            </a:r>
            <a:endParaRPr lang="en-GB" altLang="en-US" b="1" dirty="0" smtClean="0"/>
          </a:p>
        </p:txBody>
      </p:sp>
      <p:pic>
        <p:nvPicPr>
          <p:cNvPr id="6"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20324" y="1102736"/>
            <a:ext cx="9339516" cy="4939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355157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Rectangle 3"/>
          <p:cNvSpPr txBox="1">
            <a:spLocks/>
          </p:cNvSpPr>
          <p:nvPr/>
        </p:nvSpPr>
        <p:spPr>
          <a:xfrm>
            <a:off x="1018794" y="1246378"/>
            <a:ext cx="10264902" cy="52181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2813">
              <a:spcAft>
                <a:spcPts val="1200"/>
              </a:spcAft>
              <a:buFont typeface="Arial" panose="020B0604020202020204" pitchFamily="34" charset="0"/>
              <a:buNone/>
            </a:pPr>
            <a:r>
              <a:rPr lang="en-GB" altLang="en-US" dirty="0" smtClean="0"/>
              <a:t>GI activities are currently focused on: </a:t>
            </a:r>
          </a:p>
          <a:p>
            <a:pPr defTabSz="912813">
              <a:spcAft>
                <a:spcPts val="1200"/>
              </a:spcAft>
            </a:pPr>
            <a:r>
              <a:rPr lang="en-GB" altLang="en-US" dirty="0" smtClean="0"/>
              <a:t>Caspian, Black Sea and Central Eurasia – OSPRI</a:t>
            </a:r>
          </a:p>
          <a:p>
            <a:pPr defTabSz="912813">
              <a:spcAft>
                <a:spcPts val="1200"/>
              </a:spcAft>
            </a:pPr>
            <a:r>
              <a:rPr lang="en-GB" altLang="en-US" dirty="0" smtClean="0"/>
              <a:t>West and Central Africa – GI WACAF</a:t>
            </a:r>
          </a:p>
          <a:p>
            <a:pPr defTabSz="912813">
              <a:spcAft>
                <a:spcPts val="1200"/>
              </a:spcAft>
            </a:pPr>
            <a:r>
              <a:rPr lang="en-GB" altLang="en-US" dirty="0" smtClean="0"/>
              <a:t>South East Asia – GI SEA</a:t>
            </a:r>
          </a:p>
          <a:p>
            <a:pPr defTabSz="912813">
              <a:spcAft>
                <a:spcPts val="1200"/>
              </a:spcAft>
            </a:pPr>
            <a:r>
              <a:rPr lang="en-GB" altLang="en-US" dirty="0" smtClean="0"/>
              <a:t>China</a:t>
            </a:r>
            <a:endParaRPr lang="en-GB" altLang="en-US" dirty="0" smtClean="0"/>
          </a:p>
        </p:txBody>
      </p:sp>
      <p:sp>
        <p:nvSpPr>
          <p:cNvPr id="6" name="Rectangle 2"/>
          <p:cNvSpPr txBox="1">
            <a:spLocks/>
          </p:cNvSpPr>
          <p:nvPr/>
        </p:nvSpPr>
        <p:spPr>
          <a:xfrm>
            <a:off x="1348188" y="49724"/>
            <a:ext cx="9606324" cy="5619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2813"/>
            <a:r>
              <a:rPr lang="en-GB" altLang="en-US" b="1" dirty="0" smtClean="0"/>
              <a:t>Global Initiative Programme</a:t>
            </a:r>
            <a:endParaRPr lang="en-GB" altLang="en-US" b="1" dirty="0" smtClean="0"/>
          </a:p>
        </p:txBody>
      </p:sp>
    </p:spTree>
    <p:extLst>
      <p:ext uri="{BB962C8B-B14F-4D97-AF65-F5344CB8AC3E}">
        <p14:creationId xmlns:p14="http://schemas.microsoft.com/office/powerpoint/2010/main" val="332869623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 name="Title 10">
            <a:extLst/>
          </p:cNvPr>
          <p:cNvSpPr txBox="1">
            <a:spLocks/>
          </p:cNvSpPr>
          <p:nvPr/>
        </p:nvSpPr>
        <p:spPr>
          <a:xfrm>
            <a:off x="1060705" y="204643"/>
            <a:ext cx="9930542" cy="561975"/>
          </a:xfrm>
          <a:prstGeom prst="rect">
            <a:avLst/>
          </a:prstGeom>
        </p:spPr>
        <p:txBody>
          <a:bodyPr rtlCol="0">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GB" b="1" dirty="0" smtClean="0"/>
              <a:t>Summary</a:t>
            </a:r>
            <a:endParaRPr lang="en-GB" b="1" dirty="0"/>
          </a:p>
        </p:txBody>
      </p:sp>
      <p:sp>
        <p:nvSpPr>
          <p:cNvPr id="6" name="Rectangle 5">
            <a:extLst/>
          </p:cNvPr>
          <p:cNvSpPr/>
          <p:nvPr/>
        </p:nvSpPr>
        <p:spPr>
          <a:xfrm>
            <a:off x="669050" y="1447546"/>
            <a:ext cx="10870677" cy="3046413"/>
          </a:xfrm>
          <a:prstGeom prst="rect">
            <a:avLst/>
          </a:prstGeom>
        </p:spPr>
        <p:txBody>
          <a:bodyPr wrap="square">
            <a:spAutoFit/>
          </a:bodyPr>
          <a:lstStyle/>
          <a:p>
            <a:pPr algn="just" eaLnBrk="1" hangingPunct="1">
              <a:buFont typeface="Arial" charset="0"/>
              <a:buNone/>
              <a:defRPr/>
            </a:pPr>
            <a:r>
              <a:rPr lang="en-GB" sz="3200" dirty="0">
                <a:latin typeface="+mn-lt"/>
                <a:ea typeface="+mn-ea"/>
              </a:rPr>
              <a:t>We have considered the key international conventions that apply to oil spill response.</a:t>
            </a:r>
          </a:p>
          <a:p>
            <a:pPr algn="just" eaLnBrk="1" hangingPunct="1">
              <a:buFont typeface="Arial" charset="0"/>
              <a:buNone/>
              <a:defRPr/>
            </a:pPr>
            <a:endParaRPr lang="en-GB" sz="3200" dirty="0">
              <a:latin typeface="+mn-lt"/>
              <a:ea typeface="+mn-ea"/>
            </a:endParaRPr>
          </a:p>
          <a:p>
            <a:pPr algn="just" eaLnBrk="1" hangingPunct="1">
              <a:buFont typeface="Arial" charset="0"/>
              <a:buNone/>
              <a:defRPr/>
            </a:pPr>
            <a:r>
              <a:rPr lang="en-GB" sz="3200" dirty="0">
                <a:latin typeface="+mn-lt"/>
                <a:ea typeface="+mn-ea"/>
              </a:rPr>
              <a:t>We have looked at the relevant regional frameworks and regional capacity-building projects/initiatives that exist around the world. </a:t>
            </a:r>
          </a:p>
        </p:txBody>
      </p:sp>
    </p:spTree>
    <p:extLst>
      <p:ext uri="{BB962C8B-B14F-4D97-AF65-F5344CB8AC3E}">
        <p14:creationId xmlns:p14="http://schemas.microsoft.com/office/powerpoint/2010/main" val="102518642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0" y="6378300"/>
            <a:ext cx="12192000"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7" name="Rectangle 6"/>
          <p:cNvSpPr/>
          <p:nvPr/>
        </p:nvSpPr>
        <p:spPr>
          <a:xfrm>
            <a:off x="810490" y="2385956"/>
            <a:ext cx="10571019" cy="1938992"/>
          </a:xfrm>
          <a:prstGeom prst="rect">
            <a:avLst/>
          </a:prstGeom>
        </p:spPr>
        <p:txBody>
          <a:bodyPr wrap="square">
            <a:spAutoFit/>
          </a:bodyPr>
          <a:lstStyle/>
          <a:p>
            <a:pPr algn="ctr">
              <a:spcBef>
                <a:spcPct val="50000"/>
              </a:spcBef>
              <a:defRPr/>
            </a:pPr>
            <a:r>
              <a:rPr lang="en-US" altLang="en-US" sz="4000" b="1" dirty="0">
                <a:ln w="0"/>
                <a:latin typeface="Tahoma" panose="020B0604030504040204" pitchFamily="34" charset="0"/>
                <a:ea typeface="Tahoma" panose="020B0604030504040204" pitchFamily="34" charset="0"/>
                <a:cs typeface="Tahoma" panose="020B0604030504040204" pitchFamily="34" charset="0"/>
              </a:rPr>
              <a:t/>
            </a:r>
            <a:br>
              <a:rPr lang="en-US" altLang="en-US" sz="4000" b="1" dirty="0">
                <a:ln w="0"/>
                <a:latin typeface="Tahoma" panose="020B0604030504040204" pitchFamily="34" charset="0"/>
                <a:ea typeface="Tahoma" panose="020B0604030504040204" pitchFamily="34" charset="0"/>
                <a:cs typeface="Tahoma" panose="020B0604030504040204" pitchFamily="34" charset="0"/>
              </a:rPr>
            </a:br>
            <a:r>
              <a:rPr lang="en-GB" sz="4000" b="1" dirty="0">
                <a:ln w="0"/>
                <a:latin typeface="Tahoma" panose="020B0604030504040204" pitchFamily="34" charset="0"/>
                <a:ea typeface="Tahoma" panose="020B0604030504040204" pitchFamily="34" charset="0"/>
                <a:cs typeface="Tahoma" panose="020B0604030504040204" pitchFamily="34" charset="0"/>
              </a:rPr>
              <a:t>Any questions?</a:t>
            </a:r>
          </a:p>
          <a:p>
            <a:pPr lvl="1">
              <a:spcBef>
                <a:spcPct val="0"/>
              </a:spcBef>
            </a:pPr>
            <a:endParaRPr lang="en-GB" altLang="en-US" sz="4000" b="1" dirty="0">
              <a:ln w="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02832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Tahoma"/>
        <a:ea typeface=""/>
        <a:cs typeface="Tahoma"/>
      </a:majorFont>
      <a:minorFont>
        <a:latin typeface="Tahoma"/>
        <a:ea typeface=""/>
        <a:cs typeface="Taho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371</TotalTime>
  <Words>1721</Words>
  <Application>Microsoft Office PowerPoint</Application>
  <PresentationFormat>Widescreen</PresentationFormat>
  <Paragraphs>231</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MS PGothic</vt:lpstr>
      <vt:lpstr>Arial</vt:lpstr>
      <vt:lpstr>Calibri</vt:lpstr>
      <vt:lpstr>inherit</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 Mohammad Muktadar</dc:creator>
  <cp:lastModifiedBy>Sajith, Sadanandan </cp:lastModifiedBy>
  <cp:revision>156</cp:revision>
  <dcterms:created xsi:type="dcterms:W3CDTF">2024-09-27T05:40:49Z</dcterms:created>
  <dcterms:modified xsi:type="dcterms:W3CDTF">2025-05-29T10:31:16Z</dcterms:modified>
</cp:coreProperties>
</file>