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56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2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2131" y="5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e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6.wmf"/><Relationship Id="rId7" Type="http://schemas.openxmlformats.org/officeDocument/2006/relationships/image" Target="../media/image11.wmf"/><Relationship Id="rId2" Type="http://schemas.openxmlformats.org/officeDocument/2006/relationships/image" Target="../media/image3.wmf"/><Relationship Id="rId1" Type="http://schemas.openxmlformats.org/officeDocument/2006/relationships/image" Target="../media/image8.wmf"/><Relationship Id="rId6" Type="http://schemas.openxmlformats.org/officeDocument/2006/relationships/image" Target="../media/image2.wmf"/><Relationship Id="rId5" Type="http://schemas.openxmlformats.org/officeDocument/2006/relationships/image" Target="../media/image7.wmf"/><Relationship Id="rId10" Type="http://schemas.openxmlformats.org/officeDocument/2006/relationships/image" Target="../media/image9.wmf"/><Relationship Id="rId4" Type="http://schemas.openxmlformats.org/officeDocument/2006/relationships/image" Target="../media/image10.wmf"/><Relationship Id="rId9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9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DFC03-46FB-460E-8049-6DE0BF2FFC3C}" type="datetimeFigureOut">
              <a:rPr lang="en-GB" smtClean="0"/>
              <a:pPr/>
              <a:t>06/03/2019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9E0BA-3B58-496A-8C00-80DC03A97B4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7.bin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5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7.wmf"/><Relationship Id="rId34" Type="http://schemas.openxmlformats.org/officeDocument/2006/relationships/oleObject" Target="../embeddings/oleObject2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2.jpeg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4.bin"/><Relationship Id="rId33" Type="http://schemas.openxmlformats.org/officeDocument/2006/relationships/image" Target="../media/image11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.wmf"/><Relationship Id="rId20" Type="http://schemas.openxmlformats.org/officeDocument/2006/relationships/oleObject" Target="../embeddings/oleObject11.bin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6.bin"/><Relationship Id="rId24" Type="http://schemas.openxmlformats.org/officeDocument/2006/relationships/oleObject" Target="../embeddings/oleObject13.bin"/><Relationship Id="rId32" Type="http://schemas.openxmlformats.org/officeDocument/2006/relationships/oleObject" Target="../embeddings/oleObject19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8.bin"/><Relationship Id="rId23" Type="http://schemas.openxmlformats.org/officeDocument/2006/relationships/image" Target="../media/image8.wmf"/><Relationship Id="rId28" Type="http://schemas.openxmlformats.org/officeDocument/2006/relationships/oleObject" Target="../embeddings/oleObject16.bin"/><Relationship Id="rId10" Type="http://schemas.openxmlformats.org/officeDocument/2006/relationships/image" Target="../media/image3.wmf"/><Relationship Id="rId19" Type="http://schemas.openxmlformats.org/officeDocument/2006/relationships/image" Target="../media/image6.wmf"/><Relationship Id="rId31" Type="http://schemas.openxmlformats.org/officeDocument/2006/relationships/image" Target="../media/image10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4.wmf"/><Relationship Id="rId22" Type="http://schemas.openxmlformats.org/officeDocument/2006/relationships/oleObject" Target="../embeddings/oleObject12.bin"/><Relationship Id="rId27" Type="http://schemas.openxmlformats.org/officeDocument/2006/relationships/image" Target="../media/image9.wmf"/><Relationship Id="rId30" Type="http://schemas.openxmlformats.org/officeDocument/2006/relationships/oleObject" Target="../embeddings/oleObject18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4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12.jpeg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.wmf"/><Relationship Id="rId22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Contingency </a:t>
            </a:r>
            <a:r>
              <a:rPr lang="en-GB" dirty="0" smtClean="0"/>
              <a:t>planning </a:t>
            </a:r>
            <a:r>
              <a:rPr lang="en-GB" dirty="0"/>
              <a:t>e</a:t>
            </a:r>
            <a:r>
              <a:rPr lang="en-GB" dirty="0" smtClean="0"/>
              <a:t>xercise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/>
              <a:t>    </a:t>
            </a:r>
            <a:r>
              <a:rPr lang="en-GB" sz="3600" dirty="0"/>
              <a:t>The chart is of a fictitious area. Within this area are many economic and environmentally sensitive areas. Your task is to: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/>
              <a:t>Identify the resources at risk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/>
              <a:t>Prioritize the </a:t>
            </a:r>
            <a:r>
              <a:rPr lang="en-GB" dirty="0" smtClean="0"/>
              <a:t>at-risk </a:t>
            </a:r>
            <a:r>
              <a:rPr lang="en-GB" dirty="0"/>
              <a:t>resources for protection</a:t>
            </a:r>
          </a:p>
          <a:p>
            <a:pPr marL="514350" indent="-514350">
              <a:buNone/>
            </a:pPr>
            <a:endParaRPr lang="en-GB" dirty="0"/>
          </a:p>
          <a:p>
            <a:pPr marL="514350" indent="-514350">
              <a:buNone/>
            </a:pPr>
            <a:r>
              <a:rPr lang="en-GB" dirty="0"/>
              <a:t>Be prepared to justify your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229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Acrobat Document" r:id="rId3" imgW="32099220" imgH="22707420" progId="AcroExch.Document.7">
                  <p:embed/>
                </p:oleObj>
              </mc:Choice>
              <mc:Fallback>
                <p:oleObj name="Acrobat Document" r:id="rId3" imgW="32099220" imgH="22707420" progId="AcroExch.Document.7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229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7812360" y="6093296"/>
            <a:ext cx="720000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8676456" y="1700808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CorelDRAW" r:id="rId5" imgW="579600" imgH="579600" progId="">
                  <p:embed/>
                </p:oleObj>
              </mc:Choice>
              <mc:Fallback>
                <p:oleObj name="CorelDRAW" r:id="rId5" imgW="579600" imgH="579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6456" y="1700808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611560" y="2204864"/>
          <a:ext cx="2889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CorelDRAW" r:id="rId7" imgW="579600" imgH="579600" progId="">
                  <p:embed/>
                </p:oleObj>
              </mc:Choice>
              <mc:Fallback>
                <p:oleObj name="CorelDRAW" r:id="rId7" imgW="579600" imgH="5796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04864"/>
                        <a:ext cx="2889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5868144" y="621383"/>
          <a:ext cx="2889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CorelDRAW" r:id="rId8" imgW="579600" imgH="579600" progId="">
                  <p:embed/>
                </p:oleObj>
              </mc:Choice>
              <mc:Fallback>
                <p:oleObj name="CorelDRAW" r:id="rId8" imgW="579600" imgH="5796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21383"/>
                        <a:ext cx="2889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3563888" y="3573016"/>
          <a:ext cx="288031" cy="28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CorelDRAW" r:id="rId9" imgW="562680" imgH="562680" progId="">
                  <p:embed/>
                </p:oleObj>
              </mc:Choice>
              <mc:Fallback>
                <p:oleObj name="CorelDRAW" r:id="rId9" imgW="562680" imgH="5626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573016"/>
                        <a:ext cx="288031" cy="288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1403648" y="4293096"/>
          <a:ext cx="28733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CorelDRAW" r:id="rId11" imgW="562680" imgH="562680" progId="">
                  <p:embed/>
                </p:oleObj>
              </mc:Choice>
              <mc:Fallback>
                <p:oleObj name="CorelDRAW" r:id="rId11" imgW="562680" imgH="5626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293096"/>
                        <a:ext cx="28733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7236296" y="3032956"/>
            <a:ext cx="288032" cy="288032"/>
            <a:chOff x="3563888" y="3861048"/>
            <a:chExt cx="288032" cy="288032"/>
          </a:xfrm>
        </p:grpSpPr>
        <p:pic>
          <p:nvPicPr>
            <p:cNvPr id="1033" name="Picture 9" descr="C:\Users\RTatner\Documents\TRAINING\OSTC Model\Training Material\Exercises\07 Palmalfi\Turtle.jp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599892" y="3897052"/>
              <a:ext cx="216023" cy="185364"/>
            </a:xfrm>
            <a:prstGeom prst="rect">
              <a:avLst/>
            </a:prstGeom>
            <a:noFill/>
          </p:spPr>
        </p:pic>
        <p:sp>
          <p:nvSpPr>
            <p:cNvPr id="17" name="Oval 16"/>
            <p:cNvSpPr/>
            <p:nvPr/>
          </p:nvSpPr>
          <p:spPr>
            <a:xfrm>
              <a:off x="3563888" y="3861048"/>
              <a:ext cx="288032" cy="28803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768244" y="2348880"/>
            <a:ext cx="288032" cy="288032"/>
            <a:chOff x="3563888" y="3861048"/>
            <a:chExt cx="288032" cy="288032"/>
          </a:xfrm>
        </p:grpSpPr>
        <p:pic>
          <p:nvPicPr>
            <p:cNvPr id="20" name="Picture 9" descr="C:\Users\RTatner\Documents\TRAINING\OSTC Model\Training Material\Exercises\07 Palmalfi\Turtle.jp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599892" y="3897052"/>
              <a:ext cx="216023" cy="185364"/>
            </a:xfrm>
            <a:prstGeom prst="rect">
              <a:avLst/>
            </a:prstGeom>
            <a:noFill/>
          </p:spPr>
        </p:pic>
        <p:sp>
          <p:nvSpPr>
            <p:cNvPr id="21" name="Oval 20"/>
            <p:cNvSpPr/>
            <p:nvPr/>
          </p:nvSpPr>
          <p:spPr>
            <a:xfrm>
              <a:off x="3563888" y="3861048"/>
              <a:ext cx="288032" cy="28803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6768244" y="2780928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CorelDRAW" r:id="rId13" imgW="562320" imgH="562320" progId="">
                  <p:embed/>
                </p:oleObj>
              </mc:Choice>
              <mc:Fallback>
                <p:oleObj name="CorelDRAW" r:id="rId13" imgW="562320" imgH="56232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244" y="2780928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8064388" y="5949280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CorelDRAW" r:id="rId15" imgW="587160" imgH="587160" progId="">
                  <p:embed/>
                </p:oleObj>
              </mc:Choice>
              <mc:Fallback>
                <p:oleObj name="CorelDRAW" r:id="rId15" imgW="587160" imgH="58716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388" y="5949280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8244408" y="4401108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CorelDRAW" r:id="rId17" imgW="587160" imgH="587160" progId="">
                  <p:embed/>
                </p:oleObj>
              </mc:Choice>
              <mc:Fallback>
                <p:oleObj name="CorelDRAW" r:id="rId17" imgW="587160" imgH="58716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408" y="4401108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3455876" y="3104964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name="CorelDRAW" r:id="rId18" imgW="561240" imgH="561240" progId="">
                  <p:embed/>
                </p:oleObj>
              </mc:Choice>
              <mc:Fallback>
                <p:oleObj name="CorelDRAW" r:id="rId18" imgW="561240" imgH="56124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876" y="3104964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15"/>
          <p:cNvGraphicFramePr>
            <a:graphicFrameLocks noChangeAspect="1"/>
          </p:cNvGraphicFramePr>
          <p:nvPr/>
        </p:nvGraphicFramePr>
        <p:xfrm>
          <a:off x="1871700" y="5157192"/>
          <a:ext cx="28733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CorelDRAW" r:id="rId20" imgW="575280" imgH="575280" progId="">
                  <p:embed/>
                </p:oleObj>
              </mc:Choice>
              <mc:Fallback>
                <p:oleObj name="CorelDRAW" r:id="rId20" imgW="575280" imgH="57528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700" y="5157192"/>
                        <a:ext cx="28733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6565"/>
          <p:cNvGrpSpPr>
            <a:grpSpLocks/>
          </p:cNvGrpSpPr>
          <p:nvPr/>
        </p:nvGrpSpPr>
        <p:grpSpPr bwMode="auto">
          <a:xfrm>
            <a:off x="1655676" y="3789040"/>
            <a:ext cx="324036" cy="288032"/>
            <a:chOff x="685" y="1837"/>
            <a:chExt cx="380" cy="357"/>
          </a:xfrm>
        </p:grpSpPr>
        <p:graphicFrame>
          <p:nvGraphicFramePr>
            <p:cNvPr id="30" name="Object 6566"/>
            <p:cNvGraphicFramePr>
              <a:graphicFrameLocks noChangeAspect="1"/>
            </p:cNvGraphicFramePr>
            <p:nvPr/>
          </p:nvGraphicFramePr>
          <p:xfrm>
            <a:off x="685" y="1837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4" name="CorelDRAW" r:id="rId22" imgW="603720" imgH="566280" progId="">
                    <p:embed/>
                  </p:oleObj>
                </mc:Choice>
                <mc:Fallback>
                  <p:oleObj name="CorelDRAW" r:id="rId22" imgW="603720" imgH="566280" progId="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1837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Oval 6567"/>
            <p:cNvSpPr>
              <a:spLocks noChangeArrowheads="1"/>
            </p:cNvSpPr>
            <p:nvPr/>
          </p:nvSpPr>
          <p:spPr bwMode="auto">
            <a:xfrm>
              <a:off x="719" y="1885"/>
              <a:ext cx="290" cy="27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2" name="Group 6568"/>
            <p:cNvGrpSpPr>
              <a:grpSpLocks/>
            </p:cNvGrpSpPr>
            <p:nvPr/>
          </p:nvGrpSpPr>
          <p:grpSpPr bwMode="auto">
            <a:xfrm>
              <a:off x="736" y="1923"/>
              <a:ext cx="267" cy="149"/>
              <a:chOff x="1113" y="2598"/>
              <a:chExt cx="653" cy="415"/>
            </a:xfrm>
          </p:grpSpPr>
          <p:sp>
            <p:nvSpPr>
              <p:cNvPr id="33" name="Freeform 6569"/>
              <p:cNvSpPr>
                <a:spLocks/>
              </p:cNvSpPr>
              <p:nvPr/>
            </p:nvSpPr>
            <p:spPr bwMode="auto">
              <a:xfrm>
                <a:off x="1139" y="2749"/>
                <a:ext cx="627" cy="264"/>
              </a:xfrm>
              <a:custGeom>
                <a:avLst/>
                <a:gdLst/>
                <a:ahLst/>
                <a:cxnLst>
                  <a:cxn ang="0">
                    <a:pos x="98" y="79"/>
                  </a:cxn>
                  <a:cxn ang="0">
                    <a:pos x="121" y="79"/>
                  </a:cxn>
                  <a:cxn ang="0">
                    <a:pos x="110" y="67"/>
                  </a:cxn>
                  <a:cxn ang="0">
                    <a:pos x="106" y="69"/>
                  </a:cxn>
                  <a:cxn ang="0">
                    <a:pos x="104" y="74"/>
                  </a:cxn>
                  <a:cxn ang="0">
                    <a:pos x="104" y="79"/>
                  </a:cxn>
                  <a:cxn ang="0">
                    <a:pos x="98" y="76"/>
                  </a:cxn>
                  <a:cxn ang="0">
                    <a:pos x="98" y="70"/>
                  </a:cxn>
                  <a:cxn ang="0">
                    <a:pos x="101" y="65"/>
                  </a:cxn>
                  <a:cxn ang="0">
                    <a:pos x="104" y="62"/>
                  </a:cxn>
                  <a:cxn ang="0">
                    <a:pos x="110" y="60"/>
                  </a:cxn>
                  <a:cxn ang="0">
                    <a:pos x="121" y="60"/>
                  </a:cxn>
                  <a:cxn ang="0">
                    <a:pos x="125" y="56"/>
                  </a:cxn>
                  <a:cxn ang="0">
                    <a:pos x="145" y="50"/>
                  </a:cxn>
                  <a:cxn ang="0">
                    <a:pos x="150" y="56"/>
                  </a:cxn>
                  <a:cxn ang="0">
                    <a:pos x="182" y="68"/>
                  </a:cxn>
                  <a:cxn ang="0">
                    <a:pos x="190" y="79"/>
                  </a:cxn>
                  <a:cxn ang="0">
                    <a:pos x="194" y="44"/>
                  </a:cxn>
                  <a:cxn ang="0">
                    <a:pos x="214" y="79"/>
                  </a:cxn>
                  <a:cxn ang="0">
                    <a:pos x="218" y="44"/>
                  </a:cxn>
                  <a:cxn ang="0">
                    <a:pos x="236" y="79"/>
                  </a:cxn>
                  <a:cxn ang="0">
                    <a:pos x="230" y="73"/>
                  </a:cxn>
                  <a:cxn ang="0">
                    <a:pos x="267" y="62"/>
                  </a:cxn>
                  <a:cxn ang="0">
                    <a:pos x="259" y="73"/>
                  </a:cxn>
                  <a:cxn ang="0">
                    <a:pos x="301" y="79"/>
                  </a:cxn>
                  <a:cxn ang="0">
                    <a:pos x="363" y="194"/>
                  </a:cxn>
                  <a:cxn ang="0">
                    <a:pos x="424" y="194"/>
                  </a:cxn>
                  <a:cxn ang="0">
                    <a:pos x="485" y="194"/>
                  </a:cxn>
                  <a:cxn ang="0">
                    <a:pos x="517" y="0"/>
                  </a:cxn>
                  <a:cxn ang="0">
                    <a:pos x="532" y="0"/>
                  </a:cxn>
                  <a:cxn ang="0">
                    <a:pos x="561" y="226"/>
                  </a:cxn>
                  <a:cxn ang="0">
                    <a:pos x="626" y="263"/>
                  </a:cxn>
                  <a:cxn ang="0">
                    <a:pos x="41" y="245"/>
                  </a:cxn>
                  <a:cxn ang="0">
                    <a:pos x="29" y="263"/>
                  </a:cxn>
                  <a:cxn ang="0">
                    <a:pos x="27" y="245"/>
                  </a:cxn>
                  <a:cxn ang="0">
                    <a:pos x="15" y="263"/>
                  </a:cxn>
                  <a:cxn ang="0">
                    <a:pos x="0" y="224"/>
                  </a:cxn>
                  <a:cxn ang="0">
                    <a:pos x="62" y="79"/>
                  </a:cxn>
                </a:cxnLst>
                <a:rect l="0" t="0" r="r" b="b"/>
                <a:pathLst>
                  <a:path w="627" h="264">
                    <a:moveTo>
                      <a:pt x="62" y="79"/>
                    </a:moveTo>
                    <a:lnTo>
                      <a:pt x="98" y="79"/>
                    </a:lnTo>
                    <a:lnTo>
                      <a:pt x="104" y="79"/>
                    </a:lnTo>
                    <a:lnTo>
                      <a:pt x="121" y="79"/>
                    </a:lnTo>
                    <a:lnTo>
                      <a:pt x="121" y="67"/>
                    </a:lnTo>
                    <a:lnTo>
                      <a:pt x="110" y="67"/>
                    </a:lnTo>
                    <a:lnTo>
                      <a:pt x="108" y="68"/>
                    </a:lnTo>
                    <a:lnTo>
                      <a:pt x="106" y="69"/>
                    </a:lnTo>
                    <a:lnTo>
                      <a:pt x="104" y="72"/>
                    </a:lnTo>
                    <a:lnTo>
                      <a:pt x="104" y="74"/>
                    </a:lnTo>
                    <a:lnTo>
                      <a:pt x="104" y="77"/>
                    </a:lnTo>
                    <a:lnTo>
                      <a:pt x="104" y="79"/>
                    </a:lnTo>
                    <a:lnTo>
                      <a:pt x="98" y="79"/>
                    </a:lnTo>
                    <a:lnTo>
                      <a:pt x="98" y="76"/>
                    </a:lnTo>
                    <a:lnTo>
                      <a:pt x="98" y="73"/>
                    </a:lnTo>
                    <a:lnTo>
                      <a:pt x="98" y="70"/>
                    </a:lnTo>
                    <a:lnTo>
                      <a:pt x="100" y="67"/>
                    </a:lnTo>
                    <a:lnTo>
                      <a:pt x="101" y="65"/>
                    </a:lnTo>
                    <a:lnTo>
                      <a:pt x="103" y="63"/>
                    </a:lnTo>
                    <a:lnTo>
                      <a:pt x="104" y="62"/>
                    </a:lnTo>
                    <a:lnTo>
                      <a:pt x="107" y="60"/>
                    </a:lnTo>
                    <a:lnTo>
                      <a:pt x="110" y="60"/>
                    </a:lnTo>
                    <a:lnTo>
                      <a:pt x="113" y="60"/>
                    </a:lnTo>
                    <a:lnTo>
                      <a:pt x="121" y="60"/>
                    </a:lnTo>
                    <a:lnTo>
                      <a:pt x="121" y="56"/>
                    </a:lnTo>
                    <a:lnTo>
                      <a:pt x="125" y="56"/>
                    </a:lnTo>
                    <a:lnTo>
                      <a:pt x="125" y="50"/>
                    </a:lnTo>
                    <a:lnTo>
                      <a:pt x="145" y="50"/>
                    </a:lnTo>
                    <a:lnTo>
                      <a:pt x="145" y="56"/>
                    </a:lnTo>
                    <a:lnTo>
                      <a:pt x="150" y="56"/>
                    </a:lnTo>
                    <a:lnTo>
                      <a:pt x="150" y="68"/>
                    </a:lnTo>
                    <a:lnTo>
                      <a:pt x="182" y="68"/>
                    </a:lnTo>
                    <a:lnTo>
                      <a:pt x="182" y="79"/>
                    </a:lnTo>
                    <a:lnTo>
                      <a:pt x="190" y="79"/>
                    </a:lnTo>
                    <a:lnTo>
                      <a:pt x="190" y="44"/>
                    </a:lnTo>
                    <a:lnTo>
                      <a:pt x="194" y="44"/>
                    </a:lnTo>
                    <a:lnTo>
                      <a:pt x="194" y="79"/>
                    </a:lnTo>
                    <a:lnTo>
                      <a:pt x="214" y="79"/>
                    </a:lnTo>
                    <a:lnTo>
                      <a:pt x="214" y="44"/>
                    </a:lnTo>
                    <a:lnTo>
                      <a:pt x="218" y="44"/>
                    </a:lnTo>
                    <a:lnTo>
                      <a:pt x="218" y="79"/>
                    </a:lnTo>
                    <a:lnTo>
                      <a:pt x="236" y="79"/>
                    </a:lnTo>
                    <a:lnTo>
                      <a:pt x="236" y="73"/>
                    </a:lnTo>
                    <a:lnTo>
                      <a:pt x="230" y="73"/>
                    </a:lnTo>
                    <a:lnTo>
                      <a:pt x="230" y="62"/>
                    </a:lnTo>
                    <a:lnTo>
                      <a:pt x="267" y="62"/>
                    </a:lnTo>
                    <a:lnTo>
                      <a:pt x="267" y="73"/>
                    </a:lnTo>
                    <a:lnTo>
                      <a:pt x="259" y="73"/>
                    </a:lnTo>
                    <a:lnTo>
                      <a:pt x="259" y="79"/>
                    </a:lnTo>
                    <a:lnTo>
                      <a:pt x="301" y="79"/>
                    </a:lnTo>
                    <a:lnTo>
                      <a:pt x="301" y="147"/>
                    </a:lnTo>
                    <a:lnTo>
                      <a:pt x="363" y="194"/>
                    </a:lnTo>
                    <a:lnTo>
                      <a:pt x="364" y="150"/>
                    </a:lnTo>
                    <a:lnTo>
                      <a:pt x="424" y="194"/>
                    </a:lnTo>
                    <a:lnTo>
                      <a:pt x="425" y="149"/>
                    </a:lnTo>
                    <a:lnTo>
                      <a:pt x="485" y="194"/>
                    </a:lnTo>
                    <a:lnTo>
                      <a:pt x="493" y="0"/>
                    </a:lnTo>
                    <a:lnTo>
                      <a:pt x="517" y="0"/>
                    </a:lnTo>
                    <a:lnTo>
                      <a:pt x="523" y="247"/>
                    </a:lnTo>
                    <a:lnTo>
                      <a:pt x="532" y="0"/>
                    </a:lnTo>
                    <a:lnTo>
                      <a:pt x="554" y="0"/>
                    </a:lnTo>
                    <a:lnTo>
                      <a:pt x="561" y="226"/>
                    </a:lnTo>
                    <a:lnTo>
                      <a:pt x="626" y="226"/>
                    </a:lnTo>
                    <a:lnTo>
                      <a:pt x="626" y="263"/>
                    </a:lnTo>
                    <a:lnTo>
                      <a:pt x="41" y="263"/>
                    </a:lnTo>
                    <a:lnTo>
                      <a:pt x="41" y="245"/>
                    </a:lnTo>
                    <a:lnTo>
                      <a:pt x="29" y="245"/>
                    </a:lnTo>
                    <a:lnTo>
                      <a:pt x="29" y="263"/>
                    </a:lnTo>
                    <a:lnTo>
                      <a:pt x="27" y="263"/>
                    </a:lnTo>
                    <a:lnTo>
                      <a:pt x="27" y="245"/>
                    </a:lnTo>
                    <a:lnTo>
                      <a:pt x="15" y="245"/>
                    </a:lnTo>
                    <a:lnTo>
                      <a:pt x="15" y="263"/>
                    </a:lnTo>
                    <a:lnTo>
                      <a:pt x="0" y="263"/>
                    </a:lnTo>
                    <a:lnTo>
                      <a:pt x="0" y="224"/>
                    </a:lnTo>
                    <a:lnTo>
                      <a:pt x="62" y="224"/>
                    </a:lnTo>
                    <a:lnTo>
                      <a:pt x="62" y="79"/>
                    </a:lnTo>
                  </a:path>
                </a:pathLst>
              </a:custGeom>
              <a:solidFill>
                <a:srgbClr val="212121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6570"/>
              <p:cNvSpPr>
                <a:spLocks/>
              </p:cNvSpPr>
              <p:nvPr/>
            </p:nvSpPr>
            <p:spPr bwMode="auto">
              <a:xfrm>
                <a:off x="1113" y="2598"/>
                <a:ext cx="554" cy="129"/>
              </a:xfrm>
              <a:custGeom>
                <a:avLst/>
                <a:gdLst/>
                <a:ahLst/>
                <a:cxnLst>
                  <a:cxn ang="0">
                    <a:pos x="289" y="18"/>
                  </a:cxn>
                  <a:cxn ang="0">
                    <a:pos x="260" y="23"/>
                  </a:cxn>
                  <a:cxn ang="0">
                    <a:pos x="240" y="33"/>
                  </a:cxn>
                  <a:cxn ang="0">
                    <a:pos x="220" y="18"/>
                  </a:cxn>
                  <a:cxn ang="0">
                    <a:pos x="187" y="21"/>
                  </a:cxn>
                  <a:cxn ang="0">
                    <a:pos x="143" y="36"/>
                  </a:cxn>
                  <a:cxn ang="0">
                    <a:pos x="130" y="36"/>
                  </a:cxn>
                  <a:cxn ang="0">
                    <a:pos x="116" y="20"/>
                  </a:cxn>
                  <a:cxn ang="0">
                    <a:pos x="90" y="24"/>
                  </a:cxn>
                  <a:cxn ang="0">
                    <a:pos x="74" y="14"/>
                  </a:cxn>
                  <a:cxn ang="0">
                    <a:pos x="50" y="27"/>
                  </a:cxn>
                  <a:cxn ang="0">
                    <a:pos x="33" y="16"/>
                  </a:cxn>
                  <a:cxn ang="0">
                    <a:pos x="10" y="24"/>
                  </a:cxn>
                  <a:cxn ang="0">
                    <a:pos x="0" y="36"/>
                  </a:cxn>
                  <a:cxn ang="0">
                    <a:pos x="16" y="39"/>
                  </a:cxn>
                  <a:cxn ang="0">
                    <a:pos x="35" y="50"/>
                  </a:cxn>
                  <a:cxn ang="0">
                    <a:pos x="52" y="44"/>
                  </a:cxn>
                  <a:cxn ang="0">
                    <a:pos x="74" y="52"/>
                  </a:cxn>
                  <a:cxn ang="0">
                    <a:pos x="94" y="58"/>
                  </a:cxn>
                  <a:cxn ang="0">
                    <a:pos x="112" y="90"/>
                  </a:cxn>
                  <a:cxn ang="0">
                    <a:pos x="141" y="84"/>
                  </a:cxn>
                  <a:cxn ang="0">
                    <a:pos x="154" y="86"/>
                  </a:cxn>
                  <a:cxn ang="0">
                    <a:pos x="180" y="92"/>
                  </a:cxn>
                  <a:cxn ang="0">
                    <a:pos x="189" y="71"/>
                  </a:cxn>
                  <a:cxn ang="0">
                    <a:pos x="211" y="90"/>
                  </a:cxn>
                  <a:cxn ang="0">
                    <a:pos x="242" y="86"/>
                  </a:cxn>
                  <a:cxn ang="0">
                    <a:pos x="259" y="106"/>
                  </a:cxn>
                  <a:cxn ang="0">
                    <a:pos x="280" y="96"/>
                  </a:cxn>
                  <a:cxn ang="0">
                    <a:pos x="307" y="109"/>
                  </a:cxn>
                  <a:cxn ang="0">
                    <a:pos x="339" y="125"/>
                  </a:cxn>
                  <a:cxn ang="0">
                    <a:pos x="358" y="122"/>
                  </a:cxn>
                  <a:cxn ang="0">
                    <a:pos x="378" y="111"/>
                  </a:cxn>
                  <a:cxn ang="0">
                    <a:pos x="394" y="125"/>
                  </a:cxn>
                  <a:cxn ang="0">
                    <a:pos x="413" y="126"/>
                  </a:cxn>
                  <a:cxn ang="0">
                    <a:pos x="430" y="112"/>
                  </a:cxn>
                  <a:cxn ang="0">
                    <a:pos x="447" y="111"/>
                  </a:cxn>
                  <a:cxn ang="0">
                    <a:pos x="461" y="107"/>
                  </a:cxn>
                  <a:cxn ang="0">
                    <a:pos x="486" y="121"/>
                  </a:cxn>
                  <a:cxn ang="0">
                    <a:pos x="492" y="110"/>
                  </a:cxn>
                  <a:cxn ang="0">
                    <a:pos x="478" y="89"/>
                  </a:cxn>
                  <a:cxn ang="0">
                    <a:pos x="468" y="75"/>
                  </a:cxn>
                  <a:cxn ang="0">
                    <a:pos x="491" y="85"/>
                  </a:cxn>
                  <a:cxn ang="0">
                    <a:pos x="508" y="99"/>
                  </a:cxn>
                  <a:cxn ang="0">
                    <a:pos x="529" y="119"/>
                  </a:cxn>
                  <a:cxn ang="0">
                    <a:pos x="550" y="122"/>
                  </a:cxn>
                  <a:cxn ang="0">
                    <a:pos x="549" y="101"/>
                  </a:cxn>
                  <a:cxn ang="0">
                    <a:pos x="539" y="70"/>
                  </a:cxn>
                  <a:cxn ang="0">
                    <a:pos x="518" y="51"/>
                  </a:cxn>
                  <a:cxn ang="0">
                    <a:pos x="488" y="23"/>
                  </a:cxn>
                  <a:cxn ang="0">
                    <a:pos x="474" y="17"/>
                  </a:cxn>
                  <a:cxn ang="0">
                    <a:pos x="453" y="19"/>
                  </a:cxn>
                  <a:cxn ang="0">
                    <a:pos x="428" y="28"/>
                  </a:cxn>
                  <a:cxn ang="0">
                    <a:pos x="405" y="19"/>
                  </a:cxn>
                  <a:cxn ang="0">
                    <a:pos x="395" y="12"/>
                  </a:cxn>
                  <a:cxn ang="0">
                    <a:pos x="375" y="23"/>
                  </a:cxn>
                  <a:cxn ang="0">
                    <a:pos x="337" y="24"/>
                  </a:cxn>
                  <a:cxn ang="0">
                    <a:pos x="320" y="10"/>
                  </a:cxn>
                </a:cxnLst>
                <a:rect l="0" t="0" r="r" b="b"/>
                <a:pathLst>
                  <a:path w="554" h="129">
                    <a:moveTo>
                      <a:pt x="302" y="0"/>
                    </a:moveTo>
                    <a:lnTo>
                      <a:pt x="297" y="7"/>
                    </a:lnTo>
                    <a:lnTo>
                      <a:pt x="289" y="18"/>
                    </a:lnTo>
                    <a:lnTo>
                      <a:pt x="281" y="21"/>
                    </a:lnTo>
                    <a:lnTo>
                      <a:pt x="268" y="20"/>
                    </a:lnTo>
                    <a:lnTo>
                      <a:pt x="260" y="23"/>
                    </a:lnTo>
                    <a:lnTo>
                      <a:pt x="253" y="21"/>
                    </a:lnTo>
                    <a:lnTo>
                      <a:pt x="243" y="23"/>
                    </a:lnTo>
                    <a:lnTo>
                      <a:pt x="240" y="33"/>
                    </a:lnTo>
                    <a:lnTo>
                      <a:pt x="232" y="37"/>
                    </a:lnTo>
                    <a:lnTo>
                      <a:pt x="225" y="30"/>
                    </a:lnTo>
                    <a:lnTo>
                      <a:pt x="220" y="18"/>
                    </a:lnTo>
                    <a:lnTo>
                      <a:pt x="211" y="14"/>
                    </a:lnTo>
                    <a:lnTo>
                      <a:pt x="209" y="15"/>
                    </a:lnTo>
                    <a:lnTo>
                      <a:pt x="187" y="21"/>
                    </a:lnTo>
                    <a:lnTo>
                      <a:pt x="161" y="27"/>
                    </a:lnTo>
                    <a:lnTo>
                      <a:pt x="152" y="36"/>
                    </a:lnTo>
                    <a:lnTo>
                      <a:pt x="143" y="36"/>
                    </a:lnTo>
                    <a:lnTo>
                      <a:pt x="142" y="35"/>
                    </a:lnTo>
                    <a:lnTo>
                      <a:pt x="138" y="40"/>
                    </a:lnTo>
                    <a:lnTo>
                      <a:pt x="130" y="36"/>
                    </a:lnTo>
                    <a:lnTo>
                      <a:pt x="127" y="32"/>
                    </a:lnTo>
                    <a:lnTo>
                      <a:pt x="119" y="28"/>
                    </a:lnTo>
                    <a:lnTo>
                      <a:pt x="116" y="20"/>
                    </a:lnTo>
                    <a:lnTo>
                      <a:pt x="106" y="14"/>
                    </a:lnTo>
                    <a:lnTo>
                      <a:pt x="98" y="20"/>
                    </a:lnTo>
                    <a:lnTo>
                      <a:pt x="90" y="24"/>
                    </a:lnTo>
                    <a:lnTo>
                      <a:pt x="86" y="23"/>
                    </a:lnTo>
                    <a:lnTo>
                      <a:pt x="82" y="14"/>
                    </a:lnTo>
                    <a:lnTo>
                      <a:pt x="74" y="14"/>
                    </a:lnTo>
                    <a:lnTo>
                      <a:pt x="65" y="25"/>
                    </a:lnTo>
                    <a:lnTo>
                      <a:pt x="59" y="27"/>
                    </a:lnTo>
                    <a:lnTo>
                      <a:pt x="50" y="27"/>
                    </a:lnTo>
                    <a:lnTo>
                      <a:pt x="43" y="15"/>
                    </a:lnTo>
                    <a:lnTo>
                      <a:pt x="40" y="16"/>
                    </a:lnTo>
                    <a:lnTo>
                      <a:pt x="33" y="16"/>
                    </a:lnTo>
                    <a:lnTo>
                      <a:pt x="19" y="16"/>
                    </a:lnTo>
                    <a:lnTo>
                      <a:pt x="19" y="25"/>
                    </a:lnTo>
                    <a:lnTo>
                      <a:pt x="10" y="24"/>
                    </a:lnTo>
                    <a:lnTo>
                      <a:pt x="8" y="23"/>
                    </a:lnTo>
                    <a:lnTo>
                      <a:pt x="4" y="27"/>
                    </a:lnTo>
                    <a:lnTo>
                      <a:pt x="0" y="36"/>
                    </a:lnTo>
                    <a:lnTo>
                      <a:pt x="4" y="43"/>
                    </a:lnTo>
                    <a:lnTo>
                      <a:pt x="13" y="44"/>
                    </a:lnTo>
                    <a:lnTo>
                      <a:pt x="16" y="39"/>
                    </a:lnTo>
                    <a:lnTo>
                      <a:pt x="25" y="48"/>
                    </a:lnTo>
                    <a:lnTo>
                      <a:pt x="34" y="49"/>
                    </a:lnTo>
                    <a:lnTo>
                      <a:pt x="35" y="50"/>
                    </a:lnTo>
                    <a:lnTo>
                      <a:pt x="43" y="44"/>
                    </a:lnTo>
                    <a:lnTo>
                      <a:pt x="52" y="41"/>
                    </a:lnTo>
                    <a:lnTo>
                      <a:pt x="52" y="44"/>
                    </a:lnTo>
                    <a:lnTo>
                      <a:pt x="63" y="47"/>
                    </a:lnTo>
                    <a:lnTo>
                      <a:pt x="70" y="50"/>
                    </a:lnTo>
                    <a:lnTo>
                      <a:pt x="74" y="52"/>
                    </a:lnTo>
                    <a:lnTo>
                      <a:pt x="83" y="56"/>
                    </a:lnTo>
                    <a:lnTo>
                      <a:pt x="87" y="62"/>
                    </a:lnTo>
                    <a:lnTo>
                      <a:pt x="94" y="58"/>
                    </a:lnTo>
                    <a:lnTo>
                      <a:pt x="107" y="70"/>
                    </a:lnTo>
                    <a:lnTo>
                      <a:pt x="107" y="81"/>
                    </a:lnTo>
                    <a:lnTo>
                      <a:pt x="112" y="90"/>
                    </a:lnTo>
                    <a:lnTo>
                      <a:pt x="121" y="85"/>
                    </a:lnTo>
                    <a:lnTo>
                      <a:pt x="130" y="85"/>
                    </a:lnTo>
                    <a:lnTo>
                      <a:pt x="141" y="84"/>
                    </a:lnTo>
                    <a:lnTo>
                      <a:pt x="143" y="83"/>
                    </a:lnTo>
                    <a:lnTo>
                      <a:pt x="151" y="80"/>
                    </a:lnTo>
                    <a:lnTo>
                      <a:pt x="154" y="86"/>
                    </a:lnTo>
                    <a:lnTo>
                      <a:pt x="165" y="102"/>
                    </a:lnTo>
                    <a:lnTo>
                      <a:pt x="177" y="99"/>
                    </a:lnTo>
                    <a:lnTo>
                      <a:pt x="180" y="92"/>
                    </a:lnTo>
                    <a:lnTo>
                      <a:pt x="180" y="82"/>
                    </a:lnTo>
                    <a:lnTo>
                      <a:pt x="184" y="71"/>
                    </a:lnTo>
                    <a:lnTo>
                      <a:pt x="189" y="71"/>
                    </a:lnTo>
                    <a:lnTo>
                      <a:pt x="196" y="72"/>
                    </a:lnTo>
                    <a:lnTo>
                      <a:pt x="200" y="82"/>
                    </a:lnTo>
                    <a:lnTo>
                      <a:pt x="211" y="90"/>
                    </a:lnTo>
                    <a:lnTo>
                      <a:pt x="220" y="89"/>
                    </a:lnTo>
                    <a:lnTo>
                      <a:pt x="233" y="89"/>
                    </a:lnTo>
                    <a:lnTo>
                      <a:pt x="242" y="86"/>
                    </a:lnTo>
                    <a:lnTo>
                      <a:pt x="243" y="88"/>
                    </a:lnTo>
                    <a:lnTo>
                      <a:pt x="250" y="98"/>
                    </a:lnTo>
                    <a:lnTo>
                      <a:pt x="259" y="106"/>
                    </a:lnTo>
                    <a:lnTo>
                      <a:pt x="274" y="111"/>
                    </a:lnTo>
                    <a:lnTo>
                      <a:pt x="275" y="104"/>
                    </a:lnTo>
                    <a:lnTo>
                      <a:pt x="280" y="96"/>
                    </a:lnTo>
                    <a:lnTo>
                      <a:pt x="287" y="104"/>
                    </a:lnTo>
                    <a:lnTo>
                      <a:pt x="297" y="110"/>
                    </a:lnTo>
                    <a:lnTo>
                      <a:pt x="307" y="109"/>
                    </a:lnTo>
                    <a:lnTo>
                      <a:pt x="314" y="112"/>
                    </a:lnTo>
                    <a:lnTo>
                      <a:pt x="322" y="124"/>
                    </a:lnTo>
                    <a:lnTo>
                      <a:pt x="339" y="125"/>
                    </a:lnTo>
                    <a:lnTo>
                      <a:pt x="345" y="120"/>
                    </a:lnTo>
                    <a:lnTo>
                      <a:pt x="355" y="121"/>
                    </a:lnTo>
                    <a:lnTo>
                      <a:pt x="358" y="122"/>
                    </a:lnTo>
                    <a:lnTo>
                      <a:pt x="365" y="112"/>
                    </a:lnTo>
                    <a:lnTo>
                      <a:pt x="374" y="111"/>
                    </a:lnTo>
                    <a:lnTo>
                      <a:pt x="378" y="111"/>
                    </a:lnTo>
                    <a:lnTo>
                      <a:pt x="383" y="114"/>
                    </a:lnTo>
                    <a:lnTo>
                      <a:pt x="391" y="123"/>
                    </a:lnTo>
                    <a:lnTo>
                      <a:pt x="394" y="125"/>
                    </a:lnTo>
                    <a:lnTo>
                      <a:pt x="398" y="128"/>
                    </a:lnTo>
                    <a:lnTo>
                      <a:pt x="407" y="126"/>
                    </a:lnTo>
                    <a:lnTo>
                      <a:pt x="413" y="126"/>
                    </a:lnTo>
                    <a:lnTo>
                      <a:pt x="419" y="116"/>
                    </a:lnTo>
                    <a:lnTo>
                      <a:pt x="428" y="112"/>
                    </a:lnTo>
                    <a:lnTo>
                      <a:pt x="430" y="112"/>
                    </a:lnTo>
                    <a:lnTo>
                      <a:pt x="436" y="105"/>
                    </a:lnTo>
                    <a:lnTo>
                      <a:pt x="445" y="110"/>
                    </a:lnTo>
                    <a:lnTo>
                      <a:pt x="447" y="111"/>
                    </a:lnTo>
                    <a:lnTo>
                      <a:pt x="452" y="117"/>
                    </a:lnTo>
                    <a:lnTo>
                      <a:pt x="456" y="108"/>
                    </a:lnTo>
                    <a:lnTo>
                      <a:pt x="461" y="107"/>
                    </a:lnTo>
                    <a:lnTo>
                      <a:pt x="464" y="107"/>
                    </a:lnTo>
                    <a:lnTo>
                      <a:pt x="470" y="108"/>
                    </a:lnTo>
                    <a:lnTo>
                      <a:pt x="486" y="121"/>
                    </a:lnTo>
                    <a:lnTo>
                      <a:pt x="505" y="122"/>
                    </a:lnTo>
                    <a:lnTo>
                      <a:pt x="500" y="111"/>
                    </a:lnTo>
                    <a:lnTo>
                      <a:pt x="492" y="110"/>
                    </a:lnTo>
                    <a:lnTo>
                      <a:pt x="489" y="99"/>
                    </a:lnTo>
                    <a:lnTo>
                      <a:pt x="488" y="95"/>
                    </a:lnTo>
                    <a:lnTo>
                      <a:pt x="478" y="89"/>
                    </a:lnTo>
                    <a:lnTo>
                      <a:pt x="477" y="79"/>
                    </a:lnTo>
                    <a:lnTo>
                      <a:pt x="469" y="79"/>
                    </a:lnTo>
                    <a:lnTo>
                      <a:pt x="468" y="75"/>
                    </a:lnTo>
                    <a:lnTo>
                      <a:pt x="475" y="61"/>
                    </a:lnTo>
                    <a:lnTo>
                      <a:pt x="483" y="73"/>
                    </a:lnTo>
                    <a:lnTo>
                      <a:pt x="491" y="85"/>
                    </a:lnTo>
                    <a:lnTo>
                      <a:pt x="500" y="93"/>
                    </a:lnTo>
                    <a:lnTo>
                      <a:pt x="506" y="92"/>
                    </a:lnTo>
                    <a:lnTo>
                      <a:pt x="508" y="99"/>
                    </a:lnTo>
                    <a:lnTo>
                      <a:pt x="516" y="109"/>
                    </a:lnTo>
                    <a:lnTo>
                      <a:pt x="525" y="109"/>
                    </a:lnTo>
                    <a:lnTo>
                      <a:pt x="529" y="119"/>
                    </a:lnTo>
                    <a:lnTo>
                      <a:pt x="538" y="122"/>
                    </a:lnTo>
                    <a:lnTo>
                      <a:pt x="546" y="122"/>
                    </a:lnTo>
                    <a:lnTo>
                      <a:pt x="550" y="122"/>
                    </a:lnTo>
                    <a:lnTo>
                      <a:pt x="553" y="116"/>
                    </a:lnTo>
                    <a:lnTo>
                      <a:pt x="550" y="104"/>
                    </a:lnTo>
                    <a:lnTo>
                      <a:pt x="549" y="101"/>
                    </a:lnTo>
                    <a:lnTo>
                      <a:pt x="549" y="85"/>
                    </a:lnTo>
                    <a:lnTo>
                      <a:pt x="541" y="80"/>
                    </a:lnTo>
                    <a:lnTo>
                      <a:pt x="539" y="70"/>
                    </a:lnTo>
                    <a:lnTo>
                      <a:pt x="529" y="57"/>
                    </a:lnTo>
                    <a:lnTo>
                      <a:pt x="525" y="48"/>
                    </a:lnTo>
                    <a:lnTo>
                      <a:pt x="518" y="51"/>
                    </a:lnTo>
                    <a:lnTo>
                      <a:pt x="505" y="45"/>
                    </a:lnTo>
                    <a:lnTo>
                      <a:pt x="499" y="30"/>
                    </a:lnTo>
                    <a:lnTo>
                      <a:pt x="488" y="23"/>
                    </a:lnTo>
                    <a:lnTo>
                      <a:pt x="481" y="19"/>
                    </a:lnTo>
                    <a:lnTo>
                      <a:pt x="478" y="19"/>
                    </a:lnTo>
                    <a:lnTo>
                      <a:pt x="474" y="17"/>
                    </a:lnTo>
                    <a:lnTo>
                      <a:pt x="465" y="12"/>
                    </a:lnTo>
                    <a:lnTo>
                      <a:pt x="461" y="14"/>
                    </a:lnTo>
                    <a:lnTo>
                      <a:pt x="453" y="19"/>
                    </a:lnTo>
                    <a:lnTo>
                      <a:pt x="444" y="21"/>
                    </a:lnTo>
                    <a:lnTo>
                      <a:pt x="435" y="28"/>
                    </a:lnTo>
                    <a:lnTo>
                      <a:pt x="428" y="28"/>
                    </a:lnTo>
                    <a:lnTo>
                      <a:pt x="418" y="23"/>
                    </a:lnTo>
                    <a:lnTo>
                      <a:pt x="409" y="21"/>
                    </a:lnTo>
                    <a:lnTo>
                      <a:pt x="405" y="19"/>
                    </a:lnTo>
                    <a:lnTo>
                      <a:pt x="405" y="12"/>
                    </a:lnTo>
                    <a:lnTo>
                      <a:pt x="397" y="11"/>
                    </a:lnTo>
                    <a:lnTo>
                      <a:pt x="395" y="12"/>
                    </a:lnTo>
                    <a:lnTo>
                      <a:pt x="385" y="12"/>
                    </a:lnTo>
                    <a:lnTo>
                      <a:pt x="378" y="23"/>
                    </a:lnTo>
                    <a:lnTo>
                      <a:pt x="375" y="23"/>
                    </a:lnTo>
                    <a:lnTo>
                      <a:pt x="361" y="23"/>
                    </a:lnTo>
                    <a:lnTo>
                      <a:pt x="352" y="31"/>
                    </a:lnTo>
                    <a:lnTo>
                      <a:pt x="337" y="24"/>
                    </a:lnTo>
                    <a:lnTo>
                      <a:pt x="329" y="25"/>
                    </a:lnTo>
                    <a:lnTo>
                      <a:pt x="327" y="23"/>
                    </a:lnTo>
                    <a:lnTo>
                      <a:pt x="320" y="10"/>
                    </a:lnTo>
                    <a:lnTo>
                      <a:pt x="314" y="7"/>
                    </a:lnTo>
                    <a:lnTo>
                      <a:pt x="302" y="0"/>
                    </a:lnTo>
                  </a:path>
                </a:pathLst>
              </a:custGeom>
              <a:solidFill>
                <a:srgbClr val="E0E0E0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35" name="Group 6565"/>
          <p:cNvGrpSpPr>
            <a:grpSpLocks/>
          </p:cNvGrpSpPr>
          <p:nvPr/>
        </p:nvGrpSpPr>
        <p:grpSpPr bwMode="auto">
          <a:xfrm>
            <a:off x="2735796" y="2456892"/>
            <a:ext cx="324036" cy="288032"/>
            <a:chOff x="685" y="1837"/>
            <a:chExt cx="380" cy="357"/>
          </a:xfrm>
        </p:grpSpPr>
        <p:graphicFrame>
          <p:nvGraphicFramePr>
            <p:cNvPr id="36" name="Object 6566"/>
            <p:cNvGraphicFramePr>
              <a:graphicFrameLocks noChangeAspect="1"/>
            </p:cNvGraphicFramePr>
            <p:nvPr/>
          </p:nvGraphicFramePr>
          <p:xfrm>
            <a:off x="685" y="1837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5" name="CorelDRAW" r:id="rId24" imgW="603720" imgH="566280" progId="">
                    <p:embed/>
                  </p:oleObj>
                </mc:Choice>
                <mc:Fallback>
                  <p:oleObj name="CorelDRAW" r:id="rId24" imgW="603720" imgH="56628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1837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Oval 6567"/>
            <p:cNvSpPr>
              <a:spLocks noChangeArrowheads="1"/>
            </p:cNvSpPr>
            <p:nvPr/>
          </p:nvSpPr>
          <p:spPr bwMode="auto">
            <a:xfrm>
              <a:off x="719" y="1885"/>
              <a:ext cx="290" cy="27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8" name="Group 6568"/>
            <p:cNvGrpSpPr>
              <a:grpSpLocks/>
            </p:cNvGrpSpPr>
            <p:nvPr/>
          </p:nvGrpSpPr>
          <p:grpSpPr bwMode="auto">
            <a:xfrm>
              <a:off x="736" y="1923"/>
              <a:ext cx="267" cy="149"/>
              <a:chOff x="1113" y="2598"/>
              <a:chExt cx="653" cy="415"/>
            </a:xfrm>
          </p:grpSpPr>
          <p:sp>
            <p:nvSpPr>
              <p:cNvPr id="39" name="Freeform 6569"/>
              <p:cNvSpPr>
                <a:spLocks/>
              </p:cNvSpPr>
              <p:nvPr/>
            </p:nvSpPr>
            <p:spPr bwMode="auto">
              <a:xfrm>
                <a:off x="1139" y="2749"/>
                <a:ext cx="627" cy="264"/>
              </a:xfrm>
              <a:custGeom>
                <a:avLst/>
                <a:gdLst/>
                <a:ahLst/>
                <a:cxnLst>
                  <a:cxn ang="0">
                    <a:pos x="98" y="79"/>
                  </a:cxn>
                  <a:cxn ang="0">
                    <a:pos x="121" y="79"/>
                  </a:cxn>
                  <a:cxn ang="0">
                    <a:pos x="110" y="67"/>
                  </a:cxn>
                  <a:cxn ang="0">
                    <a:pos x="106" y="69"/>
                  </a:cxn>
                  <a:cxn ang="0">
                    <a:pos x="104" y="74"/>
                  </a:cxn>
                  <a:cxn ang="0">
                    <a:pos x="104" y="79"/>
                  </a:cxn>
                  <a:cxn ang="0">
                    <a:pos x="98" y="76"/>
                  </a:cxn>
                  <a:cxn ang="0">
                    <a:pos x="98" y="70"/>
                  </a:cxn>
                  <a:cxn ang="0">
                    <a:pos x="101" y="65"/>
                  </a:cxn>
                  <a:cxn ang="0">
                    <a:pos x="104" y="62"/>
                  </a:cxn>
                  <a:cxn ang="0">
                    <a:pos x="110" y="60"/>
                  </a:cxn>
                  <a:cxn ang="0">
                    <a:pos x="121" y="60"/>
                  </a:cxn>
                  <a:cxn ang="0">
                    <a:pos x="125" y="56"/>
                  </a:cxn>
                  <a:cxn ang="0">
                    <a:pos x="145" y="50"/>
                  </a:cxn>
                  <a:cxn ang="0">
                    <a:pos x="150" y="56"/>
                  </a:cxn>
                  <a:cxn ang="0">
                    <a:pos x="182" y="68"/>
                  </a:cxn>
                  <a:cxn ang="0">
                    <a:pos x="190" y="79"/>
                  </a:cxn>
                  <a:cxn ang="0">
                    <a:pos x="194" y="44"/>
                  </a:cxn>
                  <a:cxn ang="0">
                    <a:pos x="214" y="79"/>
                  </a:cxn>
                  <a:cxn ang="0">
                    <a:pos x="218" y="44"/>
                  </a:cxn>
                  <a:cxn ang="0">
                    <a:pos x="236" y="79"/>
                  </a:cxn>
                  <a:cxn ang="0">
                    <a:pos x="230" y="73"/>
                  </a:cxn>
                  <a:cxn ang="0">
                    <a:pos x="267" y="62"/>
                  </a:cxn>
                  <a:cxn ang="0">
                    <a:pos x="259" y="73"/>
                  </a:cxn>
                  <a:cxn ang="0">
                    <a:pos x="301" y="79"/>
                  </a:cxn>
                  <a:cxn ang="0">
                    <a:pos x="363" y="194"/>
                  </a:cxn>
                  <a:cxn ang="0">
                    <a:pos x="424" y="194"/>
                  </a:cxn>
                  <a:cxn ang="0">
                    <a:pos x="485" y="194"/>
                  </a:cxn>
                  <a:cxn ang="0">
                    <a:pos x="517" y="0"/>
                  </a:cxn>
                  <a:cxn ang="0">
                    <a:pos x="532" y="0"/>
                  </a:cxn>
                  <a:cxn ang="0">
                    <a:pos x="561" y="226"/>
                  </a:cxn>
                  <a:cxn ang="0">
                    <a:pos x="626" y="263"/>
                  </a:cxn>
                  <a:cxn ang="0">
                    <a:pos x="41" y="245"/>
                  </a:cxn>
                  <a:cxn ang="0">
                    <a:pos x="29" y="263"/>
                  </a:cxn>
                  <a:cxn ang="0">
                    <a:pos x="27" y="245"/>
                  </a:cxn>
                  <a:cxn ang="0">
                    <a:pos x="15" y="263"/>
                  </a:cxn>
                  <a:cxn ang="0">
                    <a:pos x="0" y="224"/>
                  </a:cxn>
                  <a:cxn ang="0">
                    <a:pos x="62" y="79"/>
                  </a:cxn>
                </a:cxnLst>
                <a:rect l="0" t="0" r="r" b="b"/>
                <a:pathLst>
                  <a:path w="627" h="264">
                    <a:moveTo>
                      <a:pt x="62" y="79"/>
                    </a:moveTo>
                    <a:lnTo>
                      <a:pt x="98" y="79"/>
                    </a:lnTo>
                    <a:lnTo>
                      <a:pt x="104" y="79"/>
                    </a:lnTo>
                    <a:lnTo>
                      <a:pt x="121" y="79"/>
                    </a:lnTo>
                    <a:lnTo>
                      <a:pt x="121" y="67"/>
                    </a:lnTo>
                    <a:lnTo>
                      <a:pt x="110" y="67"/>
                    </a:lnTo>
                    <a:lnTo>
                      <a:pt x="108" y="68"/>
                    </a:lnTo>
                    <a:lnTo>
                      <a:pt x="106" y="69"/>
                    </a:lnTo>
                    <a:lnTo>
                      <a:pt x="104" y="72"/>
                    </a:lnTo>
                    <a:lnTo>
                      <a:pt x="104" y="74"/>
                    </a:lnTo>
                    <a:lnTo>
                      <a:pt x="104" y="77"/>
                    </a:lnTo>
                    <a:lnTo>
                      <a:pt x="104" y="79"/>
                    </a:lnTo>
                    <a:lnTo>
                      <a:pt x="98" y="79"/>
                    </a:lnTo>
                    <a:lnTo>
                      <a:pt x="98" y="76"/>
                    </a:lnTo>
                    <a:lnTo>
                      <a:pt x="98" y="73"/>
                    </a:lnTo>
                    <a:lnTo>
                      <a:pt x="98" y="70"/>
                    </a:lnTo>
                    <a:lnTo>
                      <a:pt x="100" y="67"/>
                    </a:lnTo>
                    <a:lnTo>
                      <a:pt x="101" y="65"/>
                    </a:lnTo>
                    <a:lnTo>
                      <a:pt x="103" y="63"/>
                    </a:lnTo>
                    <a:lnTo>
                      <a:pt x="104" y="62"/>
                    </a:lnTo>
                    <a:lnTo>
                      <a:pt x="107" y="60"/>
                    </a:lnTo>
                    <a:lnTo>
                      <a:pt x="110" y="60"/>
                    </a:lnTo>
                    <a:lnTo>
                      <a:pt x="113" y="60"/>
                    </a:lnTo>
                    <a:lnTo>
                      <a:pt x="121" y="60"/>
                    </a:lnTo>
                    <a:lnTo>
                      <a:pt x="121" y="56"/>
                    </a:lnTo>
                    <a:lnTo>
                      <a:pt x="125" y="56"/>
                    </a:lnTo>
                    <a:lnTo>
                      <a:pt x="125" y="50"/>
                    </a:lnTo>
                    <a:lnTo>
                      <a:pt x="145" y="50"/>
                    </a:lnTo>
                    <a:lnTo>
                      <a:pt x="145" y="56"/>
                    </a:lnTo>
                    <a:lnTo>
                      <a:pt x="150" y="56"/>
                    </a:lnTo>
                    <a:lnTo>
                      <a:pt x="150" y="68"/>
                    </a:lnTo>
                    <a:lnTo>
                      <a:pt x="182" y="68"/>
                    </a:lnTo>
                    <a:lnTo>
                      <a:pt x="182" y="79"/>
                    </a:lnTo>
                    <a:lnTo>
                      <a:pt x="190" y="79"/>
                    </a:lnTo>
                    <a:lnTo>
                      <a:pt x="190" y="44"/>
                    </a:lnTo>
                    <a:lnTo>
                      <a:pt x="194" y="44"/>
                    </a:lnTo>
                    <a:lnTo>
                      <a:pt x="194" y="79"/>
                    </a:lnTo>
                    <a:lnTo>
                      <a:pt x="214" y="79"/>
                    </a:lnTo>
                    <a:lnTo>
                      <a:pt x="214" y="44"/>
                    </a:lnTo>
                    <a:lnTo>
                      <a:pt x="218" y="44"/>
                    </a:lnTo>
                    <a:lnTo>
                      <a:pt x="218" y="79"/>
                    </a:lnTo>
                    <a:lnTo>
                      <a:pt x="236" y="79"/>
                    </a:lnTo>
                    <a:lnTo>
                      <a:pt x="236" y="73"/>
                    </a:lnTo>
                    <a:lnTo>
                      <a:pt x="230" y="73"/>
                    </a:lnTo>
                    <a:lnTo>
                      <a:pt x="230" y="62"/>
                    </a:lnTo>
                    <a:lnTo>
                      <a:pt x="267" y="62"/>
                    </a:lnTo>
                    <a:lnTo>
                      <a:pt x="267" y="73"/>
                    </a:lnTo>
                    <a:lnTo>
                      <a:pt x="259" y="73"/>
                    </a:lnTo>
                    <a:lnTo>
                      <a:pt x="259" y="79"/>
                    </a:lnTo>
                    <a:lnTo>
                      <a:pt x="301" y="79"/>
                    </a:lnTo>
                    <a:lnTo>
                      <a:pt x="301" y="147"/>
                    </a:lnTo>
                    <a:lnTo>
                      <a:pt x="363" y="194"/>
                    </a:lnTo>
                    <a:lnTo>
                      <a:pt x="364" y="150"/>
                    </a:lnTo>
                    <a:lnTo>
                      <a:pt x="424" y="194"/>
                    </a:lnTo>
                    <a:lnTo>
                      <a:pt x="425" y="149"/>
                    </a:lnTo>
                    <a:lnTo>
                      <a:pt x="485" y="194"/>
                    </a:lnTo>
                    <a:lnTo>
                      <a:pt x="493" y="0"/>
                    </a:lnTo>
                    <a:lnTo>
                      <a:pt x="517" y="0"/>
                    </a:lnTo>
                    <a:lnTo>
                      <a:pt x="523" y="247"/>
                    </a:lnTo>
                    <a:lnTo>
                      <a:pt x="532" y="0"/>
                    </a:lnTo>
                    <a:lnTo>
                      <a:pt x="554" y="0"/>
                    </a:lnTo>
                    <a:lnTo>
                      <a:pt x="561" y="226"/>
                    </a:lnTo>
                    <a:lnTo>
                      <a:pt x="626" y="226"/>
                    </a:lnTo>
                    <a:lnTo>
                      <a:pt x="626" y="263"/>
                    </a:lnTo>
                    <a:lnTo>
                      <a:pt x="41" y="263"/>
                    </a:lnTo>
                    <a:lnTo>
                      <a:pt x="41" y="245"/>
                    </a:lnTo>
                    <a:lnTo>
                      <a:pt x="29" y="245"/>
                    </a:lnTo>
                    <a:lnTo>
                      <a:pt x="29" y="263"/>
                    </a:lnTo>
                    <a:lnTo>
                      <a:pt x="27" y="263"/>
                    </a:lnTo>
                    <a:lnTo>
                      <a:pt x="27" y="245"/>
                    </a:lnTo>
                    <a:lnTo>
                      <a:pt x="15" y="245"/>
                    </a:lnTo>
                    <a:lnTo>
                      <a:pt x="15" y="263"/>
                    </a:lnTo>
                    <a:lnTo>
                      <a:pt x="0" y="263"/>
                    </a:lnTo>
                    <a:lnTo>
                      <a:pt x="0" y="224"/>
                    </a:lnTo>
                    <a:lnTo>
                      <a:pt x="62" y="224"/>
                    </a:lnTo>
                    <a:lnTo>
                      <a:pt x="62" y="79"/>
                    </a:lnTo>
                  </a:path>
                </a:pathLst>
              </a:custGeom>
              <a:solidFill>
                <a:srgbClr val="212121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6570"/>
              <p:cNvSpPr>
                <a:spLocks/>
              </p:cNvSpPr>
              <p:nvPr/>
            </p:nvSpPr>
            <p:spPr bwMode="auto">
              <a:xfrm>
                <a:off x="1113" y="2598"/>
                <a:ext cx="554" cy="129"/>
              </a:xfrm>
              <a:custGeom>
                <a:avLst/>
                <a:gdLst/>
                <a:ahLst/>
                <a:cxnLst>
                  <a:cxn ang="0">
                    <a:pos x="289" y="18"/>
                  </a:cxn>
                  <a:cxn ang="0">
                    <a:pos x="260" y="23"/>
                  </a:cxn>
                  <a:cxn ang="0">
                    <a:pos x="240" y="33"/>
                  </a:cxn>
                  <a:cxn ang="0">
                    <a:pos x="220" y="18"/>
                  </a:cxn>
                  <a:cxn ang="0">
                    <a:pos x="187" y="21"/>
                  </a:cxn>
                  <a:cxn ang="0">
                    <a:pos x="143" y="36"/>
                  </a:cxn>
                  <a:cxn ang="0">
                    <a:pos x="130" y="36"/>
                  </a:cxn>
                  <a:cxn ang="0">
                    <a:pos x="116" y="20"/>
                  </a:cxn>
                  <a:cxn ang="0">
                    <a:pos x="90" y="24"/>
                  </a:cxn>
                  <a:cxn ang="0">
                    <a:pos x="74" y="14"/>
                  </a:cxn>
                  <a:cxn ang="0">
                    <a:pos x="50" y="27"/>
                  </a:cxn>
                  <a:cxn ang="0">
                    <a:pos x="33" y="16"/>
                  </a:cxn>
                  <a:cxn ang="0">
                    <a:pos x="10" y="24"/>
                  </a:cxn>
                  <a:cxn ang="0">
                    <a:pos x="0" y="36"/>
                  </a:cxn>
                  <a:cxn ang="0">
                    <a:pos x="16" y="39"/>
                  </a:cxn>
                  <a:cxn ang="0">
                    <a:pos x="35" y="50"/>
                  </a:cxn>
                  <a:cxn ang="0">
                    <a:pos x="52" y="44"/>
                  </a:cxn>
                  <a:cxn ang="0">
                    <a:pos x="74" y="52"/>
                  </a:cxn>
                  <a:cxn ang="0">
                    <a:pos x="94" y="58"/>
                  </a:cxn>
                  <a:cxn ang="0">
                    <a:pos x="112" y="90"/>
                  </a:cxn>
                  <a:cxn ang="0">
                    <a:pos x="141" y="84"/>
                  </a:cxn>
                  <a:cxn ang="0">
                    <a:pos x="154" y="86"/>
                  </a:cxn>
                  <a:cxn ang="0">
                    <a:pos x="180" y="92"/>
                  </a:cxn>
                  <a:cxn ang="0">
                    <a:pos x="189" y="71"/>
                  </a:cxn>
                  <a:cxn ang="0">
                    <a:pos x="211" y="90"/>
                  </a:cxn>
                  <a:cxn ang="0">
                    <a:pos x="242" y="86"/>
                  </a:cxn>
                  <a:cxn ang="0">
                    <a:pos x="259" y="106"/>
                  </a:cxn>
                  <a:cxn ang="0">
                    <a:pos x="280" y="96"/>
                  </a:cxn>
                  <a:cxn ang="0">
                    <a:pos x="307" y="109"/>
                  </a:cxn>
                  <a:cxn ang="0">
                    <a:pos x="339" y="125"/>
                  </a:cxn>
                  <a:cxn ang="0">
                    <a:pos x="358" y="122"/>
                  </a:cxn>
                  <a:cxn ang="0">
                    <a:pos x="378" y="111"/>
                  </a:cxn>
                  <a:cxn ang="0">
                    <a:pos x="394" y="125"/>
                  </a:cxn>
                  <a:cxn ang="0">
                    <a:pos x="413" y="126"/>
                  </a:cxn>
                  <a:cxn ang="0">
                    <a:pos x="430" y="112"/>
                  </a:cxn>
                  <a:cxn ang="0">
                    <a:pos x="447" y="111"/>
                  </a:cxn>
                  <a:cxn ang="0">
                    <a:pos x="461" y="107"/>
                  </a:cxn>
                  <a:cxn ang="0">
                    <a:pos x="486" y="121"/>
                  </a:cxn>
                  <a:cxn ang="0">
                    <a:pos x="492" y="110"/>
                  </a:cxn>
                  <a:cxn ang="0">
                    <a:pos x="478" y="89"/>
                  </a:cxn>
                  <a:cxn ang="0">
                    <a:pos x="468" y="75"/>
                  </a:cxn>
                  <a:cxn ang="0">
                    <a:pos x="491" y="85"/>
                  </a:cxn>
                  <a:cxn ang="0">
                    <a:pos x="508" y="99"/>
                  </a:cxn>
                  <a:cxn ang="0">
                    <a:pos x="529" y="119"/>
                  </a:cxn>
                  <a:cxn ang="0">
                    <a:pos x="550" y="122"/>
                  </a:cxn>
                  <a:cxn ang="0">
                    <a:pos x="549" y="101"/>
                  </a:cxn>
                  <a:cxn ang="0">
                    <a:pos x="539" y="70"/>
                  </a:cxn>
                  <a:cxn ang="0">
                    <a:pos x="518" y="51"/>
                  </a:cxn>
                  <a:cxn ang="0">
                    <a:pos x="488" y="23"/>
                  </a:cxn>
                  <a:cxn ang="0">
                    <a:pos x="474" y="17"/>
                  </a:cxn>
                  <a:cxn ang="0">
                    <a:pos x="453" y="19"/>
                  </a:cxn>
                  <a:cxn ang="0">
                    <a:pos x="428" y="28"/>
                  </a:cxn>
                  <a:cxn ang="0">
                    <a:pos x="405" y="19"/>
                  </a:cxn>
                  <a:cxn ang="0">
                    <a:pos x="395" y="12"/>
                  </a:cxn>
                  <a:cxn ang="0">
                    <a:pos x="375" y="23"/>
                  </a:cxn>
                  <a:cxn ang="0">
                    <a:pos x="337" y="24"/>
                  </a:cxn>
                  <a:cxn ang="0">
                    <a:pos x="320" y="10"/>
                  </a:cxn>
                </a:cxnLst>
                <a:rect l="0" t="0" r="r" b="b"/>
                <a:pathLst>
                  <a:path w="554" h="129">
                    <a:moveTo>
                      <a:pt x="302" y="0"/>
                    </a:moveTo>
                    <a:lnTo>
                      <a:pt x="297" y="7"/>
                    </a:lnTo>
                    <a:lnTo>
                      <a:pt x="289" y="18"/>
                    </a:lnTo>
                    <a:lnTo>
                      <a:pt x="281" y="21"/>
                    </a:lnTo>
                    <a:lnTo>
                      <a:pt x="268" y="20"/>
                    </a:lnTo>
                    <a:lnTo>
                      <a:pt x="260" y="23"/>
                    </a:lnTo>
                    <a:lnTo>
                      <a:pt x="253" y="21"/>
                    </a:lnTo>
                    <a:lnTo>
                      <a:pt x="243" y="23"/>
                    </a:lnTo>
                    <a:lnTo>
                      <a:pt x="240" y="33"/>
                    </a:lnTo>
                    <a:lnTo>
                      <a:pt x="232" y="37"/>
                    </a:lnTo>
                    <a:lnTo>
                      <a:pt x="225" y="30"/>
                    </a:lnTo>
                    <a:lnTo>
                      <a:pt x="220" y="18"/>
                    </a:lnTo>
                    <a:lnTo>
                      <a:pt x="211" y="14"/>
                    </a:lnTo>
                    <a:lnTo>
                      <a:pt x="209" y="15"/>
                    </a:lnTo>
                    <a:lnTo>
                      <a:pt x="187" y="21"/>
                    </a:lnTo>
                    <a:lnTo>
                      <a:pt x="161" y="27"/>
                    </a:lnTo>
                    <a:lnTo>
                      <a:pt x="152" y="36"/>
                    </a:lnTo>
                    <a:lnTo>
                      <a:pt x="143" y="36"/>
                    </a:lnTo>
                    <a:lnTo>
                      <a:pt x="142" y="35"/>
                    </a:lnTo>
                    <a:lnTo>
                      <a:pt x="138" y="40"/>
                    </a:lnTo>
                    <a:lnTo>
                      <a:pt x="130" y="36"/>
                    </a:lnTo>
                    <a:lnTo>
                      <a:pt x="127" y="32"/>
                    </a:lnTo>
                    <a:lnTo>
                      <a:pt x="119" y="28"/>
                    </a:lnTo>
                    <a:lnTo>
                      <a:pt x="116" y="20"/>
                    </a:lnTo>
                    <a:lnTo>
                      <a:pt x="106" y="14"/>
                    </a:lnTo>
                    <a:lnTo>
                      <a:pt x="98" y="20"/>
                    </a:lnTo>
                    <a:lnTo>
                      <a:pt x="90" y="24"/>
                    </a:lnTo>
                    <a:lnTo>
                      <a:pt x="86" y="23"/>
                    </a:lnTo>
                    <a:lnTo>
                      <a:pt x="82" y="14"/>
                    </a:lnTo>
                    <a:lnTo>
                      <a:pt x="74" y="14"/>
                    </a:lnTo>
                    <a:lnTo>
                      <a:pt x="65" y="25"/>
                    </a:lnTo>
                    <a:lnTo>
                      <a:pt x="59" y="27"/>
                    </a:lnTo>
                    <a:lnTo>
                      <a:pt x="50" y="27"/>
                    </a:lnTo>
                    <a:lnTo>
                      <a:pt x="43" y="15"/>
                    </a:lnTo>
                    <a:lnTo>
                      <a:pt x="40" y="16"/>
                    </a:lnTo>
                    <a:lnTo>
                      <a:pt x="33" y="16"/>
                    </a:lnTo>
                    <a:lnTo>
                      <a:pt x="19" y="16"/>
                    </a:lnTo>
                    <a:lnTo>
                      <a:pt x="19" y="25"/>
                    </a:lnTo>
                    <a:lnTo>
                      <a:pt x="10" y="24"/>
                    </a:lnTo>
                    <a:lnTo>
                      <a:pt x="8" y="23"/>
                    </a:lnTo>
                    <a:lnTo>
                      <a:pt x="4" y="27"/>
                    </a:lnTo>
                    <a:lnTo>
                      <a:pt x="0" y="36"/>
                    </a:lnTo>
                    <a:lnTo>
                      <a:pt x="4" y="43"/>
                    </a:lnTo>
                    <a:lnTo>
                      <a:pt x="13" y="44"/>
                    </a:lnTo>
                    <a:lnTo>
                      <a:pt x="16" y="39"/>
                    </a:lnTo>
                    <a:lnTo>
                      <a:pt x="25" y="48"/>
                    </a:lnTo>
                    <a:lnTo>
                      <a:pt x="34" y="49"/>
                    </a:lnTo>
                    <a:lnTo>
                      <a:pt x="35" y="50"/>
                    </a:lnTo>
                    <a:lnTo>
                      <a:pt x="43" y="44"/>
                    </a:lnTo>
                    <a:lnTo>
                      <a:pt x="52" y="41"/>
                    </a:lnTo>
                    <a:lnTo>
                      <a:pt x="52" y="44"/>
                    </a:lnTo>
                    <a:lnTo>
                      <a:pt x="63" y="47"/>
                    </a:lnTo>
                    <a:lnTo>
                      <a:pt x="70" y="50"/>
                    </a:lnTo>
                    <a:lnTo>
                      <a:pt x="74" y="52"/>
                    </a:lnTo>
                    <a:lnTo>
                      <a:pt x="83" y="56"/>
                    </a:lnTo>
                    <a:lnTo>
                      <a:pt x="87" y="62"/>
                    </a:lnTo>
                    <a:lnTo>
                      <a:pt x="94" y="58"/>
                    </a:lnTo>
                    <a:lnTo>
                      <a:pt x="107" y="70"/>
                    </a:lnTo>
                    <a:lnTo>
                      <a:pt x="107" y="81"/>
                    </a:lnTo>
                    <a:lnTo>
                      <a:pt x="112" y="90"/>
                    </a:lnTo>
                    <a:lnTo>
                      <a:pt x="121" y="85"/>
                    </a:lnTo>
                    <a:lnTo>
                      <a:pt x="130" y="85"/>
                    </a:lnTo>
                    <a:lnTo>
                      <a:pt x="141" y="84"/>
                    </a:lnTo>
                    <a:lnTo>
                      <a:pt x="143" y="83"/>
                    </a:lnTo>
                    <a:lnTo>
                      <a:pt x="151" y="80"/>
                    </a:lnTo>
                    <a:lnTo>
                      <a:pt x="154" y="86"/>
                    </a:lnTo>
                    <a:lnTo>
                      <a:pt x="165" y="102"/>
                    </a:lnTo>
                    <a:lnTo>
                      <a:pt x="177" y="99"/>
                    </a:lnTo>
                    <a:lnTo>
                      <a:pt x="180" y="92"/>
                    </a:lnTo>
                    <a:lnTo>
                      <a:pt x="180" y="82"/>
                    </a:lnTo>
                    <a:lnTo>
                      <a:pt x="184" y="71"/>
                    </a:lnTo>
                    <a:lnTo>
                      <a:pt x="189" y="71"/>
                    </a:lnTo>
                    <a:lnTo>
                      <a:pt x="196" y="72"/>
                    </a:lnTo>
                    <a:lnTo>
                      <a:pt x="200" y="82"/>
                    </a:lnTo>
                    <a:lnTo>
                      <a:pt x="211" y="90"/>
                    </a:lnTo>
                    <a:lnTo>
                      <a:pt x="220" y="89"/>
                    </a:lnTo>
                    <a:lnTo>
                      <a:pt x="233" y="89"/>
                    </a:lnTo>
                    <a:lnTo>
                      <a:pt x="242" y="86"/>
                    </a:lnTo>
                    <a:lnTo>
                      <a:pt x="243" y="88"/>
                    </a:lnTo>
                    <a:lnTo>
                      <a:pt x="250" y="98"/>
                    </a:lnTo>
                    <a:lnTo>
                      <a:pt x="259" y="106"/>
                    </a:lnTo>
                    <a:lnTo>
                      <a:pt x="274" y="111"/>
                    </a:lnTo>
                    <a:lnTo>
                      <a:pt x="275" y="104"/>
                    </a:lnTo>
                    <a:lnTo>
                      <a:pt x="280" y="96"/>
                    </a:lnTo>
                    <a:lnTo>
                      <a:pt x="287" y="104"/>
                    </a:lnTo>
                    <a:lnTo>
                      <a:pt x="297" y="110"/>
                    </a:lnTo>
                    <a:lnTo>
                      <a:pt x="307" y="109"/>
                    </a:lnTo>
                    <a:lnTo>
                      <a:pt x="314" y="112"/>
                    </a:lnTo>
                    <a:lnTo>
                      <a:pt x="322" y="124"/>
                    </a:lnTo>
                    <a:lnTo>
                      <a:pt x="339" y="125"/>
                    </a:lnTo>
                    <a:lnTo>
                      <a:pt x="345" y="120"/>
                    </a:lnTo>
                    <a:lnTo>
                      <a:pt x="355" y="121"/>
                    </a:lnTo>
                    <a:lnTo>
                      <a:pt x="358" y="122"/>
                    </a:lnTo>
                    <a:lnTo>
                      <a:pt x="365" y="112"/>
                    </a:lnTo>
                    <a:lnTo>
                      <a:pt x="374" y="111"/>
                    </a:lnTo>
                    <a:lnTo>
                      <a:pt x="378" y="111"/>
                    </a:lnTo>
                    <a:lnTo>
                      <a:pt x="383" y="114"/>
                    </a:lnTo>
                    <a:lnTo>
                      <a:pt x="391" y="123"/>
                    </a:lnTo>
                    <a:lnTo>
                      <a:pt x="394" y="125"/>
                    </a:lnTo>
                    <a:lnTo>
                      <a:pt x="398" y="128"/>
                    </a:lnTo>
                    <a:lnTo>
                      <a:pt x="407" y="126"/>
                    </a:lnTo>
                    <a:lnTo>
                      <a:pt x="413" y="126"/>
                    </a:lnTo>
                    <a:lnTo>
                      <a:pt x="419" y="116"/>
                    </a:lnTo>
                    <a:lnTo>
                      <a:pt x="428" y="112"/>
                    </a:lnTo>
                    <a:lnTo>
                      <a:pt x="430" y="112"/>
                    </a:lnTo>
                    <a:lnTo>
                      <a:pt x="436" y="105"/>
                    </a:lnTo>
                    <a:lnTo>
                      <a:pt x="445" y="110"/>
                    </a:lnTo>
                    <a:lnTo>
                      <a:pt x="447" y="111"/>
                    </a:lnTo>
                    <a:lnTo>
                      <a:pt x="452" y="117"/>
                    </a:lnTo>
                    <a:lnTo>
                      <a:pt x="456" y="108"/>
                    </a:lnTo>
                    <a:lnTo>
                      <a:pt x="461" y="107"/>
                    </a:lnTo>
                    <a:lnTo>
                      <a:pt x="464" y="107"/>
                    </a:lnTo>
                    <a:lnTo>
                      <a:pt x="470" y="108"/>
                    </a:lnTo>
                    <a:lnTo>
                      <a:pt x="486" y="121"/>
                    </a:lnTo>
                    <a:lnTo>
                      <a:pt x="505" y="122"/>
                    </a:lnTo>
                    <a:lnTo>
                      <a:pt x="500" y="111"/>
                    </a:lnTo>
                    <a:lnTo>
                      <a:pt x="492" y="110"/>
                    </a:lnTo>
                    <a:lnTo>
                      <a:pt x="489" y="99"/>
                    </a:lnTo>
                    <a:lnTo>
                      <a:pt x="488" y="95"/>
                    </a:lnTo>
                    <a:lnTo>
                      <a:pt x="478" y="89"/>
                    </a:lnTo>
                    <a:lnTo>
                      <a:pt x="477" y="79"/>
                    </a:lnTo>
                    <a:lnTo>
                      <a:pt x="469" y="79"/>
                    </a:lnTo>
                    <a:lnTo>
                      <a:pt x="468" y="75"/>
                    </a:lnTo>
                    <a:lnTo>
                      <a:pt x="475" y="61"/>
                    </a:lnTo>
                    <a:lnTo>
                      <a:pt x="483" y="73"/>
                    </a:lnTo>
                    <a:lnTo>
                      <a:pt x="491" y="85"/>
                    </a:lnTo>
                    <a:lnTo>
                      <a:pt x="500" y="93"/>
                    </a:lnTo>
                    <a:lnTo>
                      <a:pt x="506" y="92"/>
                    </a:lnTo>
                    <a:lnTo>
                      <a:pt x="508" y="99"/>
                    </a:lnTo>
                    <a:lnTo>
                      <a:pt x="516" y="109"/>
                    </a:lnTo>
                    <a:lnTo>
                      <a:pt x="525" y="109"/>
                    </a:lnTo>
                    <a:lnTo>
                      <a:pt x="529" y="119"/>
                    </a:lnTo>
                    <a:lnTo>
                      <a:pt x="538" y="122"/>
                    </a:lnTo>
                    <a:lnTo>
                      <a:pt x="546" y="122"/>
                    </a:lnTo>
                    <a:lnTo>
                      <a:pt x="550" y="122"/>
                    </a:lnTo>
                    <a:lnTo>
                      <a:pt x="553" y="116"/>
                    </a:lnTo>
                    <a:lnTo>
                      <a:pt x="550" y="104"/>
                    </a:lnTo>
                    <a:lnTo>
                      <a:pt x="549" y="101"/>
                    </a:lnTo>
                    <a:lnTo>
                      <a:pt x="549" y="85"/>
                    </a:lnTo>
                    <a:lnTo>
                      <a:pt x="541" y="80"/>
                    </a:lnTo>
                    <a:lnTo>
                      <a:pt x="539" y="70"/>
                    </a:lnTo>
                    <a:lnTo>
                      <a:pt x="529" y="57"/>
                    </a:lnTo>
                    <a:lnTo>
                      <a:pt x="525" y="48"/>
                    </a:lnTo>
                    <a:lnTo>
                      <a:pt x="518" y="51"/>
                    </a:lnTo>
                    <a:lnTo>
                      <a:pt x="505" y="45"/>
                    </a:lnTo>
                    <a:lnTo>
                      <a:pt x="499" y="30"/>
                    </a:lnTo>
                    <a:lnTo>
                      <a:pt x="488" y="23"/>
                    </a:lnTo>
                    <a:lnTo>
                      <a:pt x="481" y="19"/>
                    </a:lnTo>
                    <a:lnTo>
                      <a:pt x="478" y="19"/>
                    </a:lnTo>
                    <a:lnTo>
                      <a:pt x="474" y="17"/>
                    </a:lnTo>
                    <a:lnTo>
                      <a:pt x="465" y="12"/>
                    </a:lnTo>
                    <a:lnTo>
                      <a:pt x="461" y="14"/>
                    </a:lnTo>
                    <a:lnTo>
                      <a:pt x="453" y="19"/>
                    </a:lnTo>
                    <a:lnTo>
                      <a:pt x="444" y="21"/>
                    </a:lnTo>
                    <a:lnTo>
                      <a:pt x="435" y="28"/>
                    </a:lnTo>
                    <a:lnTo>
                      <a:pt x="428" y="28"/>
                    </a:lnTo>
                    <a:lnTo>
                      <a:pt x="418" y="23"/>
                    </a:lnTo>
                    <a:lnTo>
                      <a:pt x="409" y="21"/>
                    </a:lnTo>
                    <a:lnTo>
                      <a:pt x="405" y="19"/>
                    </a:lnTo>
                    <a:lnTo>
                      <a:pt x="405" y="12"/>
                    </a:lnTo>
                    <a:lnTo>
                      <a:pt x="397" y="11"/>
                    </a:lnTo>
                    <a:lnTo>
                      <a:pt x="395" y="12"/>
                    </a:lnTo>
                    <a:lnTo>
                      <a:pt x="385" y="12"/>
                    </a:lnTo>
                    <a:lnTo>
                      <a:pt x="378" y="23"/>
                    </a:lnTo>
                    <a:lnTo>
                      <a:pt x="375" y="23"/>
                    </a:lnTo>
                    <a:lnTo>
                      <a:pt x="361" y="23"/>
                    </a:lnTo>
                    <a:lnTo>
                      <a:pt x="352" y="31"/>
                    </a:lnTo>
                    <a:lnTo>
                      <a:pt x="337" y="24"/>
                    </a:lnTo>
                    <a:lnTo>
                      <a:pt x="329" y="25"/>
                    </a:lnTo>
                    <a:lnTo>
                      <a:pt x="327" y="23"/>
                    </a:lnTo>
                    <a:lnTo>
                      <a:pt x="320" y="10"/>
                    </a:lnTo>
                    <a:lnTo>
                      <a:pt x="314" y="7"/>
                    </a:lnTo>
                    <a:lnTo>
                      <a:pt x="302" y="0"/>
                    </a:lnTo>
                  </a:path>
                </a:pathLst>
              </a:custGeom>
              <a:solidFill>
                <a:srgbClr val="E0E0E0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41" name="Group 6565"/>
          <p:cNvGrpSpPr>
            <a:grpSpLocks/>
          </p:cNvGrpSpPr>
          <p:nvPr/>
        </p:nvGrpSpPr>
        <p:grpSpPr bwMode="auto">
          <a:xfrm>
            <a:off x="7704348" y="1376772"/>
            <a:ext cx="324036" cy="288032"/>
            <a:chOff x="685" y="1837"/>
            <a:chExt cx="380" cy="357"/>
          </a:xfrm>
        </p:grpSpPr>
        <p:graphicFrame>
          <p:nvGraphicFramePr>
            <p:cNvPr id="42" name="Object 6566"/>
            <p:cNvGraphicFramePr>
              <a:graphicFrameLocks noChangeAspect="1"/>
            </p:cNvGraphicFramePr>
            <p:nvPr/>
          </p:nvGraphicFramePr>
          <p:xfrm>
            <a:off x="685" y="1837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" name="CorelDRAW" r:id="rId25" imgW="603720" imgH="566280" progId="">
                    <p:embed/>
                  </p:oleObj>
                </mc:Choice>
                <mc:Fallback>
                  <p:oleObj name="CorelDRAW" r:id="rId25" imgW="603720" imgH="566280" progId="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1837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6567"/>
            <p:cNvSpPr>
              <a:spLocks noChangeArrowheads="1"/>
            </p:cNvSpPr>
            <p:nvPr/>
          </p:nvSpPr>
          <p:spPr bwMode="auto">
            <a:xfrm>
              <a:off x="719" y="1885"/>
              <a:ext cx="290" cy="27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4" name="Group 6568"/>
            <p:cNvGrpSpPr>
              <a:grpSpLocks/>
            </p:cNvGrpSpPr>
            <p:nvPr/>
          </p:nvGrpSpPr>
          <p:grpSpPr bwMode="auto">
            <a:xfrm>
              <a:off x="736" y="1923"/>
              <a:ext cx="267" cy="149"/>
              <a:chOff x="1113" y="2598"/>
              <a:chExt cx="653" cy="415"/>
            </a:xfrm>
          </p:grpSpPr>
          <p:sp>
            <p:nvSpPr>
              <p:cNvPr id="45" name="Freeform 6569"/>
              <p:cNvSpPr>
                <a:spLocks/>
              </p:cNvSpPr>
              <p:nvPr/>
            </p:nvSpPr>
            <p:spPr bwMode="auto">
              <a:xfrm>
                <a:off x="1139" y="2749"/>
                <a:ext cx="627" cy="264"/>
              </a:xfrm>
              <a:custGeom>
                <a:avLst/>
                <a:gdLst/>
                <a:ahLst/>
                <a:cxnLst>
                  <a:cxn ang="0">
                    <a:pos x="98" y="79"/>
                  </a:cxn>
                  <a:cxn ang="0">
                    <a:pos x="121" y="79"/>
                  </a:cxn>
                  <a:cxn ang="0">
                    <a:pos x="110" y="67"/>
                  </a:cxn>
                  <a:cxn ang="0">
                    <a:pos x="106" y="69"/>
                  </a:cxn>
                  <a:cxn ang="0">
                    <a:pos x="104" y="74"/>
                  </a:cxn>
                  <a:cxn ang="0">
                    <a:pos x="104" y="79"/>
                  </a:cxn>
                  <a:cxn ang="0">
                    <a:pos x="98" y="76"/>
                  </a:cxn>
                  <a:cxn ang="0">
                    <a:pos x="98" y="70"/>
                  </a:cxn>
                  <a:cxn ang="0">
                    <a:pos x="101" y="65"/>
                  </a:cxn>
                  <a:cxn ang="0">
                    <a:pos x="104" y="62"/>
                  </a:cxn>
                  <a:cxn ang="0">
                    <a:pos x="110" y="60"/>
                  </a:cxn>
                  <a:cxn ang="0">
                    <a:pos x="121" y="60"/>
                  </a:cxn>
                  <a:cxn ang="0">
                    <a:pos x="125" y="56"/>
                  </a:cxn>
                  <a:cxn ang="0">
                    <a:pos x="145" y="50"/>
                  </a:cxn>
                  <a:cxn ang="0">
                    <a:pos x="150" y="56"/>
                  </a:cxn>
                  <a:cxn ang="0">
                    <a:pos x="182" y="68"/>
                  </a:cxn>
                  <a:cxn ang="0">
                    <a:pos x="190" y="79"/>
                  </a:cxn>
                  <a:cxn ang="0">
                    <a:pos x="194" y="44"/>
                  </a:cxn>
                  <a:cxn ang="0">
                    <a:pos x="214" y="79"/>
                  </a:cxn>
                  <a:cxn ang="0">
                    <a:pos x="218" y="44"/>
                  </a:cxn>
                  <a:cxn ang="0">
                    <a:pos x="236" y="79"/>
                  </a:cxn>
                  <a:cxn ang="0">
                    <a:pos x="230" y="73"/>
                  </a:cxn>
                  <a:cxn ang="0">
                    <a:pos x="267" y="62"/>
                  </a:cxn>
                  <a:cxn ang="0">
                    <a:pos x="259" y="73"/>
                  </a:cxn>
                  <a:cxn ang="0">
                    <a:pos x="301" y="79"/>
                  </a:cxn>
                  <a:cxn ang="0">
                    <a:pos x="363" y="194"/>
                  </a:cxn>
                  <a:cxn ang="0">
                    <a:pos x="424" y="194"/>
                  </a:cxn>
                  <a:cxn ang="0">
                    <a:pos x="485" y="194"/>
                  </a:cxn>
                  <a:cxn ang="0">
                    <a:pos x="517" y="0"/>
                  </a:cxn>
                  <a:cxn ang="0">
                    <a:pos x="532" y="0"/>
                  </a:cxn>
                  <a:cxn ang="0">
                    <a:pos x="561" y="226"/>
                  </a:cxn>
                  <a:cxn ang="0">
                    <a:pos x="626" y="263"/>
                  </a:cxn>
                  <a:cxn ang="0">
                    <a:pos x="41" y="245"/>
                  </a:cxn>
                  <a:cxn ang="0">
                    <a:pos x="29" y="263"/>
                  </a:cxn>
                  <a:cxn ang="0">
                    <a:pos x="27" y="245"/>
                  </a:cxn>
                  <a:cxn ang="0">
                    <a:pos x="15" y="263"/>
                  </a:cxn>
                  <a:cxn ang="0">
                    <a:pos x="0" y="224"/>
                  </a:cxn>
                  <a:cxn ang="0">
                    <a:pos x="62" y="79"/>
                  </a:cxn>
                </a:cxnLst>
                <a:rect l="0" t="0" r="r" b="b"/>
                <a:pathLst>
                  <a:path w="627" h="264">
                    <a:moveTo>
                      <a:pt x="62" y="79"/>
                    </a:moveTo>
                    <a:lnTo>
                      <a:pt x="98" y="79"/>
                    </a:lnTo>
                    <a:lnTo>
                      <a:pt x="104" y="79"/>
                    </a:lnTo>
                    <a:lnTo>
                      <a:pt x="121" y="79"/>
                    </a:lnTo>
                    <a:lnTo>
                      <a:pt x="121" y="67"/>
                    </a:lnTo>
                    <a:lnTo>
                      <a:pt x="110" y="67"/>
                    </a:lnTo>
                    <a:lnTo>
                      <a:pt x="108" y="68"/>
                    </a:lnTo>
                    <a:lnTo>
                      <a:pt x="106" y="69"/>
                    </a:lnTo>
                    <a:lnTo>
                      <a:pt x="104" y="72"/>
                    </a:lnTo>
                    <a:lnTo>
                      <a:pt x="104" y="74"/>
                    </a:lnTo>
                    <a:lnTo>
                      <a:pt x="104" y="77"/>
                    </a:lnTo>
                    <a:lnTo>
                      <a:pt x="104" y="79"/>
                    </a:lnTo>
                    <a:lnTo>
                      <a:pt x="98" y="79"/>
                    </a:lnTo>
                    <a:lnTo>
                      <a:pt x="98" y="76"/>
                    </a:lnTo>
                    <a:lnTo>
                      <a:pt x="98" y="73"/>
                    </a:lnTo>
                    <a:lnTo>
                      <a:pt x="98" y="70"/>
                    </a:lnTo>
                    <a:lnTo>
                      <a:pt x="100" y="67"/>
                    </a:lnTo>
                    <a:lnTo>
                      <a:pt x="101" y="65"/>
                    </a:lnTo>
                    <a:lnTo>
                      <a:pt x="103" y="63"/>
                    </a:lnTo>
                    <a:lnTo>
                      <a:pt x="104" y="62"/>
                    </a:lnTo>
                    <a:lnTo>
                      <a:pt x="107" y="60"/>
                    </a:lnTo>
                    <a:lnTo>
                      <a:pt x="110" y="60"/>
                    </a:lnTo>
                    <a:lnTo>
                      <a:pt x="113" y="60"/>
                    </a:lnTo>
                    <a:lnTo>
                      <a:pt x="121" y="60"/>
                    </a:lnTo>
                    <a:lnTo>
                      <a:pt x="121" y="56"/>
                    </a:lnTo>
                    <a:lnTo>
                      <a:pt x="125" y="56"/>
                    </a:lnTo>
                    <a:lnTo>
                      <a:pt x="125" y="50"/>
                    </a:lnTo>
                    <a:lnTo>
                      <a:pt x="145" y="50"/>
                    </a:lnTo>
                    <a:lnTo>
                      <a:pt x="145" y="56"/>
                    </a:lnTo>
                    <a:lnTo>
                      <a:pt x="150" y="56"/>
                    </a:lnTo>
                    <a:lnTo>
                      <a:pt x="150" y="68"/>
                    </a:lnTo>
                    <a:lnTo>
                      <a:pt x="182" y="68"/>
                    </a:lnTo>
                    <a:lnTo>
                      <a:pt x="182" y="79"/>
                    </a:lnTo>
                    <a:lnTo>
                      <a:pt x="190" y="79"/>
                    </a:lnTo>
                    <a:lnTo>
                      <a:pt x="190" y="44"/>
                    </a:lnTo>
                    <a:lnTo>
                      <a:pt x="194" y="44"/>
                    </a:lnTo>
                    <a:lnTo>
                      <a:pt x="194" y="79"/>
                    </a:lnTo>
                    <a:lnTo>
                      <a:pt x="214" y="79"/>
                    </a:lnTo>
                    <a:lnTo>
                      <a:pt x="214" y="44"/>
                    </a:lnTo>
                    <a:lnTo>
                      <a:pt x="218" y="44"/>
                    </a:lnTo>
                    <a:lnTo>
                      <a:pt x="218" y="79"/>
                    </a:lnTo>
                    <a:lnTo>
                      <a:pt x="236" y="79"/>
                    </a:lnTo>
                    <a:lnTo>
                      <a:pt x="236" y="73"/>
                    </a:lnTo>
                    <a:lnTo>
                      <a:pt x="230" y="73"/>
                    </a:lnTo>
                    <a:lnTo>
                      <a:pt x="230" y="62"/>
                    </a:lnTo>
                    <a:lnTo>
                      <a:pt x="267" y="62"/>
                    </a:lnTo>
                    <a:lnTo>
                      <a:pt x="267" y="73"/>
                    </a:lnTo>
                    <a:lnTo>
                      <a:pt x="259" y="73"/>
                    </a:lnTo>
                    <a:lnTo>
                      <a:pt x="259" y="79"/>
                    </a:lnTo>
                    <a:lnTo>
                      <a:pt x="301" y="79"/>
                    </a:lnTo>
                    <a:lnTo>
                      <a:pt x="301" y="147"/>
                    </a:lnTo>
                    <a:lnTo>
                      <a:pt x="363" y="194"/>
                    </a:lnTo>
                    <a:lnTo>
                      <a:pt x="364" y="150"/>
                    </a:lnTo>
                    <a:lnTo>
                      <a:pt x="424" y="194"/>
                    </a:lnTo>
                    <a:lnTo>
                      <a:pt x="425" y="149"/>
                    </a:lnTo>
                    <a:lnTo>
                      <a:pt x="485" y="194"/>
                    </a:lnTo>
                    <a:lnTo>
                      <a:pt x="493" y="0"/>
                    </a:lnTo>
                    <a:lnTo>
                      <a:pt x="517" y="0"/>
                    </a:lnTo>
                    <a:lnTo>
                      <a:pt x="523" y="247"/>
                    </a:lnTo>
                    <a:lnTo>
                      <a:pt x="532" y="0"/>
                    </a:lnTo>
                    <a:lnTo>
                      <a:pt x="554" y="0"/>
                    </a:lnTo>
                    <a:lnTo>
                      <a:pt x="561" y="226"/>
                    </a:lnTo>
                    <a:lnTo>
                      <a:pt x="626" y="226"/>
                    </a:lnTo>
                    <a:lnTo>
                      <a:pt x="626" y="263"/>
                    </a:lnTo>
                    <a:lnTo>
                      <a:pt x="41" y="263"/>
                    </a:lnTo>
                    <a:lnTo>
                      <a:pt x="41" y="245"/>
                    </a:lnTo>
                    <a:lnTo>
                      <a:pt x="29" y="245"/>
                    </a:lnTo>
                    <a:lnTo>
                      <a:pt x="29" y="263"/>
                    </a:lnTo>
                    <a:lnTo>
                      <a:pt x="27" y="263"/>
                    </a:lnTo>
                    <a:lnTo>
                      <a:pt x="27" y="245"/>
                    </a:lnTo>
                    <a:lnTo>
                      <a:pt x="15" y="245"/>
                    </a:lnTo>
                    <a:lnTo>
                      <a:pt x="15" y="263"/>
                    </a:lnTo>
                    <a:lnTo>
                      <a:pt x="0" y="263"/>
                    </a:lnTo>
                    <a:lnTo>
                      <a:pt x="0" y="224"/>
                    </a:lnTo>
                    <a:lnTo>
                      <a:pt x="62" y="224"/>
                    </a:lnTo>
                    <a:lnTo>
                      <a:pt x="62" y="79"/>
                    </a:lnTo>
                  </a:path>
                </a:pathLst>
              </a:custGeom>
              <a:solidFill>
                <a:srgbClr val="212121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6570"/>
              <p:cNvSpPr>
                <a:spLocks/>
              </p:cNvSpPr>
              <p:nvPr/>
            </p:nvSpPr>
            <p:spPr bwMode="auto">
              <a:xfrm>
                <a:off x="1113" y="2598"/>
                <a:ext cx="554" cy="129"/>
              </a:xfrm>
              <a:custGeom>
                <a:avLst/>
                <a:gdLst/>
                <a:ahLst/>
                <a:cxnLst>
                  <a:cxn ang="0">
                    <a:pos x="289" y="18"/>
                  </a:cxn>
                  <a:cxn ang="0">
                    <a:pos x="260" y="23"/>
                  </a:cxn>
                  <a:cxn ang="0">
                    <a:pos x="240" y="33"/>
                  </a:cxn>
                  <a:cxn ang="0">
                    <a:pos x="220" y="18"/>
                  </a:cxn>
                  <a:cxn ang="0">
                    <a:pos x="187" y="21"/>
                  </a:cxn>
                  <a:cxn ang="0">
                    <a:pos x="143" y="36"/>
                  </a:cxn>
                  <a:cxn ang="0">
                    <a:pos x="130" y="36"/>
                  </a:cxn>
                  <a:cxn ang="0">
                    <a:pos x="116" y="20"/>
                  </a:cxn>
                  <a:cxn ang="0">
                    <a:pos x="90" y="24"/>
                  </a:cxn>
                  <a:cxn ang="0">
                    <a:pos x="74" y="14"/>
                  </a:cxn>
                  <a:cxn ang="0">
                    <a:pos x="50" y="27"/>
                  </a:cxn>
                  <a:cxn ang="0">
                    <a:pos x="33" y="16"/>
                  </a:cxn>
                  <a:cxn ang="0">
                    <a:pos x="10" y="24"/>
                  </a:cxn>
                  <a:cxn ang="0">
                    <a:pos x="0" y="36"/>
                  </a:cxn>
                  <a:cxn ang="0">
                    <a:pos x="16" y="39"/>
                  </a:cxn>
                  <a:cxn ang="0">
                    <a:pos x="35" y="50"/>
                  </a:cxn>
                  <a:cxn ang="0">
                    <a:pos x="52" y="44"/>
                  </a:cxn>
                  <a:cxn ang="0">
                    <a:pos x="74" y="52"/>
                  </a:cxn>
                  <a:cxn ang="0">
                    <a:pos x="94" y="58"/>
                  </a:cxn>
                  <a:cxn ang="0">
                    <a:pos x="112" y="90"/>
                  </a:cxn>
                  <a:cxn ang="0">
                    <a:pos x="141" y="84"/>
                  </a:cxn>
                  <a:cxn ang="0">
                    <a:pos x="154" y="86"/>
                  </a:cxn>
                  <a:cxn ang="0">
                    <a:pos x="180" y="92"/>
                  </a:cxn>
                  <a:cxn ang="0">
                    <a:pos x="189" y="71"/>
                  </a:cxn>
                  <a:cxn ang="0">
                    <a:pos x="211" y="90"/>
                  </a:cxn>
                  <a:cxn ang="0">
                    <a:pos x="242" y="86"/>
                  </a:cxn>
                  <a:cxn ang="0">
                    <a:pos x="259" y="106"/>
                  </a:cxn>
                  <a:cxn ang="0">
                    <a:pos x="280" y="96"/>
                  </a:cxn>
                  <a:cxn ang="0">
                    <a:pos x="307" y="109"/>
                  </a:cxn>
                  <a:cxn ang="0">
                    <a:pos x="339" y="125"/>
                  </a:cxn>
                  <a:cxn ang="0">
                    <a:pos x="358" y="122"/>
                  </a:cxn>
                  <a:cxn ang="0">
                    <a:pos x="378" y="111"/>
                  </a:cxn>
                  <a:cxn ang="0">
                    <a:pos x="394" y="125"/>
                  </a:cxn>
                  <a:cxn ang="0">
                    <a:pos x="413" y="126"/>
                  </a:cxn>
                  <a:cxn ang="0">
                    <a:pos x="430" y="112"/>
                  </a:cxn>
                  <a:cxn ang="0">
                    <a:pos x="447" y="111"/>
                  </a:cxn>
                  <a:cxn ang="0">
                    <a:pos x="461" y="107"/>
                  </a:cxn>
                  <a:cxn ang="0">
                    <a:pos x="486" y="121"/>
                  </a:cxn>
                  <a:cxn ang="0">
                    <a:pos x="492" y="110"/>
                  </a:cxn>
                  <a:cxn ang="0">
                    <a:pos x="478" y="89"/>
                  </a:cxn>
                  <a:cxn ang="0">
                    <a:pos x="468" y="75"/>
                  </a:cxn>
                  <a:cxn ang="0">
                    <a:pos x="491" y="85"/>
                  </a:cxn>
                  <a:cxn ang="0">
                    <a:pos x="508" y="99"/>
                  </a:cxn>
                  <a:cxn ang="0">
                    <a:pos x="529" y="119"/>
                  </a:cxn>
                  <a:cxn ang="0">
                    <a:pos x="550" y="122"/>
                  </a:cxn>
                  <a:cxn ang="0">
                    <a:pos x="549" y="101"/>
                  </a:cxn>
                  <a:cxn ang="0">
                    <a:pos x="539" y="70"/>
                  </a:cxn>
                  <a:cxn ang="0">
                    <a:pos x="518" y="51"/>
                  </a:cxn>
                  <a:cxn ang="0">
                    <a:pos x="488" y="23"/>
                  </a:cxn>
                  <a:cxn ang="0">
                    <a:pos x="474" y="17"/>
                  </a:cxn>
                  <a:cxn ang="0">
                    <a:pos x="453" y="19"/>
                  </a:cxn>
                  <a:cxn ang="0">
                    <a:pos x="428" y="28"/>
                  </a:cxn>
                  <a:cxn ang="0">
                    <a:pos x="405" y="19"/>
                  </a:cxn>
                  <a:cxn ang="0">
                    <a:pos x="395" y="12"/>
                  </a:cxn>
                  <a:cxn ang="0">
                    <a:pos x="375" y="23"/>
                  </a:cxn>
                  <a:cxn ang="0">
                    <a:pos x="337" y="24"/>
                  </a:cxn>
                  <a:cxn ang="0">
                    <a:pos x="320" y="10"/>
                  </a:cxn>
                </a:cxnLst>
                <a:rect l="0" t="0" r="r" b="b"/>
                <a:pathLst>
                  <a:path w="554" h="129">
                    <a:moveTo>
                      <a:pt x="302" y="0"/>
                    </a:moveTo>
                    <a:lnTo>
                      <a:pt x="297" y="7"/>
                    </a:lnTo>
                    <a:lnTo>
                      <a:pt x="289" y="18"/>
                    </a:lnTo>
                    <a:lnTo>
                      <a:pt x="281" y="21"/>
                    </a:lnTo>
                    <a:lnTo>
                      <a:pt x="268" y="20"/>
                    </a:lnTo>
                    <a:lnTo>
                      <a:pt x="260" y="23"/>
                    </a:lnTo>
                    <a:lnTo>
                      <a:pt x="253" y="21"/>
                    </a:lnTo>
                    <a:lnTo>
                      <a:pt x="243" y="23"/>
                    </a:lnTo>
                    <a:lnTo>
                      <a:pt x="240" y="33"/>
                    </a:lnTo>
                    <a:lnTo>
                      <a:pt x="232" y="37"/>
                    </a:lnTo>
                    <a:lnTo>
                      <a:pt x="225" y="30"/>
                    </a:lnTo>
                    <a:lnTo>
                      <a:pt x="220" y="18"/>
                    </a:lnTo>
                    <a:lnTo>
                      <a:pt x="211" y="14"/>
                    </a:lnTo>
                    <a:lnTo>
                      <a:pt x="209" y="15"/>
                    </a:lnTo>
                    <a:lnTo>
                      <a:pt x="187" y="21"/>
                    </a:lnTo>
                    <a:lnTo>
                      <a:pt x="161" y="27"/>
                    </a:lnTo>
                    <a:lnTo>
                      <a:pt x="152" y="36"/>
                    </a:lnTo>
                    <a:lnTo>
                      <a:pt x="143" y="36"/>
                    </a:lnTo>
                    <a:lnTo>
                      <a:pt x="142" y="35"/>
                    </a:lnTo>
                    <a:lnTo>
                      <a:pt x="138" y="40"/>
                    </a:lnTo>
                    <a:lnTo>
                      <a:pt x="130" y="36"/>
                    </a:lnTo>
                    <a:lnTo>
                      <a:pt x="127" y="32"/>
                    </a:lnTo>
                    <a:lnTo>
                      <a:pt x="119" y="28"/>
                    </a:lnTo>
                    <a:lnTo>
                      <a:pt x="116" y="20"/>
                    </a:lnTo>
                    <a:lnTo>
                      <a:pt x="106" y="14"/>
                    </a:lnTo>
                    <a:lnTo>
                      <a:pt x="98" y="20"/>
                    </a:lnTo>
                    <a:lnTo>
                      <a:pt x="90" y="24"/>
                    </a:lnTo>
                    <a:lnTo>
                      <a:pt x="86" y="23"/>
                    </a:lnTo>
                    <a:lnTo>
                      <a:pt x="82" y="14"/>
                    </a:lnTo>
                    <a:lnTo>
                      <a:pt x="74" y="14"/>
                    </a:lnTo>
                    <a:lnTo>
                      <a:pt x="65" y="25"/>
                    </a:lnTo>
                    <a:lnTo>
                      <a:pt x="59" y="27"/>
                    </a:lnTo>
                    <a:lnTo>
                      <a:pt x="50" y="27"/>
                    </a:lnTo>
                    <a:lnTo>
                      <a:pt x="43" y="15"/>
                    </a:lnTo>
                    <a:lnTo>
                      <a:pt x="40" y="16"/>
                    </a:lnTo>
                    <a:lnTo>
                      <a:pt x="33" y="16"/>
                    </a:lnTo>
                    <a:lnTo>
                      <a:pt x="19" y="16"/>
                    </a:lnTo>
                    <a:lnTo>
                      <a:pt x="19" y="25"/>
                    </a:lnTo>
                    <a:lnTo>
                      <a:pt x="10" y="24"/>
                    </a:lnTo>
                    <a:lnTo>
                      <a:pt x="8" y="23"/>
                    </a:lnTo>
                    <a:lnTo>
                      <a:pt x="4" y="27"/>
                    </a:lnTo>
                    <a:lnTo>
                      <a:pt x="0" y="36"/>
                    </a:lnTo>
                    <a:lnTo>
                      <a:pt x="4" y="43"/>
                    </a:lnTo>
                    <a:lnTo>
                      <a:pt x="13" y="44"/>
                    </a:lnTo>
                    <a:lnTo>
                      <a:pt x="16" y="39"/>
                    </a:lnTo>
                    <a:lnTo>
                      <a:pt x="25" y="48"/>
                    </a:lnTo>
                    <a:lnTo>
                      <a:pt x="34" y="49"/>
                    </a:lnTo>
                    <a:lnTo>
                      <a:pt x="35" y="50"/>
                    </a:lnTo>
                    <a:lnTo>
                      <a:pt x="43" y="44"/>
                    </a:lnTo>
                    <a:lnTo>
                      <a:pt x="52" y="41"/>
                    </a:lnTo>
                    <a:lnTo>
                      <a:pt x="52" y="44"/>
                    </a:lnTo>
                    <a:lnTo>
                      <a:pt x="63" y="47"/>
                    </a:lnTo>
                    <a:lnTo>
                      <a:pt x="70" y="50"/>
                    </a:lnTo>
                    <a:lnTo>
                      <a:pt x="74" y="52"/>
                    </a:lnTo>
                    <a:lnTo>
                      <a:pt x="83" y="56"/>
                    </a:lnTo>
                    <a:lnTo>
                      <a:pt x="87" y="62"/>
                    </a:lnTo>
                    <a:lnTo>
                      <a:pt x="94" y="58"/>
                    </a:lnTo>
                    <a:lnTo>
                      <a:pt x="107" y="70"/>
                    </a:lnTo>
                    <a:lnTo>
                      <a:pt x="107" y="81"/>
                    </a:lnTo>
                    <a:lnTo>
                      <a:pt x="112" y="90"/>
                    </a:lnTo>
                    <a:lnTo>
                      <a:pt x="121" y="85"/>
                    </a:lnTo>
                    <a:lnTo>
                      <a:pt x="130" y="85"/>
                    </a:lnTo>
                    <a:lnTo>
                      <a:pt x="141" y="84"/>
                    </a:lnTo>
                    <a:lnTo>
                      <a:pt x="143" y="83"/>
                    </a:lnTo>
                    <a:lnTo>
                      <a:pt x="151" y="80"/>
                    </a:lnTo>
                    <a:lnTo>
                      <a:pt x="154" y="86"/>
                    </a:lnTo>
                    <a:lnTo>
                      <a:pt x="165" y="102"/>
                    </a:lnTo>
                    <a:lnTo>
                      <a:pt x="177" y="99"/>
                    </a:lnTo>
                    <a:lnTo>
                      <a:pt x="180" y="92"/>
                    </a:lnTo>
                    <a:lnTo>
                      <a:pt x="180" y="82"/>
                    </a:lnTo>
                    <a:lnTo>
                      <a:pt x="184" y="71"/>
                    </a:lnTo>
                    <a:lnTo>
                      <a:pt x="189" y="71"/>
                    </a:lnTo>
                    <a:lnTo>
                      <a:pt x="196" y="72"/>
                    </a:lnTo>
                    <a:lnTo>
                      <a:pt x="200" y="82"/>
                    </a:lnTo>
                    <a:lnTo>
                      <a:pt x="211" y="90"/>
                    </a:lnTo>
                    <a:lnTo>
                      <a:pt x="220" y="89"/>
                    </a:lnTo>
                    <a:lnTo>
                      <a:pt x="233" y="89"/>
                    </a:lnTo>
                    <a:lnTo>
                      <a:pt x="242" y="86"/>
                    </a:lnTo>
                    <a:lnTo>
                      <a:pt x="243" y="88"/>
                    </a:lnTo>
                    <a:lnTo>
                      <a:pt x="250" y="98"/>
                    </a:lnTo>
                    <a:lnTo>
                      <a:pt x="259" y="106"/>
                    </a:lnTo>
                    <a:lnTo>
                      <a:pt x="274" y="111"/>
                    </a:lnTo>
                    <a:lnTo>
                      <a:pt x="275" y="104"/>
                    </a:lnTo>
                    <a:lnTo>
                      <a:pt x="280" y="96"/>
                    </a:lnTo>
                    <a:lnTo>
                      <a:pt x="287" y="104"/>
                    </a:lnTo>
                    <a:lnTo>
                      <a:pt x="297" y="110"/>
                    </a:lnTo>
                    <a:lnTo>
                      <a:pt x="307" y="109"/>
                    </a:lnTo>
                    <a:lnTo>
                      <a:pt x="314" y="112"/>
                    </a:lnTo>
                    <a:lnTo>
                      <a:pt x="322" y="124"/>
                    </a:lnTo>
                    <a:lnTo>
                      <a:pt x="339" y="125"/>
                    </a:lnTo>
                    <a:lnTo>
                      <a:pt x="345" y="120"/>
                    </a:lnTo>
                    <a:lnTo>
                      <a:pt x="355" y="121"/>
                    </a:lnTo>
                    <a:lnTo>
                      <a:pt x="358" y="122"/>
                    </a:lnTo>
                    <a:lnTo>
                      <a:pt x="365" y="112"/>
                    </a:lnTo>
                    <a:lnTo>
                      <a:pt x="374" y="111"/>
                    </a:lnTo>
                    <a:lnTo>
                      <a:pt x="378" y="111"/>
                    </a:lnTo>
                    <a:lnTo>
                      <a:pt x="383" y="114"/>
                    </a:lnTo>
                    <a:lnTo>
                      <a:pt x="391" y="123"/>
                    </a:lnTo>
                    <a:lnTo>
                      <a:pt x="394" y="125"/>
                    </a:lnTo>
                    <a:lnTo>
                      <a:pt x="398" y="128"/>
                    </a:lnTo>
                    <a:lnTo>
                      <a:pt x="407" y="126"/>
                    </a:lnTo>
                    <a:lnTo>
                      <a:pt x="413" y="126"/>
                    </a:lnTo>
                    <a:lnTo>
                      <a:pt x="419" y="116"/>
                    </a:lnTo>
                    <a:lnTo>
                      <a:pt x="428" y="112"/>
                    </a:lnTo>
                    <a:lnTo>
                      <a:pt x="430" y="112"/>
                    </a:lnTo>
                    <a:lnTo>
                      <a:pt x="436" y="105"/>
                    </a:lnTo>
                    <a:lnTo>
                      <a:pt x="445" y="110"/>
                    </a:lnTo>
                    <a:lnTo>
                      <a:pt x="447" y="111"/>
                    </a:lnTo>
                    <a:lnTo>
                      <a:pt x="452" y="117"/>
                    </a:lnTo>
                    <a:lnTo>
                      <a:pt x="456" y="108"/>
                    </a:lnTo>
                    <a:lnTo>
                      <a:pt x="461" y="107"/>
                    </a:lnTo>
                    <a:lnTo>
                      <a:pt x="464" y="107"/>
                    </a:lnTo>
                    <a:lnTo>
                      <a:pt x="470" y="108"/>
                    </a:lnTo>
                    <a:lnTo>
                      <a:pt x="486" y="121"/>
                    </a:lnTo>
                    <a:lnTo>
                      <a:pt x="505" y="122"/>
                    </a:lnTo>
                    <a:lnTo>
                      <a:pt x="500" y="111"/>
                    </a:lnTo>
                    <a:lnTo>
                      <a:pt x="492" y="110"/>
                    </a:lnTo>
                    <a:lnTo>
                      <a:pt x="489" y="99"/>
                    </a:lnTo>
                    <a:lnTo>
                      <a:pt x="488" y="95"/>
                    </a:lnTo>
                    <a:lnTo>
                      <a:pt x="478" y="89"/>
                    </a:lnTo>
                    <a:lnTo>
                      <a:pt x="477" y="79"/>
                    </a:lnTo>
                    <a:lnTo>
                      <a:pt x="469" y="79"/>
                    </a:lnTo>
                    <a:lnTo>
                      <a:pt x="468" y="75"/>
                    </a:lnTo>
                    <a:lnTo>
                      <a:pt x="475" y="61"/>
                    </a:lnTo>
                    <a:lnTo>
                      <a:pt x="483" y="73"/>
                    </a:lnTo>
                    <a:lnTo>
                      <a:pt x="491" y="85"/>
                    </a:lnTo>
                    <a:lnTo>
                      <a:pt x="500" y="93"/>
                    </a:lnTo>
                    <a:lnTo>
                      <a:pt x="506" y="92"/>
                    </a:lnTo>
                    <a:lnTo>
                      <a:pt x="508" y="99"/>
                    </a:lnTo>
                    <a:lnTo>
                      <a:pt x="516" y="109"/>
                    </a:lnTo>
                    <a:lnTo>
                      <a:pt x="525" y="109"/>
                    </a:lnTo>
                    <a:lnTo>
                      <a:pt x="529" y="119"/>
                    </a:lnTo>
                    <a:lnTo>
                      <a:pt x="538" y="122"/>
                    </a:lnTo>
                    <a:lnTo>
                      <a:pt x="546" y="122"/>
                    </a:lnTo>
                    <a:lnTo>
                      <a:pt x="550" y="122"/>
                    </a:lnTo>
                    <a:lnTo>
                      <a:pt x="553" y="116"/>
                    </a:lnTo>
                    <a:lnTo>
                      <a:pt x="550" y="104"/>
                    </a:lnTo>
                    <a:lnTo>
                      <a:pt x="549" y="101"/>
                    </a:lnTo>
                    <a:lnTo>
                      <a:pt x="549" y="85"/>
                    </a:lnTo>
                    <a:lnTo>
                      <a:pt x="541" y="80"/>
                    </a:lnTo>
                    <a:lnTo>
                      <a:pt x="539" y="70"/>
                    </a:lnTo>
                    <a:lnTo>
                      <a:pt x="529" y="57"/>
                    </a:lnTo>
                    <a:lnTo>
                      <a:pt x="525" y="48"/>
                    </a:lnTo>
                    <a:lnTo>
                      <a:pt x="518" y="51"/>
                    </a:lnTo>
                    <a:lnTo>
                      <a:pt x="505" y="45"/>
                    </a:lnTo>
                    <a:lnTo>
                      <a:pt x="499" y="30"/>
                    </a:lnTo>
                    <a:lnTo>
                      <a:pt x="488" y="23"/>
                    </a:lnTo>
                    <a:lnTo>
                      <a:pt x="481" y="19"/>
                    </a:lnTo>
                    <a:lnTo>
                      <a:pt x="478" y="19"/>
                    </a:lnTo>
                    <a:lnTo>
                      <a:pt x="474" y="17"/>
                    </a:lnTo>
                    <a:lnTo>
                      <a:pt x="465" y="12"/>
                    </a:lnTo>
                    <a:lnTo>
                      <a:pt x="461" y="14"/>
                    </a:lnTo>
                    <a:lnTo>
                      <a:pt x="453" y="19"/>
                    </a:lnTo>
                    <a:lnTo>
                      <a:pt x="444" y="21"/>
                    </a:lnTo>
                    <a:lnTo>
                      <a:pt x="435" y="28"/>
                    </a:lnTo>
                    <a:lnTo>
                      <a:pt x="428" y="28"/>
                    </a:lnTo>
                    <a:lnTo>
                      <a:pt x="418" y="23"/>
                    </a:lnTo>
                    <a:lnTo>
                      <a:pt x="409" y="21"/>
                    </a:lnTo>
                    <a:lnTo>
                      <a:pt x="405" y="19"/>
                    </a:lnTo>
                    <a:lnTo>
                      <a:pt x="405" y="12"/>
                    </a:lnTo>
                    <a:lnTo>
                      <a:pt x="397" y="11"/>
                    </a:lnTo>
                    <a:lnTo>
                      <a:pt x="395" y="12"/>
                    </a:lnTo>
                    <a:lnTo>
                      <a:pt x="385" y="12"/>
                    </a:lnTo>
                    <a:lnTo>
                      <a:pt x="378" y="23"/>
                    </a:lnTo>
                    <a:lnTo>
                      <a:pt x="375" y="23"/>
                    </a:lnTo>
                    <a:lnTo>
                      <a:pt x="361" y="23"/>
                    </a:lnTo>
                    <a:lnTo>
                      <a:pt x="352" y="31"/>
                    </a:lnTo>
                    <a:lnTo>
                      <a:pt x="337" y="24"/>
                    </a:lnTo>
                    <a:lnTo>
                      <a:pt x="329" y="25"/>
                    </a:lnTo>
                    <a:lnTo>
                      <a:pt x="327" y="23"/>
                    </a:lnTo>
                    <a:lnTo>
                      <a:pt x="320" y="10"/>
                    </a:lnTo>
                    <a:lnTo>
                      <a:pt x="314" y="7"/>
                    </a:lnTo>
                    <a:lnTo>
                      <a:pt x="302" y="0"/>
                    </a:lnTo>
                  </a:path>
                </a:pathLst>
              </a:custGeom>
              <a:solidFill>
                <a:srgbClr val="E0E0E0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graphicFrame>
        <p:nvGraphicFramePr>
          <p:cNvPr id="1044" name="Object 20"/>
          <p:cNvGraphicFramePr>
            <a:graphicFrameLocks noChangeAspect="1"/>
          </p:cNvGraphicFramePr>
          <p:nvPr/>
        </p:nvGraphicFramePr>
        <p:xfrm>
          <a:off x="8208404" y="1700808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CorelDRAW" r:id="rId26" imgW="558360" imgH="558360" progId="">
                  <p:embed/>
                </p:oleObj>
              </mc:Choice>
              <mc:Fallback>
                <p:oleObj name="CorelDRAW" r:id="rId26" imgW="558360" imgH="55836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404" y="1700808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Straight Arrow Connector 48"/>
          <p:cNvCxnSpPr/>
          <p:nvPr/>
        </p:nvCxnSpPr>
        <p:spPr>
          <a:xfrm rot="16200000" flipH="1">
            <a:off x="2105726" y="2870939"/>
            <a:ext cx="468052" cy="21602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007604" y="2168860"/>
            <a:ext cx="396044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2411760" y="5193196"/>
            <a:ext cx="576064" cy="36004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5400000" flipH="1" flipV="1">
            <a:off x="5184068" y="2528900"/>
            <a:ext cx="504056" cy="43204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6200000" flipH="1">
            <a:off x="7578334" y="2042847"/>
            <a:ext cx="396044" cy="36004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300192" y="4941168"/>
            <a:ext cx="648072" cy="21602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71600" y="2024844"/>
            <a:ext cx="612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1.5knt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67744" y="2744924"/>
            <a:ext cx="612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 </a:t>
            </a:r>
            <a:r>
              <a:rPr lang="en-GB" sz="1100" dirty="0" err="1"/>
              <a:t>knt</a:t>
            </a:r>
            <a:endParaRPr lang="en-GB" sz="1100" dirty="0"/>
          </a:p>
        </p:txBody>
      </p:sp>
      <p:sp>
        <p:nvSpPr>
          <p:cNvPr id="62" name="TextBox 61"/>
          <p:cNvSpPr txBox="1"/>
          <p:nvPr/>
        </p:nvSpPr>
        <p:spPr>
          <a:xfrm>
            <a:off x="2555776" y="5337212"/>
            <a:ext cx="75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0.75knt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192" y="5013176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0.75knt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8084" y="2708920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0.75knt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4308" y="2240868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0.5knt</a:t>
            </a:r>
          </a:p>
        </p:txBody>
      </p:sp>
      <p:grpSp>
        <p:nvGrpSpPr>
          <p:cNvPr id="67" name="Group 6493"/>
          <p:cNvGrpSpPr>
            <a:grpSpLocks/>
          </p:cNvGrpSpPr>
          <p:nvPr/>
        </p:nvGrpSpPr>
        <p:grpSpPr bwMode="auto">
          <a:xfrm>
            <a:off x="935596" y="1628800"/>
            <a:ext cx="357560" cy="324035"/>
            <a:chOff x="458" y="1952"/>
            <a:chExt cx="380" cy="357"/>
          </a:xfrm>
        </p:grpSpPr>
        <p:graphicFrame>
          <p:nvGraphicFramePr>
            <p:cNvPr id="68" name="Object 6494"/>
            <p:cNvGraphicFramePr>
              <a:graphicFrameLocks noChangeAspect="1"/>
            </p:cNvGraphicFramePr>
            <p:nvPr/>
          </p:nvGraphicFramePr>
          <p:xfrm>
            <a:off x="458" y="1952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" name="CorelDRAW" r:id="rId28" imgW="603720" imgH="566280" progId="">
                    <p:embed/>
                  </p:oleObj>
                </mc:Choice>
                <mc:Fallback>
                  <p:oleObj name="CorelDRAW" r:id="rId28" imgW="603720" imgH="566280" progId="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1952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Oval 6495"/>
            <p:cNvSpPr>
              <a:spLocks noChangeArrowheads="1"/>
            </p:cNvSpPr>
            <p:nvPr/>
          </p:nvSpPr>
          <p:spPr bwMode="auto">
            <a:xfrm>
              <a:off x="498" y="1988"/>
              <a:ext cx="281" cy="28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sz="1000" dirty="0">
                  <a:solidFill>
                    <a:srgbClr val="FF3300"/>
                  </a:solidFill>
                  <a:latin typeface="Tahoma" pitchFamily="34" charset="0"/>
                </a:rPr>
                <a:t>SSSI</a:t>
              </a:r>
            </a:p>
          </p:txBody>
        </p:sp>
      </p:grpSp>
      <p:grpSp>
        <p:nvGrpSpPr>
          <p:cNvPr id="71" name="Group 6493"/>
          <p:cNvGrpSpPr>
            <a:grpSpLocks/>
          </p:cNvGrpSpPr>
          <p:nvPr/>
        </p:nvGrpSpPr>
        <p:grpSpPr bwMode="auto">
          <a:xfrm>
            <a:off x="2411760" y="1484784"/>
            <a:ext cx="357560" cy="324035"/>
            <a:chOff x="458" y="1952"/>
            <a:chExt cx="380" cy="357"/>
          </a:xfrm>
        </p:grpSpPr>
        <p:graphicFrame>
          <p:nvGraphicFramePr>
            <p:cNvPr id="72" name="Object 6494"/>
            <p:cNvGraphicFramePr>
              <a:graphicFrameLocks noChangeAspect="1"/>
            </p:cNvGraphicFramePr>
            <p:nvPr/>
          </p:nvGraphicFramePr>
          <p:xfrm>
            <a:off x="458" y="1952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" name="CorelDRAW" r:id="rId29" imgW="603720" imgH="566280" progId="">
                    <p:embed/>
                  </p:oleObj>
                </mc:Choice>
                <mc:Fallback>
                  <p:oleObj name="CorelDRAW" r:id="rId29" imgW="603720" imgH="566280" progId="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1952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Oval 6495"/>
            <p:cNvSpPr>
              <a:spLocks noChangeArrowheads="1"/>
            </p:cNvSpPr>
            <p:nvPr/>
          </p:nvSpPr>
          <p:spPr bwMode="auto">
            <a:xfrm>
              <a:off x="498" y="1988"/>
              <a:ext cx="281" cy="28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sz="1000" dirty="0">
                  <a:solidFill>
                    <a:srgbClr val="FF3300"/>
                  </a:solidFill>
                  <a:latin typeface="Tahoma" pitchFamily="34" charset="0"/>
                </a:rPr>
                <a:t>SSSI</a:t>
              </a:r>
            </a:p>
          </p:txBody>
        </p:sp>
      </p:grpSp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2015716" y="1376772"/>
          <a:ext cx="324036" cy="324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CorelDRAW" r:id="rId30" imgW="573120" imgH="573120" progId="">
                  <p:embed/>
                </p:oleObj>
              </mc:Choice>
              <mc:Fallback>
                <p:oleObj name="CorelDRAW" r:id="rId30" imgW="573120" imgH="57312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716" y="1376772"/>
                        <a:ext cx="324036" cy="324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2303748" y="1844824"/>
          <a:ext cx="296270" cy="220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CorelDRAW" r:id="rId32" imgW="756000" imgH="561960" progId="">
                  <p:embed/>
                </p:oleObj>
              </mc:Choice>
              <mc:Fallback>
                <p:oleObj name="CorelDRAW" r:id="rId32" imgW="756000" imgH="56196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748" y="1844824"/>
                        <a:ext cx="296270" cy="220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611560" y="1484784"/>
          <a:ext cx="295275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CorelDRAW" r:id="rId34" imgW="756000" imgH="561960" progId="">
                  <p:embed/>
                </p:oleObj>
              </mc:Choice>
              <mc:Fallback>
                <p:oleObj name="CorelDRAW" r:id="rId34" imgW="756000" imgH="56196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484784"/>
                        <a:ext cx="295275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493"/>
          <p:cNvGrpSpPr>
            <a:grpSpLocks/>
          </p:cNvGrpSpPr>
          <p:nvPr/>
        </p:nvGrpSpPr>
        <p:grpSpPr bwMode="auto">
          <a:xfrm>
            <a:off x="899591" y="1196752"/>
            <a:ext cx="864097" cy="828092"/>
            <a:chOff x="458" y="1952"/>
            <a:chExt cx="380" cy="357"/>
          </a:xfrm>
        </p:grpSpPr>
        <p:graphicFrame>
          <p:nvGraphicFramePr>
            <p:cNvPr id="6" name="Object 6494"/>
            <p:cNvGraphicFramePr>
              <a:graphicFrameLocks noChangeAspect="1"/>
            </p:cNvGraphicFramePr>
            <p:nvPr/>
          </p:nvGraphicFramePr>
          <p:xfrm>
            <a:off x="458" y="1952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CorelDRAW" r:id="rId3" imgW="603720" imgH="566280" progId="">
                    <p:embed/>
                  </p:oleObj>
                </mc:Choice>
                <mc:Fallback>
                  <p:oleObj name="CorelDRAW" r:id="rId3" imgW="603720" imgH="56628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1952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Oval 6495"/>
            <p:cNvSpPr>
              <a:spLocks noChangeArrowheads="1"/>
            </p:cNvSpPr>
            <p:nvPr/>
          </p:nvSpPr>
          <p:spPr bwMode="auto">
            <a:xfrm>
              <a:off x="498" y="1988"/>
              <a:ext cx="281" cy="28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sz="1800" dirty="0">
                  <a:solidFill>
                    <a:srgbClr val="FF3300"/>
                  </a:solidFill>
                  <a:latin typeface="Tahoma" pitchFamily="34" charset="0"/>
                </a:rPr>
                <a:t>SSSI</a:t>
              </a:r>
            </a:p>
          </p:txBody>
        </p:sp>
      </p:grpSp>
      <p:graphicFrame>
        <p:nvGraphicFramePr>
          <p:cNvPr id="307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99592" y="2060848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CorelDRAW" r:id="rId5" imgW="562680" imgH="562680" progId="">
                  <p:embed/>
                </p:oleObj>
              </mc:Choice>
              <mc:Fallback>
                <p:oleObj name="CorelDRAW" r:id="rId5" imgW="562680" imgH="5626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060848"/>
                        <a:ext cx="720080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4932040" y="5409220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CorelDRAW" r:id="rId7" imgW="561240" imgH="561240" progId="">
                  <p:embed/>
                </p:oleObj>
              </mc:Choice>
              <mc:Fallback>
                <p:oleObj name="CorelDRAW" r:id="rId7" imgW="561240" imgH="5612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5409220"/>
                        <a:ext cx="720080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418"/>
          <p:cNvGraphicFramePr>
            <a:graphicFrameLocks noChangeAspect="1"/>
          </p:cNvGraphicFramePr>
          <p:nvPr/>
        </p:nvGraphicFramePr>
        <p:xfrm>
          <a:off x="4932040" y="4566890"/>
          <a:ext cx="734319" cy="734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CorelDRAW" r:id="rId9" imgW="573120" imgH="573120" progId="">
                  <p:embed/>
                </p:oleObj>
              </mc:Choice>
              <mc:Fallback>
                <p:oleObj name="CorelDRAW" r:id="rId9" imgW="573120" imgH="57312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566890"/>
                        <a:ext cx="734319" cy="734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506"/>
          <p:cNvGraphicFramePr>
            <a:graphicFrameLocks noChangeAspect="1"/>
          </p:cNvGraphicFramePr>
          <p:nvPr/>
        </p:nvGraphicFramePr>
        <p:xfrm>
          <a:off x="899592" y="3736763"/>
          <a:ext cx="736353" cy="736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CorelDRAW" r:id="rId11" imgW="575280" imgH="575280" progId="">
                  <p:embed/>
                </p:oleObj>
              </mc:Choice>
              <mc:Fallback>
                <p:oleObj name="CorelDRAW" r:id="rId11" imgW="575280" imgH="5752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36763"/>
                        <a:ext cx="736353" cy="736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421"/>
          <p:cNvGraphicFramePr>
            <a:graphicFrameLocks noChangeAspect="1"/>
          </p:cNvGraphicFramePr>
          <p:nvPr/>
        </p:nvGraphicFramePr>
        <p:xfrm>
          <a:off x="4932040" y="1232756"/>
          <a:ext cx="742456" cy="742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CorelDRAW" r:id="rId13" imgW="579600" imgH="579600" progId="">
                  <p:embed/>
                </p:oleObj>
              </mc:Choice>
              <mc:Fallback>
                <p:oleObj name="CorelDRAW" r:id="rId13" imgW="579600" imgH="5796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232756"/>
                        <a:ext cx="742456" cy="742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528"/>
          <p:cNvGraphicFramePr>
            <a:graphicFrameLocks noChangeAspect="1"/>
          </p:cNvGraphicFramePr>
          <p:nvPr/>
        </p:nvGraphicFramePr>
        <p:xfrm>
          <a:off x="899592" y="4648661"/>
          <a:ext cx="683466" cy="508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CorelDRAW" r:id="rId15" imgW="756000" imgH="561960" progId="">
                  <p:embed/>
                </p:oleObj>
              </mc:Choice>
              <mc:Fallback>
                <p:oleObj name="CorelDRAW" r:id="rId15" imgW="756000" imgH="56196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648661"/>
                        <a:ext cx="683466" cy="508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540"/>
          <p:cNvGraphicFramePr>
            <a:graphicFrameLocks noChangeAspect="1"/>
          </p:cNvGraphicFramePr>
          <p:nvPr/>
        </p:nvGraphicFramePr>
        <p:xfrm>
          <a:off x="4932040" y="3753036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CorelDRAW" r:id="rId17" imgW="562320" imgH="562320" progId="">
                  <p:embed/>
                </p:oleObj>
              </mc:Choice>
              <mc:Fallback>
                <p:oleObj name="CorelDRAW" r:id="rId17" imgW="562320" imgH="56232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753036"/>
                        <a:ext cx="720080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548"/>
          <p:cNvGraphicFramePr>
            <a:graphicFrameLocks noChangeAspect="1"/>
          </p:cNvGraphicFramePr>
          <p:nvPr/>
        </p:nvGraphicFramePr>
        <p:xfrm>
          <a:off x="899592" y="2892398"/>
          <a:ext cx="752626" cy="75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CorelDRAW" r:id="rId19" imgW="587160" imgH="587160" progId="">
                  <p:embed/>
                </p:oleObj>
              </mc:Choice>
              <mc:Fallback>
                <p:oleObj name="CorelDRAW" r:id="rId19" imgW="587160" imgH="58716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892398"/>
                        <a:ext cx="752626" cy="75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550"/>
          <p:cNvGraphicFramePr>
            <a:graphicFrameLocks noChangeAspect="1"/>
          </p:cNvGraphicFramePr>
          <p:nvPr/>
        </p:nvGraphicFramePr>
        <p:xfrm>
          <a:off x="4936108" y="2060848"/>
          <a:ext cx="716012" cy="7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CorelDRAW" r:id="rId21" imgW="558360" imgH="558360" progId="">
                  <p:embed/>
                </p:oleObj>
              </mc:Choice>
              <mc:Fallback>
                <p:oleObj name="CorelDRAW" r:id="rId21" imgW="558360" imgH="55836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108" y="2060848"/>
                        <a:ext cx="716012" cy="7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6564"/>
          <p:cNvGrpSpPr>
            <a:grpSpLocks/>
          </p:cNvGrpSpPr>
          <p:nvPr/>
        </p:nvGrpSpPr>
        <p:grpSpPr bwMode="auto">
          <a:xfrm>
            <a:off x="4917801" y="2954845"/>
            <a:ext cx="734319" cy="726183"/>
            <a:chOff x="685" y="1837"/>
            <a:chExt cx="380" cy="357"/>
          </a:xfrm>
        </p:grpSpPr>
        <p:graphicFrame>
          <p:nvGraphicFramePr>
            <p:cNvPr id="19" name="Object 6561"/>
            <p:cNvGraphicFramePr>
              <a:graphicFrameLocks noChangeAspect="1"/>
            </p:cNvGraphicFramePr>
            <p:nvPr/>
          </p:nvGraphicFramePr>
          <p:xfrm>
            <a:off x="685" y="1837"/>
            <a:ext cx="38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CorelDRAW" r:id="rId23" imgW="603720" imgH="566280" progId="">
                    <p:embed/>
                  </p:oleObj>
                </mc:Choice>
                <mc:Fallback>
                  <p:oleObj name="CorelDRAW" r:id="rId23" imgW="603720" imgH="566280" progId="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1837"/>
                          <a:ext cx="38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Oval 6563"/>
            <p:cNvSpPr>
              <a:spLocks noChangeArrowheads="1"/>
            </p:cNvSpPr>
            <p:nvPr/>
          </p:nvSpPr>
          <p:spPr bwMode="auto">
            <a:xfrm>
              <a:off x="719" y="1885"/>
              <a:ext cx="290" cy="271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1" name="Group 6557"/>
            <p:cNvGrpSpPr>
              <a:grpSpLocks/>
            </p:cNvGrpSpPr>
            <p:nvPr/>
          </p:nvGrpSpPr>
          <p:grpSpPr bwMode="auto">
            <a:xfrm>
              <a:off x="736" y="1923"/>
              <a:ext cx="267" cy="149"/>
              <a:chOff x="1113" y="2598"/>
              <a:chExt cx="653" cy="415"/>
            </a:xfrm>
          </p:grpSpPr>
          <p:sp>
            <p:nvSpPr>
              <p:cNvPr id="22" name="Freeform 6558"/>
              <p:cNvSpPr>
                <a:spLocks/>
              </p:cNvSpPr>
              <p:nvPr/>
            </p:nvSpPr>
            <p:spPr bwMode="auto">
              <a:xfrm>
                <a:off x="1139" y="2749"/>
                <a:ext cx="627" cy="264"/>
              </a:xfrm>
              <a:custGeom>
                <a:avLst/>
                <a:gdLst/>
                <a:ahLst/>
                <a:cxnLst>
                  <a:cxn ang="0">
                    <a:pos x="98" y="79"/>
                  </a:cxn>
                  <a:cxn ang="0">
                    <a:pos x="121" y="79"/>
                  </a:cxn>
                  <a:cxn ang="0">
                    <a:pos x="110" y="67"/>
                  </a:cxn>
                  <a:cxn ang="0">
                    <a:pos x="106" y="69"/>
                  </a:cxn>
                  <a:cxn ang="0">
                    <a:pos x="104" y="74"/>
                  </a:cxn>
                  <a:cxn ang="0">
                    <a:pos x="104" y="79"/>
                  </a:cxn>
                  <a:cxn ang="0">
                    <a:pos x="98" y="76"/>
                  </a:cxn>
                  <a:cxn ang="0">
                    <a:pos x="98" y="70"/>
                  </a:cxn>
                  <a:cxn ang="0">
                    <a:pos x="101" y="65"/>
                  </a:cxn>
                  <a:cxn ang="0">
                    <a:pos x="104" y="62"/>
                  </a:cxn>
                  <a:cxn ang="0">
                    <a:pos x="110" y="60"/>
                  </a:cxn>
                  <a:cxn ang="0">
                    <a:pos x="121" y="60"/>
                  </a:cxn>
                  <a:cxn ang="0">
                    <a:pos x="125" y="56"/>
                  </a:cxn>
                  <a:cxn ang="0">
                    <a:pos x="145" y="50"/>
                  </a:cxn>
                  <a:cxn ang="0">
                    <a:pos x="150" y="56"/>
                  </a:cxn>
                  <a:cxn ang="0">
                    <a:pos x="182" y="68"/>
                  </a:cxn>
                  <a:cxn ang="0">
                    <a:pos x="190" y="79"/>
                  </a:cxn>
                  <a:cxn ang="0">
                    <a:pos x="194" y="44"/>
                  </a:cxn>
                  <a:cxn ang="0">
                    <a:pos x="214" y="79"/>
                  </a:cxn>
                  <a:cxn ang="0">
                    <a:pos x="218" y="44"/>
                  </a:cxn>
                  <a:cxn ang="0">
                    <a:pos x="236" y="79"/>
                  </a:cxn>
                  <a:cxn ang="0">
                    <a:pos x="230" y="73"/>
                  </a:cxn>
                  <a:cxn ang="0">
                    <a:pos x="267" y="62"/>
                  </a:cxn>
                  <a:cxn ang="0">
                    <a:pos x="259" y="73"/>
                  </a:cxn>
                  <a:cxn ang="0">
                    <a:pos x="301" y="79"/>
                  </a:cxn>
                  <a:cxn ang="0">
                    <a:pos x="363" y="194"/>
                  </a:cxn>
                  <a:cxn ang="0">
                    <a:pos x="424" y="194"/>
                  </a:cxn>
                  <a:cxn ang="0">
                    <a:pos x="485" y="194"/>
                  </a:cxn>
                  <a:cxn ang="0">
                    <a:pos x="517" y="0"/>
                  </a:cxn>
                  <a:cxn ang="0">
                    <a:pos x="532" y="0"/>
                  </a:cxn>
                  <a:cxn ang="0">
                    <a:pos x="561" y="226"/>
                  </a:cxn>
                  <a:cxn ang="0">
                    <a:pos x="626" y="263"/>
                  </a:cxn>
                  <a:cxn ang="0">
                    <a:pos x="41" y="245"/>
                  </a:cxn>
                  <a:cxn ang="0">
                    <a:pos x="29" y="263"/>
                  </a:cxn>
                  <a:cxn ang="0">
                    <a:pos x="27" y="245"/>
                  </a:cxn>
                  <a:cxn ang="0">
                    <a:pos x="15" y="263"/>
                  </a:cxn>
                  <a:cxn ang="0">
                    <a:pos x="0" y="224"/>
                  </a:cxn>
                  <a:cxn ang="0">
                    <a:pos x="62" y="79"/>
                  </a:cxn>
                </a:cxnLst>
                <a:rect l="0" t="0" r="r" b="b"/>
                <a:pathLst>
                  <a:path w="627" h="264">
                    <a:moveTo>
                      <a:pt x="62" y="79"/>
                    </a:moveTo>
                    <a:lnTo>
                      <a:pt x="98" y="79"/>
                    </a:lnTo>
                    <a:lnTo>
                      <a:pt x="104" y="79"/>
                    </a:lnTo>
                    <a:lnTo>
                      <a:pt x="121" y="79"/>
                    </a:lnTo>
                    <a:lnTo>
                      <a:pt x="121" y="67"/>
                    </a:lnTo>
                    <a:lnTo>
                      <a:pt x="110" y="67"/>
                    </a:lnTo>
                    <a:lnTo>
                      <a:pt x="108" y="68"/>
                    </a:lnTo>
                    <a:lnTo>
                      <a:pt x="106" y="69"/>
                    </a:lnTo>
                    <a:lnTo>
                      <a:pt x="104" y="72"/>
                    </a:lnTo>
                    <a:lnTo>
                      <a:pt x="104" y="74"/>
                    </a:lnTo>
                    <a:lnTo>
                      <a:pt x="104" y="77"/>
                    </a:lnTo>
                    <a:lnTo>
                      <a:pt x="104" y="79"/>
                    </a:lnTo>
                    <a:lnTo>
                      <a:pt x="98" y="79"/>
                    </a:lnTo>
                    <a:lnTo>
                      <a:pt x="98" y="76"/>
                    </a:lnTo>
                    <a:lnTo>
                      <a:pt x="98" y="73"/>
                    </a:lnTo>
                    <a:lnTo>
                      <a:pt x="98" y="70"/>
                    </a:lnTo>
                    <a:lnTo>
                      <a:pt x="100" y="67"/>
                    </a:lnTo>
                    <a:lnTo>
                      <a:pt x="101" y="65"/>
                    </a:lnTo>
                    <a:lnTo>
                      <a:pt x="103" y="63"/>
                    </a:lnTo>
                    <a:lnTo>
                      <a:pt x="104" y="62"/>
                    </a:lnTo>
                    <a:lnTo>
                      <a:pt x="107" y="60"/>
                    </a:lnTo>
                    <a:lnTo>
                      <a:pt x="110" y="60"/>
                    </a:lnTo>
                    <a:lnTo>
                      <a:pt x="113" y="60"/>
                    </a:lnTo>
                    <a:lnTo>
                      <a:pt x="121" y="60"/>
                    </a:lnTo>
                    <a:lnTo>
                      <a:pt x="121" y="56"/>
                    </a:lnTo>
                    <a:lnTo>
                      <a:pt x="125" y="56"/>
                    </a:lnTo>
                    <a:lnTo>
                      <a:pt x="125" y="50"/>
                    </a:lnTo>
                    <a:lnTo>
                      <a:pt x="145" y="50"/>
                    </a:lnTo>
                    <a:lnTo>
                      <a:pt x="145" y="56"/>
                    </a:lnTo>
                    <a:lnTo>
                      <a:pt x="150" y="56"/>
                    </a:lnTo>
                    <a:lnTo>
                      <a:pt x="150" y="68"/>
                    </a:lnTo>
                    <a:lnTo>
                      <a:pt x="182" y="68"/>
                    </a:lnTo>
                    <a:lnTo>
                      <a:pt x="182" y="79"/>
                    </a:lnTo>
                    <a:lnTo>
                      <a:pt x="190" y="79"/>
                    </a:lnTo>
                    <a:lnTo>
                      <a:pt x="190" y="44"/>
                    </a:lnTo>
                    <a:lnTo>
                      <a:pt x="194" y="44"/>
                    </a:lnTo>
                    <a:lnTo>
                      <a:pt x="194" y="79"/>
                    </a:lnTo>
                    <a:lnTo>
                      <a:pt x="214" y="79"/>
                    </a:lnTo>
                    <a:lnTo>
                      <a:pt x="214" y="44"/>
                    </a:lnTo>
                    <a:lnTo>
                      <a:pt x="218" y="44"/>
                    </a:lnTo>
                    <a:lnTo>
                      <a:pt x="218" y="79"/>
                    </a:lnTo>
                    <a:lnTo>
                      <a:pt x="236" y="79"/>
                    </a:lnTo>
                    <a:lnTo>
                      <a:pt x="236" y="73"/>
                    </a:lnTo>
                    <a:lnTo>
                      <a:pt x="230" y="73"/>
                    </a:lnTo>
                    <a:lnTo>
                      <a:pt x="230" y="62"/>
                    </a:lnTo>
                    <a:lnTo>
                      <a:pt x="267" y="62"/>
                    </a:lnTo>
                    <a:lnTo>
                      <a:pt x="267" y="73"/>
                    </a:lnTo>
                    <a:lnTo>
                      <a:pt x="259" y="73"/>
                    </a:lnTo>
                    <a:lnTo>
                      <a:pt x="259" y="79"/>
                    </a:lnTo>
                    <a:lnTo>
                      <a:pt x="301" y="79"/>
                    </a:lnTo>
                    <a:lnTo>
                      <a:pt x="301" y="147"/>
                    </a:lnTo>
                    <a:lnTo>
                      <a:pt x="363" y="194"/>
                    </a:lnTo>
                    <a:lnTo>
                      <a:pt x="364" y="150"/>
                    </a:lnTo>
                    <a:lnTo>
                      <a:pt x="424" y="194"/>
                    </a:lnTo>
                    <a:lnTo>
                      <a:pt x="425" y="149"/>
                    </a:lnTo>
                    <a:lnTo>
                      <a:pt x="485" y="194"/>
                    </a:lnTo>
                    <a:lnTo>
                      <a:pt x="493" y="0"/>
                    </a:lnTo>
                    <a:lnTo>
                      <a:pt x="517" y="0"/>
                    </a:lnTo>
                    <a:lnTo>
                      <a:pt x="523" y="247"/>
                    </a:lnTo>
                    <a:lnTo>
                      <a:pt x="532" y="0"/>
                    </a:lnTo>
                    <a:lnTo>
                      <a:pt x="554" y="0"/>
                    </a:lnTo>
                    <a:lnTo>
                      <a:pt x="561" y="226"/>
                    </a:lnTo>
                    <a:lnTo>
                      <a:pt x="626" y="226"/>
                    </a:lnTo>
                    <a:lnTo>
                      <a:pt x="626" y="263"/>
                    </a:lnTo>
                    <a:lnTo>
                      <a:pt x="41" y="263"/>
                    </a:lnTo>
                    <a:lnTo>
                      <a:pt x="41" y="245"/>
                    </a:lnTo>
                    <a:lnTo>
                      <a:pt x="29" y="245"/>
                    </a:lnTo>
                    <a:lnTo>
                      <a:pt x="29" y="263"/>
                    </a:lnTo>
                    <a:lnTo>
                      <a:pt x="27" y="263"/>
                    </a:lnTo>
                    <a:lnTo>
                      <a:pt x="27" y="245"/>
                    </a:lnTo>
                    <a:lnTo>
                      <a:pt x="15" y="245"/>
                    </a:lnTo>
                    <a:lnTo>
                      <a:pt x="15" y="263"/>
                    </a:lnTo>
                    <a:lnTo>
                      <a:pt x="0" y="263"/>
                    </a:lnTo>
                    <a:lnTo>
                      <a:pt x="0" y="224"/>
                    </a:lnTo>
                    <a:lnTo>
                      <a:pt x="62" y="224"/>
                    </a:lnTo>
                    <a:lnTo>
                      <a:pt x="62" y="79"/>
                    </a:lnTo>
                  </a:path>
                </a:pathLst>
              </a:custGeom>
              <a:solidFill>
                <a:srgbClr val="212121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6559"/>
              <p:cNvSpPr>
                <a:spLocks/>
              </p:cNvSpPr>
              <p:nvPr/>
            </p:nvSpPr>
            <p:spPr bwMode="auto">
              <a:xfrm>
                <a:off x="1113" y="2598"/>
                <a:ext cx="554" cy="129"/>
              </a:xfrm>
              <a:custGeom>
                <a:avLst/>
                <a:gdLst/>
                <a:ahLst/>
                <a:cxnLst>
                  <a:cxn ang="0">
                    <a:pos x="289" y="18"/>
                  </a:cxn>
                  <a:cxn ang="0">
                    <a:pos x="260" y="23"/>
                  </a:cxn>
                  <a:cxn ang="0">
                    <a:pos x="240" y="33"/>
                  </a:cxn>
                  <a:cxn ang="0">
                    <a:pos x="220" y="18"/>
                  </a:cxn>
                  <a:cxn ang="0">
                    <a:pos x="187" y="21"/>
                  </a:cxn>
                  <a:cxn ang="0">
                    <a:pos x="143" y="36"/>
                  </a:cxn>
                  <a:cxn ang="0">
                    <a:pos x="130" y="36"/>
                  </a:cxn>
                  <a:cxn ang="0">
                    <a:pos x="116" y="20"/>
                  </a:cxn>
                  <a:cxn ang="0">
                    <a:pos x="90" y="24"/>
                  </a:cxn>
                  <a:cxn ang="0">
                    <a:pos x="74" y="14"/>
                  </a:cxn>
                  <a:cxn ang="0">
                    <a:pos x="50" y="27"/>
                  </a:cxn>
                  <a:cxn ang="0">
                    <a:pos x="33" y="16"/>
                  </a:cxn>
                  <a:cxn ang="0">
                    <a:pos x="10" y="24"/>
                  </a:cxn>
                  <a:cxn ang="0">
                    <a:pos x="0" y="36"/>
                  </a:cxn>
                  <a:cxn ang="0">
                    <a:pos x="16" y="39"/>
                  </a:cxn>
                  <a:cxn ang="0">
                    <a:pos x="35" y="50"/>
                  </a:cxn>
                  <a:cxn ang="0">
                    <a:pos x="52" y="44"/>
                  </a:cxn>
                  <a:cxn ang="0">
                    <a:pos x="74" y="52"/>
                  </a:cxn>
                  <a:cxn ang="0">
                    <a:pos x="94" y="58"/>
                  </a:cxn>
                  <a:cxn ang="0">
                    <a:pos x="112" y="90"/>
                  </a:cxn>
                  <a:cxn ang="0">
                    <a:pos x="141" y="84"/>
                  </a:cxn>
                  <a:cxn ang="0">
                    <a:pos x="154" y="86"/>
                  </a:cxn>
                  <a:cxn ang="0">
                    <a:pos x="180" y="92"/>
                  </a:cxn>
                  <a:cxn ang="0">
                    <a:pos x="189" y="71"/>
                  </a:cxn>
                  <a:cxn ang="0">
                    <a:pos x="211" y="90"/>
                  </a:cxn>
                  <a:cxn ang="0">
                    <a:pos x="242" y="86"/>
                  </a:cxn>
                  <a:cxn ang="0">
                    <a:pos x="259" y="106"/>
                  </a:cxn>
                  <a:cxn ang="0">
                    <a:pos x="280" y="96"/>
                  </a:cxn>
                  <a:cxn ang="0">
                    <a:pos x="307" y="109"/>
                  </a:cxn>
                  <a:cxn ang="0">
                    <a:pos x="339" y="125"/>
                  </a:cxn>
                  <a:cxn ang="0">
                    <a:pos x="358" y="122"/>
                  </a:cxn>
                  <a:cxn ang="0">
                    <a:pos x="378" y="111"/>
                  </a:cxn>
                  <a:cxn ang="0">
                    <a:pos x="394" y="125"/>
                  </a:cxn>
                  <a:cxn ang="0">
                    <a:pos x="413" y="126"/>
                  </a:cxn>
                  <a:cxn ang="0">
                    <a:pos x="430" y="112"/>
                  </a:cxn>
                  <a:cxn ang="0">
                    <a:pos x="447" y="111"/>
                  </a:cxn>
                  <a:cxn ang="0">
                    <a:pos x="461" y="107"/>
                  </a:cxn>
                  <a:cxn ang="0">
                    <a:pos x="486" y="121"/>
                  </a:cxn>
                  <a:cxn ang="0">
                    <a:pos x="492" y="110"/>
                  </a:cxn>
                  <a:cxn ang="0">
                    <a:pos x="478" y="89"/>
                  </a:cxn>
                  <a:cxn ang="0">
                    <a:pos x="468" y="75"/>
                  </a:cxn>
                  <a:cxn ang="0">
                    <a:pos x="491" y="85"/>
                  </a:cxn>
                  <a:cxn ang="0">
                    <a:pos x="508" y="99"/>
                  </a:cxn>
                  <a:cxn ang="0">
                    <a:pos x="529" y="119"/>
                  </a:cxn>
                  <a:cxn ang="0">
                    <a:pos x="550" y="122"/>
                  </a:cxn>
                  <a:cxn ang="0">
                    <a:pos x="549" y="101"/>
                  </a:cxn>
                  <a:cxn ang="0">
                    <a:pos x="539" y="70"/>
                  </a:cxn>
                  <a:cxn ang="0">
                    <a:pos x="518" y="51"/>
                  </a:cxn>
                  <a:cxn ang="0">
                    <a:pos x="488" y="23"/>
                  </a:cxn>
                  <a:cxn ang="0">
                    <a:pos x="474" y="17"/>
                  </a:cxn>
                  <a:cxn ang="0">
                    <a:pos x="453" y="19"/>
                  </a:cxn>
                  <a:cxn ang="0">
                    <a:pos x="428" y="28"/>
                  </a:cxn>
                  <a:cxn ang="0">
                    <a:pos x="405" y="19"/>
                  </a:cxn>
                  <a:cxn ang="0">
                    <a:pos x="395" y="12"/>
                  </a:cxn>
                  <a:cxn ang="0">
                    <a:pos x="375" y="23"/>
                  </a:cxn>
                  <a:cxn ang="0">
                    <a:pos x="337" y="24"/>
                  </a:cxn>
                  <a:cxn ang="0">
                    <a:pos x="320" y="10"/>
                  </a:cxn>
                </a:cxnLst>
                <a:rect l="0" t="0" r="r" b="b"/>
                <a:pathLst>
                  <a:path w="554" h="129">
                    <a:moveTo>
                      <a:pt x="302" y="0"/>
                    </a:moveTo>
                    <a:lnTo>
                      <a:pt x="297" y="7"/>
                    </a:lnTo>
                    <a:lnTo>
                      <a:pt x="289" y="18"/>
                    </a:lnTo>
                    <a:lnTo>
                      <a:pt x="281" y="21"/>
                    </a:lnTo>
                    <a:lnTo>
                      <a:pt x="268" y="20"/>
                    </a:lnTo>
                    <a:lnTo>
                      <a:pt x="260" y="23"/>
                    </a:lnTo>
                    <a:lnTo>
                      <a:pt x="253" y="21"/>
                    </a:lnTo>
                    <a:lnTo>
                      <a:pt x="243" y="23"/>
                    </a:lnTo>
                    <a:lnTo>
                      <a:pt x="240" y="33"/>
                    </a:lnTo>
                    <a:lnTo>
                      <a:pt x="232" y="37"/>
                    </a:lnTo>
                    <a:lnTo>
                      <a:pt x="225" y="30"/>
                    </a:lnTo>
                    <a:lnTo>
                      <a:pt x="220" y="18"/>
                    </a:lnTo>
                    <a:lnTo>
                      <a:pt x="211" y="14"/>
                    </a:lnTo>
                    <a:lnTo>
                      <a:pt x="209" y="15"/>
                    </a:lnTo>
                    <a:lnTo>
                      <a:pt x="187" y="21"/>
                    </a:lnTo>
                    <a:lnTo>
                      <a:pt x="161" y="27"/>
                    </a:lnTo>
                    <a:lnTo>
                      <a:pt x="152" y="36"/>
                    </a:lnTo>
                    <a:lnTo>
                      <a:pt x="143" y="36"/>
                    </a:lnTo>
                    <a:lnTo>
                      <a:pt x="142" y="35"/>
                    </a:lnTo>
                    <a:lnTo>
                      <a:pt x="138" y="40"/>
                    </a:lnTo>
                    <a:lnTo>
                      <a:pt x="130" y="36"/>
                    </a:lnTo>
                    <a:lnTo>
                      <a:pt x="127" y="32"/>
                    </a:lnTo>
                    <a:lnTo>
                      <a:pt x="119" y="28"/>
                    </a:lnTo>
                    <a:lnTo>
                      <a:pt x="116" y="20"/>
                    </a:lnTo>
                    <a:lnTo>
                      <a:pt x="106" y="14"/>
                    </a:lnTo>
                    <a:lnTo>
                      <a:pt x="98" y="20"/>
                    </a:lnTo>
                    <a:lnTo>
                      <a:pt x="90" y="24"/>
                    </a:lnTo>
                    <a:lnTo>
                      <a:pt x="86" y="23"/>
                    </a:lnTo>
                    <a:lnTo>
                      <a:pt x="82" y="14"/>
                    </a:lnTo>
                    <a:lnTo>
                      <a:pt x="74" y="14"/>
                    </a:lnTo>
                    <a:lnTo>
                      <a:pt x="65" y="25"/>
                    </a:lnTo>
                    <a:lnTo>
                      <a:pt x="59" y="27"/>
                    </a:lnTo>
                    <a:lnTo>
                      <a:pt x="50" y="27"/>
                    </a:lnTo>
                    <a:lnTo>
                      <a:pt x="43" y="15"/>
                    </a:lnTo>
                    <a:lnTo>
                      <a:pt x="40" y="16"/>
                    </a:lnTo>
                    <a:lnTo>
                      <a:pt x="33" y="16"/>
                    </a:lnTo>
                    <a:lnTo>
                      <a:pt x="19" y="16"/>
                    </a:lnTo>
                    <a:lnTo>
                      <a:pt x="19" y="25"/>
                    </a:lnTo>
                    <a:lnTo>
                      <a:pt x="10" y="24"/>
                    </a:lnTo>
                    <a:lnTo>
                      <a:pt x="8" y="23"/>
                    </a:lnTo>
                    <a:lnTo>
                      <a:pt x="4" y="27"/>
                    </a:lnTo>
                    <a:lnTo>
                      <a:pt x="0" y="36"/>
                    </a:lnTo>
                    <a:lnTo>
                      <a:pt x="4" y="43"/>
                    </a:lnTo>
                    <a:lnTo>
                      <a:pt x="13" y="44"/>
                    </a:lnTo>
                    <a:lnTo>
                      <a:pt x="16" y="39"/>
                    </a:lnTo>
                    <a:lnTo>
                      <a:pt x="25" y="48"/>
                    </a:lnTo>
                    <a:lnTo>
                      <a:pt x="34" y="49"/>
                    </a:lnTo>
                    <a:lnTo>
                      <a:pt x="35" y="50"/>
                    </a:lnTo>
                    <a:lnTo>
                      <a:pt x="43" y="44"/>
                    </a:lnTo>
                    <a:lnTo>
                      <a:pt x="52" y="41"/>
                    </a:lnTo>
                    <a:lnTo>
                      <a:pt x="52" y="44"/>
                    </a:lnTo>
                    <a:lnTo>
                      <a:pt x="63" y="47"/>
                    </a:lnTo>
                    <a:lnTo>
                      <a:pt x="70" y="50"/>
                    </a:lnTo>
                    <a:lnTo>
                      <a:pt x="74" y="52"/>
                    </a:lnTo>
                    <a:lnTo>
                      <a:pt x="83" y="56"/>
                    </a:lnTo>
                    <a:lnTo>
                      <a:pt x="87" y="62"/>
                    </a:lnTo>
                    <a:lnTo>
                      <a:pt x="94" y="58"/>
                    </a:lnTo>
                    <a:lnTo>
                      <a:pt x="107" y="70"/>
                    </a:lnTo>
                    <a:lnTo>
                      <a:pt x="107" y="81"/>
                    </a:lnTo>
                    <a:lnTo>
                      <a:pt x="112" y="90"/>
                    </a:lnTo>
                    <a:lnTo>
                      <a:pt x="121" y="85"/>
                    </a:lnTo>
                    <a:lnTo>
                      <a:pt x="130" y="85"/>
                    </a:lnTo>
                    <a:lnTo>
                      <a:pt x="141" y="84"/>
                    </a:lnTo>
                    <a:lnTo>
                      <a:pt x="143" y="83"/>
                    </a:lnTo>
                    <a:lnTo>
                      <a:pt x="151" y="80"/>
                    </a:lnTo>
                    <a:lnTo>
                      <a:pt x="154" y="86"/>
                    </a:lnTo>
                    <a:lnTo>
                      <a:pt x="165" y="102"/>
                    </a:lnTo>
                    <a:lnTo>
                      <a:pt x="177" y="99"/>
                    </a:lnTo>
                    <a:lnTo>
                      <a:pt x="180" y="92"/>
                    </a:lnTo>
                    <a:lnTo>
                      <a:pt x="180" y="82"/>
                    </a:lnTo>
                    <a:lnTo>
                      <a:pt x="184" y="71"/>
                    </a:lnTo>
                    <a:lnTo>
                      <a:pt x="189" y="71"/>
                    </a:lnTo>
                    <a:lnTo>
                      <a:pt x="196" y="72"/>
                    </a:lnTo>
                    <a:lnTo>
                      <a:pt x="200" y="82"/>
                    </a:lnTo>
                    <a:lnTo>
                      <a:pt x="211" y="90"/>
                    </a:lnTo>
                    <a:lnTo>
                      <a:pt x="220" y="89"/>
                    </a:lnTo>
                    <a:lnTo>
                      <a:pt x="233" y="89"/>
                    </a:lnTo>
                    <a:lnTo>
                      <a:pt x="242" y="86"/>
                    </a:lnTo>
                    <a:lnTo>
                      <a:pt x="243" y="88"/>
                    </a:lnTo>
                    <a:lnTo>
                      <a:pt x="250" y="98"/>
                    </a:lnTo>
                    <a:lnTo>
                      <a:pt x="259" y="106"/>
                    </a:lnTo>
                    <a:lnTo>
                      <a:pt x="274" y="111"/>
                    </a:lnTo>
                    <a:lnTo>
                      <a:pt x="275" y="104"/>
                    </a:lnTo>
                    <a:lnTo>
                      <a:pt x="280" y="96"/>
                    </a:lnTo>
                    <a:lnTo>
                      <a:pt x="287" y="104"/>
                    </a:lnTo>
                    <a:lnTo>
                      <a:pt x="297" y="110"/>
                    </a:lnTo>
                    <a:lnTo>
                      <a:pt x="307" y="109"/>
                    </a:lnTo>
                    <a:lnTo>
                      <a:pt x="314" y="112"/>
                    </a:lnTo>
                    <a:lnTo>
                      <a:pt x="322" y="124"/>
                    </a:lnTo>
                    <a:lnTo>
                      <a:pt x="339" y="125"/>
                    </a:lnTo>
                    <a:lnTo>
                      <a:pt x="345" y="120"/>
                    </a:lnTo>
                    <a:lnTo>
                      <a:pt x="355" y="121"/>
                    </a:lnTo>
                    <a:lnTo>
                      <a:pt x="358" y="122"/>
                    </a:lnTo>
                    <a:lnTo>
                      <a:pt x="365" y="112"/>
                    </a:lnTo>
                    <a:lnTo>
                      <a:pt x="374" y="111"/>
                    </a:lnTo>
                    <a:lnTo>
                      <a:pt x="378" y="111"/>
                    </a:lnTo>
                    <a:lnTo>
                      <a:pt x="383" y="114"/>
                    </a:lnTo>
                    <a:lnTo>
                      <a:pt x="391" y="123"/>
                    </a:lnTo>
                    <a:lnTo>
                      <a:pt x="394" y="125"/>
                    </a:lnTo>
                    <a:lnTo>
                      <a:pt x="398" y="128"/>
                    </a:lnTo>
                    <a:lnTo>
                      <a:pt x="407" y="126"/>
                    </a:lnTo>
                    <a:lnTo>
                      <a:pt x="413" y="126"/>
                    </a:lnTo>
                    <a:lnTo>
                      <a:pt x="419" y="116"/>
                    </a:lnTo>
                    <a:lnTo>
                      <a:pt x="428" y="112"/>
                    </a:lnTo>
                    <a:lnTo>
                      <a:pt x="430" y="112"/>
                    </a:lnTo>
                    <a:lnTo>
                      <a:pt x="436" y="105"/>
                    </a:lnTo>
                    <a:lnTo>
                      <a:pt x="445" y="110"/>
                    </a:lnTo>
                    <a:lnTo>
                      <a:pt x="447" y="111"/>
                    </a:lnTo>
                    <a:lnTo>
                      <a:pt x="452" y="117"/>
                    </a:lnTo>
                    <a:lnTo>
                      <a:pt x="456" y="108"/>
                    </a:lnTo>
                    <a:lnTo>
                      <a:pt x="461" y="107"/>
                    </a:lnTo>
                    <a:lnTo>
                      <a:pt x="464" y="107"/>
                    </a:lnTo>
                    <a:lnTo>
                      <a:pt x="470" y="108"/>
                    </a:lnTo>
                    <a:lnTo>
                      <a:pt x="486" y="121"/>
                    </a:lnTo>
                    <a:lnTo>
                      <a:pt x="505" y="122"/>
                    </a:lnTo>
                    <a:lnTo>
                      <a:pt x="500" y="111"/>
                    </a:lnTo>
                    <a:lnTo>
                      <a:pt x="492" y="110"/>
                    </a:lnTo>
                    <a:lnTo>
                      <a:pt x="489" y="99"/>
                    </a:lnTo>
                    <a:lnTo>
                      <a:pt x="488" y="95"/>
                    </a:lnTo>
                    <a:lnTo>
                      <a:pt x="478" y="89"/>
                    </a:lnTo>
                    <a:lnTo>
                      <a:pt x="477" y="79"/>
                    </a:lnTo>
                    <a:lnTo>
                      <a:pt x="469" y="79"/>
                    </a:lnTo>
                    <a:lnTo>
                      <a:pt x="468" y="75"/>
                    </a:lnTo>
                    <a:lnTo>
                      <a:pt x="475" y="61"/>
                    </a:lnTo>
                    <a:lnTo>
                      <a:pt x="483" y="73"/>
                    </a:lnTo>
                    <a:lnTo>
                      <a:pt x="491" y="85"/>
                    </a:lnTo>
                    <a:lnTo>
                      <a:pt x="500" y="93"/>
                    </a:lnTo>
                    <a:lnTo>
                      <a:pt x="506" y="92"/>
                    </a:lnTo>
                    <a:lnTo>
                      <a:pt x="508" y="99"/>
                    </a:lnTo>
                    <a:lnTo>
                      <a:pt x="516" y="109"/>
                    </a:lnTo>
                    <a:lnTo>
                      <a:pt x="525" y="109"/>
                    </a:lnTo>
                    <a:lnTo>
                      <a:pt x="529" y="119"/>
                    </a:lnTo>
                    <a:lnTo>
                      <a:pt x="538" y="122"/>
                    </a:lnTo>
                    <a:lnTo>
                      <a:pt x="546" y="122"/>
                    </a:lnTo>
                    <a:lnTo>
                      <a:pt x="550" y="122"/>
                    </a:lnTo>
                    <a:lnTo>
                      <a:pt x="553" y="116"/>
                    </a:lnTo>
                    <a:lnTo>
                      <a:pt x="550" y="104"/>
                    </a:lnTo>
                    <a:lnTo>
                      <a:pt x="549" y="101"/>
                    </a:lnTo>
                    <a:lnTo>
                      <a:pt x="549" y="85"/>
                    </a:lnTo>
                    <a:lnTo>
                      <a:pt x="541" y="80"/>
                    </a:lnTo>
                    <a:lnTo>
                      <a:pt x="539" y="70"/>
                    </a:lnTo>
                    <a:lnTo>
                      <a:pt x="529" y="57"/>
                    </a:lnTo>
                    <a:lnTo>
                      <a:pt x="525" y="48"/>
                    </a:lnTo>
                    <a:lnTo>
                      <a:pt x="518" y="51"/>
                    </a:lnTo>
                    <a:lnTo>
                      <a:pt x="505" y="45"/>
                    </a:lnTo>
                    <a:lnTo>
                      <a:pt x="499" y="30"/>
                    </a:lnTo>
                    <a:lnTo>
                      <a:pt x="488" y="23"/>
                    </a:lnTo>
                    <a:lnTo>
                      <a:pt x="481" y="19"/>
                    </a:lnTo>
                    <a:lnTo>
                      <a:pt x="478" y="19"/>
                    </a:lnTo>
                    <a:lnTo>
                      <a:pt x="474" y="17"/>
                    </a:lnTo>
                    <a:lnTo>
                      <a:pt x="465" y="12"/>
                    </a:lnTo>
                    <a:lnTo>
                      <a:pt x="461" y="14"/>
                    </a:lnTo>
                    <a:lnTo>
                      <a:pt x="453" y="19"/>
                    </a:lnTo>
                    <a:lnTo>
                      <a:pt x="444" y="21"/>
                    </a:lnTo>
                    <a:lnTo>
                      <a:pt x="435" y="28"/>
                    </a:lnTo>
                    <a:lnTo>
                      <a:pt x="428" y="28"/>
                    </a:lnTo>
                    <a:lnTo>
                      <a:pt x="418" y="23"/>
                    </a:lnTo>
                    <a:lnTo>
                      <a:pt x="409" y="21"/>
                    </a:lnTo>
                    <a:lnTo>
                      <a:pt x="405" y="19"/>
                    </a:lnTo>
                    <a:lnTo>
                      <a:pt x="405" y="12"/>
                    </a:lnTo>
                    <a:lnTo>
                      <a:pt x="397" y="11"/>
                    </a:lnTo>
                    <a:lnTo>
                      <a:pt x="395" y="12"/>
                    </a:lnTo>
                    <a:lnTo>
                      <a:pt x="385" y="12"/>
                    </a:lnTo>
                    <a:lnTo>
                      <a:pt x="378" y="23"/>
                    </a:lnTo>
                    <a:lnTo>
                      <a:pt x="375" y="23"/>
                    </a:lnTo>
                    <a:lnTo>
                      <a:pt x="361" y="23"/>
                    </a:lnTo>
                    <a:lnTo>
                      <a:pt x="352" y="31"/>
                    </a:lnTo>
                    <a:lnTo>
                      <a:pt x="337" y="24"/>
                    </a:lnTo>
                    <a:lnTo>
                      <a:pt x="329" y="25"/>
                    </a:lnTo>
                    <a:lnTo>
                      <a:pt x="327" y="23"/>
                    </a:lnTo>
                    <a:lnTo>
                      <a:pt x="320" y="10"/>
                    </a:lnTo>
                    <a:lnTo>
                      <a:pt x="314" y="7"/>
                    </a:lnTo>
                    <a:lnTo>
                      <a:pt x="302" y="0"/>
                    </a:lnTo>
                  </a:path>
                </a:pathLst>
              </a:custGeom>
              <a:solidFill>
                <a:srgbClr val="E0E0E0"/>
              </a:solidFill>
              <a:ln w="12700" cap="rnd" cmpd="sng">
                <a:solidFill>
                  <a:srgbClr val="21212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4" name="TextBox 23"/>
          <p:cNvSpPr txBox="1"/>
          <p:nvPr/>
        </p:nvSpPr>
        <p:spPr>
          <a:xfrm>
            <a:off x="1007604" y="332656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Symbol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3688" y="141277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Site of Special Scientific Interest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80" y="224086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 Fisheries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7684" y="309567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Fishing Grounds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7684" y="392376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Marine Mammals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7684" y="471585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Fish Spawning Grounds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4128" y="141277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Tourism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24128" y="220486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Marine Leisure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128" y="310496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Industrial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4128" y="392376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Wading Birds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4128" y="475185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Water Fowl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128" y="55799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Rookeries 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99592" y="6381328"/>
            <a:ext cx="864096" cy="1588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727684" y="619201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Current Direction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863588" y="5301208"/>
            <a:ext cx="720080" cy="720080"/>
            <a:chOff x="3815916" y="5409220"/>
            <a:chExt cx="720080" cy="720080"/>
          </a:xfrm>
        </p:grpSpPr>
        <p:pic>
          <p:nvPicPr>
            <p:cNvPr id="45" name="Picture 9" descr="C:\Users\RTatner\Documents\TRAINING\OSTC Model\Training Material\Exercises\07 Palmalfi\Turtle.jpg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905926" y="5499230"/>
              <a:ext cx="540058" cy="463410"/>
            </a:xfrm>
            <a:prstGeom prst="rect">
              <a:avLst/>
            </a:prstGeom>
            <a:noFill/>
            <a:ln w="19050">
              <a:noFill/>
            </a:ln>
          </p:spPr>
        </p:pic>
        <p:sp>
          <p:nvSpPr>
            <p:cNvPr id="46" name="Oval 45"/>
            <p:cNvSpPr/>
            <p:nvPr/>
          </p:nvSpPr>
          <p:spPr>
            <a:xfrm>
              <a:off x="3815916" y="5409220"/>
              <a:ext cx="720080" cy="7200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727684" y="547193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Turtles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95904" y="260648"/>
          <a:ext cx="8901325" cy="63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Acrobat Document" r:id="rId3" imgW="8019810" imgH="5676720" progId="AcroExch.Document.7">
                  <p:embed/>
                </p:oleObj>
              </mc:Choice>
              <mc:Fallback>
                <p:oleObj name="Acrobat Document" r:id="rId3" imgW="8019810" imgH="5676720" progId="AcroExch.Document.7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04" y="260648"/>
                        <a:ext cx="8901325" cy="630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431540" y="5445224"/>
            <a:ext cx="8100900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all </a:t>
            </a:r>
            <a:r>
              <a:rPr lang="en-GB" dirty="0" smtClean="0"/>
              <a:t>resources </a:t>
            </a:r>
            <a:r>
              <a:rPr lang="en-GB" dirty="0"/>
              <a:t>at </a:t>
            </a:r>
            <a:r>
              <a:rPr lang="en-GB" dirty="0" smtClean="0"/>
              <a:t>risk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7524" y="1432999"/>
          <a:ext cx="8496944" cy="4984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1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528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721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47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Ranking of </a:t>
            </a:r>
            <a:r>
              <a:rPr lang="en-GB" dirty="0" smtClean="0"/>
              <a:t>human </a:t>
            </a:r>
            <a:r>
              <a:rPr lang="en-GB" dirty="0"/>
              <a:t>u</a:t>
            </a:r>
            <a:r>
              <a:rPr lang="en-GB" dirty="0" smtClean="0"/>
              <a:t>se </a:t>
            </a:r>
            <a:r>
              <a:rPr lang="en-GB" dirty="0"/>
              <a:t>f</a:t>
            </a:r>
            <a:r>
              <a:rPr lang="en-GB" dirty="0" smtClean="0"/>
              <a:t>eatures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977519"/>
              </p:ext>
            </p:extLst>
          </p:nvPr>
        </p:nvGraphicFramePr>
        <p:xfrm>
          <a:off x="457200" y="1376772"/>
          <a:ext cx="8229600" cy="5148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65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830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High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Medium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Low </a:t>
                      </a:r>
                      <a:r>
                        <a:rPr lang="en-GB" sz="2400" dirty="0" smtClean="0"/>
                        <a:t>priority</a:t>
                      </a:r>
                      <a:endParaRPr lang="en-GB" sz="2400" dirty="0"/>
                    </a:p>
                    <a:p>
                      <a:pPr algn="ctr"/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Ranking of </a:t>
            </a:r>
            <a:r>
              <a:rPr lang="en-GB" dirty="0" smtClean="0"/>
              <a:t>biological </a:t>
            </a:r>
            <a:r>
              <a:rPr lang="en-GB" dirty="0"/>
              <a:t>r</a:t>
            </a:r>
            <a:r>
              <a:rPr lang="en-GB" dirty="0" smtClean="0"/>
              <a:t>esources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017127"/>
              </p:ext>
            </p:extLst>
          </p:nvPr>
        </p:nvGraphicFramePr>
        <p:xfrm>
          <a:off x="457200" y="1376772"/>
          <a:ext cx="8229600" cy="5148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8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1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High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Medium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Low </a:t>
                      </a:r>
                      <a:r>
                        <a:rPr lang="en-GB" sz="2400" dirty="0" smtClean="0"/>
                        <a:t>priority</a:t>
                      </a:r>
                      <a:endParaRPr lang="en-GB" sz="2400" dirty="0"/>
                    </a:p>
                    <a:p>
                      <a:pPr algn="ctr"/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Integrated </a:t>
            </a:r>
            <a:r>
              <a:rPr lang="en-GB" dirty="0" smtClean="0"/>
              <a:t>ranking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942777"/>
              </p:ext>
            </p:extLst>
          </p:nvPr>
        </p:nvGraphicFramePr>
        <p:xfrm>
          <a:off x="457200" y="1376772"/>
          <a:ext cx="8229600" cy="5148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75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High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Medium </a:t>
                      </a:r>
                      <a:r>
                        <a:rPr lang="en-GB" sz="2400" dirty="0" smtClean="0"/>
                        <a:t>priority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16191"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Low </a:t>
                      </a:r>
                      <a:r>
                        <a:rPr lang="en-GB" sz="2400" smtClean="0"/>
                        <a:t>priority</a:t>
                      </a:r>
                      <a:endParaRPr lang="en-GB" sz="2400" dirty="0"/>
                    </a:p>
                    <a:p>
                      <a:pPr algn="ctr"/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140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Acrobat Document</vt:lpstr>
      <vt:lpstr>CorelDRAW</vt:lpstr>
      <vt:lpstr>Contingency planning exercise</vt:lpstr>
      <vt:lpstr>PowerPoint Presentation</vt:lpstr>
      <vt:lpstr>PowerPoint Presentation</vt:lpstr>
      <vt:lpstr>PowerPoint Presentation</vt:lpstr>
      <vt:lpstr>List all resources at risk</vt:lpstr>
      <vt:lpstr>Ranking of human use features</vt:lpstr>
      <vt:lpstr>Ranking of biological resources</vt:lpstr>
      <vt:lpstr>Integrated ranking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Richard Tatner</dc:creator>
  <cp:lastModifiedBy>Lisa Miller</cp:lastModifiedBy>
  <cp:revision>24</cp:revision>
  <cp:lastPrinted>2016-10-13T17:10:54Z</cp:lastPrinted>
  <dcterms:created xsi:type="dcterms:W3CDTF">2010-11-29T19:03:14Z</dcterms:created>
  <dcterms:modified xsi:type="dcterms:W3CDTF">2019-03-06T13:08:17Z</dcterms:modified>
</cp:coreProperties>
</file>