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26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11F964-562B-2C4B-8E34-DA9B43E2C429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0AFFAA9-1A65-9B40-BE21-4648C4E2AD49}">
      <dgm:prSet phldrT="[Texte]"/>
      <dgm:spPr/>
      <dgm:t>
        <a:bodyPr/>
        <a:lstStyle/>
        <a:p>
          <a:r>
            <a:rPr lang="fr-FR" dirty="0"/>
            <a:t>Incident Commander</a:t>
          </a:r>
        </a:p>
      </dgm:t>
    </dgm:pt>
    <dgm:pt modelId="{F17C4D0F-C942-1744-8288-FC8E4B1AB183}" type="parTrans" cxnId="{AF603E3D-C376-CB42-8D6E-1B8CFA0E9F4E}">
      <dgm:prSet/>
      <dgm:spPr/>
      <dgm:t>
        <a:bodyPr/>
        <a:lstStyle/>
        <a:p>
          <a:endParaRPr lang="fr-FR"/>
        </a:p>
      </dgm:t>
    </dgm:pt>
    <dgm:pt modelId="{FB455682-DD31-F545-8C48-53080FC4C301}" type="sibTrans" cxnId="{AF603E3D-C376-CB42-8D6E-1B8CFA0E9F4E}">
      <dgm:prSet/>
      <dgm:spPr/>
      <dgm:t>
        <a:bodyPr/>
        <a:lstStyle/>
        <a:p>
          <a:endParaRPr lang="fr-FR"/>
        </a:p>
      </dgm:t>
    </dgm:pt>
    <dgm:pt modelId="{0D194A10-8871-0C4A-8545-AEF65A94CD4C}" type="asst">
      <dgm:prSet phldrT="[Texte]"/>
      <dgm:spPr/>
      <dgm:t>
        <a:bodyPr/>
        <a:lstStyle/>
        <a:p>
          <a:r>
            <a:rPr lang="en-GB" noProof="0" dirty="0"/>
            <a:t>Advisor</a:t>
          </a:r>
        </a:p>
      </dgm:t>
    </dgm:pt>
    <dgm:pt modelId="{F84C6638-725B-8C46-AD80-3DD119BB66BE}" type="parTrans" cxnId="{076FBDA9-929D-294B-BEE9-8207A0486B87}">
      <dgm:prSet/>
      <dgm:spPr/>
      <dgm:t>
        <a:bodyPr/>
        <a:lstStyle/>
        <a:p>
          <a:endParaRPr lang="fr-FR"/>
        </a:p>
      </dgm:t>
    </dgm:pt>
    <dgm:pt modelId="{5F13CA53-312C-F04C-8DA0-87330FB8207C}" type="sibTrans" cxnId="{076FBDA9-929D-294B-BEE9-8207A0486B87}">
      <dgm:prSet/>
      <dgm:spPr/>
      <dgm:t>
        <a:bodyPr/>
        <a:lstStyle/>
        <a:p>
          <a:endParaRPr lang="fr-FR"/>
        </a:p>
      </dgm:t>
    </dgm:pt>
    <dgm:pt modelId="{831B2E18-3EAF-484E-8AAE-B773F4B16553}">
      <dgm:prSet phldrT="[Texte]"/>
      <dgm:spPr/>
      <dgm:t>
        <a:bodyPr/>
        <a:lstStyle/>
        <a:p>
          <a:r>
            <a:rPr lang="fr-FR" dirty="0"/>
            <a:t>Planning</a:t>
          </a:r>
        </a:p>
      </dgm:t>
    </dgm:pt>
    <dgm:pt modelId="{F66E7EA1-CE48-BD4E-BA59-B6D91EFE6976}" type="parTrans" cxnId="{F46B5683-8079-644F-A702-FEF881271E80}">
      <dgm:prSet/>
      <dgm:spPr/>
      <dgm:t>
        <a:bodyPr/>
        <a:lstStyle/>
        <a:p>
          <a:endParaRPr lang="fr-FR"/>
        </a:p>
      </dgm:t>
    </dgm:pt>
    <dgm:pt modelId="{6144BA90-85DF-0348-8D2A-1399D4E67881}" type="sibTrans" cxnId="{F46B5683-8079-644F-A702-FEF881271E80}">
      <dgm:prSet/>
      <dgm:spPr/>
      <dgm:t>
        <a:bodyPr/>
        <a:lstStyle/>
        <a:p>
          <a:endParaRPr lang="fr-FR"/>
        </a:p>
      </dgm:t>
    </dgm:pt>
    <dgm:pt modelId="{692AB379-92D8-5748-888B-547C57FACBF6}">
      <dgm:prSet phldrT="[Texte]"/>
      <dgm:spPr/>
      <dgm:t>
        <a:bodyPr/>
        <a:lstStyle/>
        <a:p>
          <a:r>
            <a:rPr lang="fr-FR" dirty="0"/>
            <a:t>Operations</a:t>
          </a:r>
        </a:p>
      </dgm:t>
    </dgm:pt>
    <dgm:pt modelId="{216155D6-D906-F948-BA62-3520D0612FF4}" type="parTrans" cxnId="{2693C351-EA64-9943-A1D9-1D3D7724B82E}">
      <dgm:prSet/>
      <dgm:spPr/>
      <dgm:t>
        <a:bodyPr/>
        <a:lstStyle/>
        <a:p>
          <a:endParaRPr lang="fr-FR"/>
        </a:p>
      </dgm:t>
    </dgm:pt>
    <dgm:pt modelId="{C3A28A57-B811-EF44-93C1-1FE15FC5FD14}" type="sibTrans" cxnId="{2693C351-EA64-9943-A1D9-1D3D7724B82E}">
      <dgm:prSet/>
      <dgm:spPr/>
      <dgm:t>
        <a:bodyPr/>
        <a:lstStyle/>
        <a:p>
          <a:endParaRPr lang="fr-FR"/>
        </a:p>
      </dgm:t>
    </dgm:pt>
    <dgm:pt modelId="{826ACB57-5EF6-3C49-A5AC-94C4D9E58806}">
      <dgm:prSet phldrT="[Texte]"/>
      <dgm:spPr/>
      <dgm:t>
        <a:bodyPr/>
        <a:lstStyle/>
        <a:p>
          <a:r>
            <a:rPr lang="en-GB" noProof="0" dirty="0"/>
            <a:t>Logistics</a:t>
          </a:r>
        </a:p>
      </dgm:t>
    </dgm:pt>
    <dgm:pt modelId="{427F213C-ACAC-F841-837F-83A346E931F9}" type="parTrans" cxnId="{81BD3D87-CDD5-8143-A749-6A642F083B09}">
      <dgm:prSet/>
      <dgm:spPr/>
      <dgm:t>
        <a:bodyPr/>
        <a:lstStyle/>
        <a:p>
          <a:endParaRPr lang="fr-FR"/>
        </a:p>
      </dgm:t>
    </dgm:pt>
    <dgm:pt modelId="{6571B8BD-FB90-3547-8BED-CC39AD1477FB}" type="sibTrans" cxnId="{81BD3D87-CDD5-8143-A749-6A642F083B09}">
      <dgm:prSet/>
      <dgm:spPr/>
      <dgm:t>
        <a:bodyPr/>
        <a:lstStyle/>
        <a:p>
          <a:endParaRPr lang="fr-FR"/>
        </a:p>
      </dgm:t>
    </dgm:pt>
    <dgm:pt modelId="{4AF16A4D-A3FC-E54A-A238-1927E7522EEA}">
      <dgm:prSet/>
      <dgm:spPr/>
      <dgm:t>
        <a:bodyPr/>
        <a:lstStyle/>
        <a:p>
          <a:r>
            <a:rPr lang="fr-FR" dirty="0"/>
            <a:t>Finances</a:t>
          </a:r>
        </a:p>
      </dgm:t>
    </dgm:pt>
    <dgm:pt modelId="{AC7AA9FE-40B0-924D-BB99-D7802713C28A}" type="parTrans" cxnId="{B7D914B3-0C11-814D-A1A5-5FBC00468D7C}">
      <dgm:prSet/>
      <dgm:spPr/>
      <dgm:t>
        <a:bodyPr/>
        <a:lstStyle/>
        <a:p>
          <a:endParaRPr lang="fr-FR"/>
        </a:p>
      </dgm:t>
    </dgm:pt>
    <dgm:pt modelId="{8D922EA7-051C-6347-93E9-13E12F3493CF}" type="sibTrans" cxnId="{B7D914B3-0C11-814D-A1A5-5FBC00468D7C}">
      <dgm:prSet/>
      <dgm:spPr/>
      <dgm:t>
        <a:bodyPr/>
        <a:lstStyle/>
        <a:p>
          <a:endParaRPr lang="fr-FR"/>
        </a:p>
      </dgm:t>
    </dgm:pt>
    <dgm:pt modelId="{ADF20FC4-96D0-BC46-BB41-E559B6A7D5AF}" type="pres">
      <dgm:prSet presAssocID="{0111F964-562B-2C4B-8E34-DA9B43E2C42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D997D845-586E-CB41-B0B9-676A8B96EFC5}" type="pres">
      <dgm:prSet presAssocID="{00AFFAA9-1A65-9B40-BE21-4648C4E2AD49}" presName="hierRoot1" presStyleCnt="0">
        <dgm:presLayoutVars>
          <dgm:hierBranch val="init"/>
        </dgm:presLayoutVars>
      </dgm:prSet>
      <dgm:spPr/>
    </dgm:pt>
    <dgm:pt modelId="{92792946-B115-6448-9E72-8725B9246A8C}" type="pres">
      <dgm:prSet presAssocID="{00AFFAA9-1A65-9B40-BE21-4648C4E2AD49}" presName="rootComposite1" presStyleCnt="0"/>
      <dgm:spPr/>
    </dgm:pt>
    <dgm:pt modelId="{230BB546-0FDE-684F-B1F1-C6DF14E13977}" type="pres">
      <dgm:prSet presAssocID="{00AFFAA9-1A65-9B40-BE21-4648C4E2AD49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87EFCA0-59DF-134C-B81C-2590E3514E66}" type="pres">
      <dgm:prSet presAssocID="{00AFFAA9-1A65-9B40-BE21-4648C4E2AD49}" presName="rootConnector1" presStyleLbl="node1" presStyleIdx="0" presStyleCnt="0"/>
      <dgm:spPr/>
      <dgm:t>
        <a:bodyPr/>
        <a:lstStyle/>
        <a:p>
          <a:endParaRPr lang="en-GB"/>
        </a:p>
      </dgm:t>
    </dgm:pt>
    <dgm:pt modelId="{3F3D4CC7-EBDB-674C-AF10-52A14038BF1A}" type="pres">
      <dgm:prSet presAssocID="{00AFFAA9-1A65-9B40-BE21-4648C4E2AD49}" presName="hierChild2" presStyleCnt="0"/>
      <dgm:spPr/>
    </dgm:pt>
    <dgm:pt modelId="{25C65C6A-C7E9-6043-AE5C-CB558C7216CA}" type="pres">
      <dgm:prSet presAssocID="{F66E7EA1-CE48-BD4E-BA59-B6D91EFE6976}" presName="Name37" presStyleLbl="parChTrans1D2" presStyleIdx="0" presStyleCnt="5"/>
      <dgm:spPr/>
      <dgm:t>
        <a:bodyPr/>
        <a:lstStyle/>
        <a:p>
          <a:endParaRPr lang="en-GB"/>
        </a:p>
      </dgm:t>
    </dgm:pt>
    <dgm:pt modelId="{2C262D4C-3ACE-2B48-87ED-C434C82E0FCE}" type="pres">
      <dgm:prSet presAssocID="{831B2E18-3EAF-484E-8AAE-B773F4B16553}" presName="hierRoot2" presStyleCnt="0">
        <dgm:presLayoutVars>
          <dgm:hierBranch val="init"/>
        </dgm:presLayoutVars>
      </dgm:prSet>
      <dgm:spPr/>
    </dgm:pt>
    <dgm:pt modelId="{5E06F1D5-EFAF-3A4C-A2CA-986BD0147157}" type="pres">
      <dgm:prSet presAssocID="{831B2E18-3EAF-484E-8AAE-B773F4B16553}" presName="rootComposite" presStyleCnt="0"/>
      <dgm:spPr/>
    </dgm:pt>
    <dgm:pt modelId="{9F3F516D-C2A4-FE45-93A1-941EC4E1F399}" type="pres">
      <dgm:prSet presAssocID="{831B2E18-3EAF-484E-8AAE-B773F4B16553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8A8CE4AA-CC33-3446-A869-EF27C812C6CD}" type="pres">
      <dgm:prSet presAssocID="{831B2E18-3EAF-484E-8AAE-B773F4B16553}" presName="rootConnector" presStyleLbl="node2" presStyleIdx="0" presStyleCnt="4"/>
      <dgm:spPr/>
      <dgm:t>
        <a:bodyPr/>
        <a:lstStyle/>
        <a:p>
          <a:endParaRPr lang="en-GB"/>
        </a:p>
      </dgm:t>
    </dgm:pt>
    <dgm:pt modelId="{27DEA2E5-CA33-DB4B-BF12-E525EC3A5DCA}" type="pres">
      <dgm:prSet presAssocID="{831B2E18-3EAF-484E-8AAE-B773F4B16553}" presName="hierChild4" presStyleCnt="0"/>
      <dgm:spPr/>
    </dgm:pt>
    <dgm:pt modelId="{8183D5FF-B8A9-0746-BEE8-C26A0CC5AC39}" type="pres">
      <dgm:prSet presAssocID="{831B2E18-3EAF-484E-8AAE-B773F4B16553}" presName="hierChild5" presStyleCnt="0"/>
      <dgm:spPr/>
    </dgm:pt>
    <dgm:pt modelId="{0326103B-6E13-6145-B153-D572C1E8B510}" type="pres">
      <dgm:prSet presAssocID="{216155D6-D906-F948-BA62-3520D0612FF4}" presName="Name37" presStyleLbl="parChTrans1D2" presStyleIdx="1" presStyleCnt="5"/>
      <dgm:spPr/>
      <dgm:t>
        <a:bodyPr/>
        <a:lstStyle/>
        <a:p>
          <a:endParaRPr lang="en-GB"/>
        </a:p>
      </dgm:t>
    </dgm:pt>
    <dgm:pt modelId="{0405A73E-1577-5C4E-8A93-C2A8BC3478BE}" type="pres">
      <dgm:prSet presAssocID="{692AB379-92D8-5748-888B-547C57FACBF6}" presName="hierRoot2" presStyleCnt="0">
        <dgm:presLayoutVars>
          <dgm:hierBranch val="init"/>
        </dgm:presLayoutVars>
      </dgm:prSet>
      <dgm:spPr/>
    </dgm:pt>
    <dgm:pt modelId="{FACB5F5F-05B8-C545-BC3A-4EA378F6EA2D}" type="pres">
      <dgm:prSet presAssocID="{692AB379-92D8-5748-888B-547C57FACBF6}" presName="rootComposite" presStyleCnt="0"/>
      <dgm:spPr/>
    </dgm:pt>
    <dgm:pt modelId="{4223EC9E-229A-7E4E-8B4B-7FA8A54910B6}" type="pres">
      <dgm:prSet presAssocID="{692AB379-92D8-5748-888B-547C57FACBF6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CA5A84B-E42F-C143-AE89-13FD72CE1554}" type="pres">
      <dgm:prSet presAssocID="{692AB379-92D8-5748-888B-547C57FACBF6}" presName="rootConnector" presStyleLbl="node2" presStyleIdx="1" presStyleCnt="4"/>
      <dgm:spPr/>
      <dgm:t>
        <a:bodyPr/>
        <a:lstStyle/>
        <a:p>
          <a:endParaRPr lang="en-GB"/>
        </a:p>
      </dgm:t>
    </dgm:pt>
    <dgm:pt modelId="{26047374-D0A8-9948-A49D-74C40C3A4A69}" type="pres">
      <dgm:prSet presAssocID="{692AB379-92D8-5748-888B-547C57FACBF6}" presName="hierChild4" presStyleCnt="0"/>
      <dgm:spPr/>
    </dgm:pt>
    <dgm:pt modelId="{03F44E95-41D3-EB4D-B081-670CE310A627}" type="pres">
      <dgm:prSet presAssocID="{692AB379-92D8-5748-888B-547C57FACBF6}" presName="hierChild5" presStyleCnt="0"/>
      <dgm:spPr/>
    </dgm:pt>
    <dgm:pt modelId="{2976E3B3-8DA3-A443-AE79-B395C4D55E94}" type="pres">
      <dgm:prSet presAssocID="{427F213C-ACAC-F841-837F-83A346E931F9}" presName="Name37" presStyleLbl="parChTrans1D2" presStyleIdx="2" presStyleCnt="5"/>
      <dgm:spPr/>
      <dgm:t>
        <a:bodyPr/>
        <a:lstStyle/>
        <a:p>
          <a:endParaRPr lang="en-GB"/>
        </a:p>
      </dgm:t>
    </dgm:pt>
    <dgm:pt modelId="{D302DFFF-EE14-BE43-AEAB-80AE1A937A24}" type="pres">
      <dgm:prSet presAssocID="{826ACB57-5EF6-3C49-A5AC-94C4D9E58806}" presName="hierRoot2" presStyleCnt="0">
        <dgm:presLayoutVars>
          <dgm:hierBranch val="init"/>
        </dgm:presLayoutVars>
      </dgm:prSet>
      <dgm:spPr/>
    </dgm:pt>
    <dgm:pt modelId="{E5FD41BC-8AF4-354B-A884-C73BBBA1300D}" type="pres">
      <dgm:prSet presAssocID="{826ACB57-5EF6-3C49-A5AC-94C4D9E58806}" presName="rootComposite" presStyleCnt="0"/>
      <dgm:spPr/>
    </dgm:pt>
    <dgm:pt modelId="{A96BA067-BDC4-9B4B-930E-0CD015C3BC32}" type="pres">
      <dgm:prSet presAssocID="{826ACB57-5EF6-3C49-A5AC-94C4D9E58806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F1AFC74-1DA8-444F-A6AD-0A8AD83A05A6}" type="pres">
      <dgm:prSet presAssocID="{826ACB57-5EF6-3C49-A5AC-94C4D9E58806}" presName="rootConnector" presStyleLbl="node2" presStyleIdx="2" presStyleCnt="4"/>
      <dgm:spPr/>
      <dgm:t>
        <a:bodyPr/>
        <a:lstStyle/>
        <a:p>
          <a:endParaRPr lang="en-GB"/>
        </a:p>
      </dgm:t>
    </dgm:pt>
    <dgm:pt modelId="{C9AD29E6-EBDE-2E42-97EC-75EB9170BBEB}" type="pres">
      <dgm:prSet presAssocID="{826ACB57-5EF6-3C49-A5AC-94C4D9E58806}" presName="hierChild4" presStyleCnt="0"/>
      <dgm:spPr/>
    </dgm:pt>
    <dgm:pt modelId="{50CBCC49-95D4-C44B-83A7-1D6256AE4069}" type="pres">
      <dgm:prSet presAssocID="{826ACB57-5EF6-3C49-A5AC-94C4D9E58806}" presName="hierChild5" presStyleCnt="0"/>
      <dgm:spPr/>
    </dgm:pt>
    <dgm:pt modelId="{21B32729-57CD-FA41-9CA0-9002624EC70F}" type="pres">
      <dgm:prSet presAssocID="{AC7AA9FE-40B0-924D-BB99-D7802713C28A}" presName="Name37" presStyleLbl="parChTrans1D2" presStyleIdx="3" presStyleCnt="5"/>
      <dgm:spPr/>
      <dgm:t>
        <a:bodyPr/>
        <a:lstStyle/>
        <a:p>
          <a:endParaRPr lang="en-GB"/>
        </a:p>
      </dgm:t>
    </dgm:pt>
    <dgm:pt modelId="{66AD554C-144B-9D4A-89A1-8F679C52644E}" type="pres">
      <dgm:prSet presAssocID="{4AF16A4D-A3FC-E54A-A238-1927E7522EEA}" presName="hierRoot2" presStyleCnt="0">
        <dgm:presLayoutVars>
          <dgm:hierBranch val="init"/>
        </dgm:presLayoutVars>
      </dgm:prSet>
      <dgm:spPr/>
    </dgm:pt>
    <dgm:pt modelId="{089D1F54-0431-8F43-BA8C-DCFB836CFDD4}" type="pres">
      <dgm:prSet presAssocID="{4AF16A4D-A3FC-E54A-A238-1927E7522EEA}" presName="rootComposite" presStyleCnt="0"/>
      <dgm:spPr/>
    </dgm:pt>
    <dgm:pt modelId="{D33763D3-BB7E-054D-ACCF-00C98C7AA994}" type="pres">
      <dgm:prSet presAssocID="{4AF16A4D-A3FC-E54A-A238-1927E7522EEA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FBE0978-741C-A94E-947F-1A630A998F25}" type="pres">
      <dgm:prSet presAssocID="{4AF16A4D-A3FC-E54A-A238-1927E7522EEA}" presName="rootConnector" presStyleLbl="node2" presStyleIdx="3" presStyleCnt="4"/>
      <dgm:spPr/>
      <dgm:t>
        <a:bodyPr/>
        <a:lstStyle/>
        <a:p>
          <a:endParaRPr lang="en-GB"/>
        </a:p>
      </dgm:t>
    </dgm:pt>
    <dgm:pt modelId="{73E077F2-3597-A844-91F4-C00836B792AE}" type="pres">
      <dgm:prSet presAssocID="{4AF16A4D-A3FC-E54A-A238-1927E7522EEA}" presName="hierChild4" presStyleCnt="0"/>
      <dgm:spPr/>
    </dgm:pt>
    <dgm:pt modelId="{B075A238-5B03-5C4C-B365-A58B028AA5F1}" type="pres">
      <dgm:prSet presAssocID="{4AF16A4D-A3FC-E54A-A238-1927E7522EEA}" presName="hierChild5" presStyleCnt="0"/>
      <dgm:spPr/>
    </dgm:pt>
    <dgm:pt modelId="{71978A66-4411-3F43-8A99-041789F5009E}" type="pres">
      <dgm:prSet presAssocID="{00AFFAA9-1A65-9B40-BE21-4648C4E2AD49}" presName="hierChild3" presStyleCnt="0"/>
      <dgm:spPr/>
    </dgm:pt>
    <dgm:pt modelId="{6F15E3A9-FAD7-8C4D-A361-4321CA338066}" type="pres">
      <dgm:prSet presAssocID="{F84C6638-725B-8C46-AD80-3DD119BB66BE}" presName="Name111" presStyleLbl="parChTrans1D2" presStyleIdx="4" presStyleCnt="5"/>
      <dgm:spPr/>
      <dgm:t>
        <a:bodyPr/>
        <a:lstStyle/>
        <a:p>
          <a:endParaRPr lang="en-GB"/>
        </a:p>
      </dgm:t>
    </dgm:pt>
    <dgm:pt modelId="{79B34576-F021-A64F-A6A8-7B2D7D825367}" type="pres">
      <dgm:prSet presAssocID="{0D194A10-8871-0C4A-8545-AEF65A94CD4C}" presName="hierRoot3" presStyleCnt="0">
        <dgm:presLayoutVars>
          <dgm:hierBranch val="init"/>
        </dgm:presLayoutVars>
      </dgm:prSet>
      <dgm:spPr/>
    </dgm:pt>
    <dgm:pt modelId="{4C316F71-37AC-9247-8CED-FE5B12A26BC2}" type="pres">
      <dgm:prSet presAssocID="{0D194A10-8871-0C4A-8545-AEF65A94CD4C}" presName="rootComposite3" presStyleCnt="0"/>
      <dgm:spPr/>
    </dgm:pt>
    <dgm:pt modelId="{43E90D00-C52B-464F-B0A6-61FCD285FFF3}" type="pres">
      <dgm:prSet presAssocID="{0D194A10-8871-0C4A-8545-AEF65A94CD4C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74145C4-8312-B644-A91A-7B061E3EBAE2}" type="pres">
      <dgm:prSet presAssocID="{0D194A10-8871-0C4A-8545-AEF65A94CD4C}" presName="rootConnector3" presStyleLbl="asst1" presStyleIdx="0" presStyleCnt="1"/>
      <dgm:spPr/>
      <dgm:t>
        <a:bodyPr/>
        <a:lstStyle/>
        <a:p>
          <a:endParaRPr lang="en-GB"/>
        </a:p>
      </dgm:t>
    </dgm:pt>
    <dgm:pt modelId="{415C2408-8468-FD44-8D35-AB5C27A98804}" type="pres">
      <dgm:prSet presAssocID="{0D194A10-8871-0C4A-8545-AEF65A94CD4C}" presName="hierChild6" presStyleCnt="0"/>
      <dgm:spPr/>
    </dgm:pt>
    <dgm:pt modelId="{40E6A277-55D2-E044-BB65-C36A17777A22}" type="pres">
      <dgm:prSet presAssocID="{0D194A10-8871-0C4A-8545-AEF65A94CD4C}" presName="hierChild7" presStyleCnt="0"/>
      <dgm:spPr/>
    </dgm:pt>
  </dgm:ptLst>
  <dgm:cxnLst>
    <dgm:cxn modelId="{81BD3D87-CDD5-8143-A749-6A642F083B09}" srcId="{00AFFAA9-1A65-9B40-BE21-4648C4E2AD49}" destId="{826ACB57-5EF6-3C49-A5AC-94C4D9E58806}" srcOrd="3" destOrd="0" parTransId="{427F213C-ACAC-F841-837F-83A346E931F9}" sibTransId="{6571B8BD-FB90-3547-8BED-CC39AD1477FB}"/>
    <dgm:cxn modelId="{D0EAC82A-7F34-4AB5-8FDD-409724B276E8}" type="presOf" srcId="{692AB379-92D8-5748-888B-547C57FACBF6}" destId="{4223EC9E-229A-7E4E-8B4B-7FA8A54910B6}" srcOrd="0" destOrd="0" presId="urn:microsoft.com/office/officeart/2005/8/layout/orgChart1"/>
    <dgm:cxn modelId="{7A0F9FFA-7EC8-428B-BEFD-85FA7464877B}" type="presOf" srcId="{4AF16A4D-A3FC-E54A-A238-1927E7522EEA}" destId="{D33763D3-BB7E-054D-ACCF-00C98C7AA994}" srcOrd="0" destOrd="0" presId="urn:microsoft.com/office/officeart/2005/8/layout/orgChart1"/>
    <dgm:cxn modelId="{B7D914B3-0C11-814D-A1A5-5FBC00468D7C}" srcId="{00AFFAA9-1A65-9B40-BE21-4648C4E2AD49}" destId="{4AF16A4D-A3FC-E54A-A238-1927E7522EEA}" srcOrd="4" destOrd="0" parTransId="{AC7AA9FE-40B0-924D-BB99-D7802713C28A}" sibTransId="{8D922EA7-051C-6347-93E9-13E12F3493CF}"/>
    <dgm:cxn modelId="{4351FA80-C94E-419C-B77F-87E513C547E4}" type="presOf" srcId="{831B2E18-3EAF-484E-8AAE-B773F4B16553}" destId="{9F3F516D-C2A4-FE45-93A1-941EC4E1F399}" srcOrd="0" destOrd="0" presId="urn:microsoft.com/office/officeart/2005/8/layout/orgChart1"/>
    <dgm:cxn modelId="{08AD4B31-A660-4BEE-88F3-7C67F001E30B}" type="presOf" srcId="{AC7AA9FE-40B0-924D-BB99-D7802713C28A}" destId="{21B32729-57CD-FA41-9CA0-9002624EC70F}" srcOrd="0" destOrd="0" presId="urn:microsoft.com/office/officeart/2005/8/layout/orgChart1"/>
    <dgm:cxn modelId="{F46B5683-8079-644F-A702-FEF881271E80}" srcId="{00AFFAA9-1A65-9B40-BE21-4648C4E2AD49}" destId="{831B2E18-3EAF-484E-8AAE-B773F4B16553}" srcOrd="1" destOrd="0" parTransId="{F66E7EA1-CE48-BD4E-BA59-B6D91EFE6976}" sibTransId="{6144BA90-85DF-0348-8D2A-1399D4E67881}"/>
    <dgm:cxn modelId="{5D42085C-72FB-4901-B471-947B1BBAC186}" type="presOf" srcId="{00AFFAA9-1A65-9B40-BE21-4648C4E2AD49}" destId="{987EFCA0-59DF-134C-B81C-2590E3514E66}" srcOrd="1" destOrd="0" presId="urn:microsoft.com/office/officeart/2005/8/layout/orgChart1"/>
    <dgm:cxn modelId="{A0506BB2-8401-4759-A5C7-687EF9B3357B}" type="presOf" srcId="{4AF16A4D-A3FC-E54A-A238-1927E7522EEA}" destId="{4FBE0978-741C-A94E-947F-1A630A998F25}" srcOrd="1" destOrd="0" presId="urn:microsoft.com/office/officeart/2005/8/layout/orgChart1"/>
    <dgm:cxn modelId="{2693C351-EA64-9943-A1D9-1D3D7724B82E}" srcId="{00AFFAA9-1A65-9B40-BE21-4648C4E2AD49}" destId="{692AB379-92D8-5748-888B-547C57FACBF6}" srcOrd="2" destOrd="0" parTransId="{216155D6-D906-F948-BA62-3520D0612FF4}" sibTransId="{C3A28A57-B811-EF44-93C1-1FE15FC5FD14}"/>
    <dgm:cxn modelId="{30BA9ACA-8AB7-445A-8E96-CCEA67255088}" type="presOf" srcId="{692AB379-92D8-5748-888B-547C57FACBF6}" destId="{4CA5A84B-E42F-C143-AE89-13FD72CE1554}" srcOrd="1" destOrd="0" presId="urn:microsoft.com/office/officeart/2005/8/layout/orgChart1"/>
    <dgm:cxn modelId="{286DA15C-F6F0-4EF7-A5FE-EC8AC8D00F75}" type="presOf" srcId="{826ACB57-5EF6-3C49-A5AC-94C4D9E58806}" destId="{6F1AFC74-1DA8-444F-A6AD-0A8AD83A05A6}" srcOrd="1" destOrd="0" presId="urn:microsoft.com/office/officeart/2005/8/layout/orgChart1"/>
    <dgm:cxn modelId="{933B93B3-433D-4DC2-93BC-30107979E33C}" type="presOf" srcId="{0D194A10-8871-0C4A-8545-AEF65A94CD4C}" destId="{D74145C4-8312-B644-A91A-7B061E3EBAE2}" srcOrd="1" destOrd="0" presId="urn:microsoft.com/office/officeart/2005/8/layout/orgChart1"/>
    <dgm:cxn modelId="{B0ABD819-8009-4920-ADF3-E0F8E16DB52F}" type="presOf" srcId="{427F213C-ACAC-F841-837F-83A346E931F9}" destId="{2976E3B3-8DA3-A443-AE79-B395C4D55E94}" srcOrd="0" destOrd="0" presId="urn:microsoft.com/office/officeart/2005/8/layout/orgChart1"/>
    <dgm:cxn modelId="{AF603E3D-C376-CB42-8D6E-1B8CFA0E9F4E}" srcId="{0111F964-562B-2C4B-8E34-DA9B43E2C429}" destId="{00AFFAA9-1A65-9B40-BE21-4648C4E2AD49}" srcOrd="0" destOrd="0" parTransId="{F17C4D0F-C942-1744-8288-FC8E4B1AB183}" sibTransId="{FB455682-DD31-F545-8C48-53080FC4C301}"/>
    <dgm:cxn modelId="{071750DE-C578-4608-BF02-D76B613FD305}" type="presOf" srcId="{F66E7EA1-CE48-BD4E-BA59-B6D91EFE6976}" destId="{25C65C6A-C7E9-6043-AE5C-CB558C7216CA}" srcOrd="0" destOrd="0" presId="urn:microsoft.com/office/officeart/2005/8/layout/orgChart1"/>
    <dgm:cxn modelId="{BDCB47F6-6CE6-4ABB-B4E6-EE33BACC2075}" type="presOf" srcId="{F84C6638-725B-8C46-AD80-3DD119BB66BE}" destId="{6F15E3A9-FAD7-8C4D-A361-4321CA338066}" srcOrd="0" destOrd="0" presId="urn:microsoft.com/office/officeart/2005/8/layout/orgChart1"/>
    <dgm:cxn modelId="{076FBDA9-929D-294B-BEE9-8207A0486B87}" srcId="{00AFFAA9-1A65-9B40-BE21-4648C4E2AD49}" destId="{0D194A10-8871-0C4A-8545-AEF65A94CD4C}" srcOrd="0" destOrd="0" parTransId="{F84C6638-725B-8C46-AD80-3DD119BB66BE}" sibTransId="{5F13CA53-312C-F04C-8DA0-87330FB8207C}"/>
    <dgm:cxn modelId="{2580DE0A-5FC7-4A2B-8474-3D912117FD29}" type="presOf" srcId="{00AFFAA9-1A65-9B40-BE21-4648C4E2AD49}" destId="{230BB546-0FDE-684F-B1F1-C6DF14E13977}" srcOrd="0" destOrd="0" presId="urn:microsoft.com/office/officeart/2005/8/layout/orgChart1"/>
    <dgm:cxn modelId="{A7E6C05A-6F4E-40F7-A12A-EE01821AF938}" type="presOf" srcId="{0111F964-562B-2C4B-8E34-DA9B43E2C429}" destId="{ADF20FC4-96D0-BC46-BB41-E559B6A7D5AF}" srcOrd="0" destOrd="0" presId="urn:microsoft.com/office/officeart/2005/8/layout/orgChart1"/>
    <dgm:cxn modelId="{24C3DED1-5853-4D68-96E6-15F5723F2D9D}" type="presOf" srcId="{826ACB57-5EF6-3C49-A5AC-94C4D9E58806}" destId="{A96BA067-BDC4-9B4B-930E-0CD015C3BC32}" srcOrd="0" destOrd="0" presId="urn:microsoft.com/office/officeart/2005/8/layout/orgChart1"/>
    <dgm:cxn modelId="{2625E371-8F48-4823-BE53-69D46BDB4CD4}" type="presOf" srcId="{0D194A10-8871-0C4A-8545-AEF65A94CD4C}" destId="{43E90D00-C52B-464F-B0A6-61FCD285FFF3}" srcOrd="0" destOrd="0" presId="urn:microsoft.com/office/officeart/2005/8/layout/orgChart1"/>
    <dgm:cxn modelId="{73237B84-4412-4B76-A5F2-384D012BA1A5}" type="presOf" srcId="{831B2E18-3EAF-484E-8AAE-B773F4B16553}" destId="{8A8CE4AA-CC33-3446-A869-EF27C812C6CD}" srcOrd="1" destOrd="0" presId="urn:microsoft.com/office/officeart/2005/8/layout/orgChart1"/>
    <dgm:cxn modelId="{F4466351-FB5E-488F-A8D7-B5F4E25B35D7}" type="presOf" srcId="{216155D6-D906-F948-BA62-3520D0612FF4}" destId="{0326103B-6E13-6145-B153-D572C1E8B510}" srcOrd="0" destOrd="0" presId="urn:microsoft.com/office/officeart/2005/8/layout/orgChart1"/>
    <dgm:cxn modelId="{3A42FE85-0688-4EB6-954D-B47661300A0B}" type="presParOf" srcId="{ADF20FC4-96D0-BC46-BB41-E559B6A7D5AF}" destId="{D997D845-586E-CB41-B0B9-676A8B96EFC5}" srcOrd="0" destOrd="0" presId="urn:microsoft.com/office/officeart/2005/8/layout/orgChart1"/>
    <dgm:cxn modelId="{575CA36D-688C-4EC6-BC00-063741D01365}" type="presParOf" srcId="{D997D845-586E-CB41-B0B9-676A8B96EFC5}" destId="{92792946-B115-6448-9E72-8725B9246A8C}" srcOrd="0" destOrd="0" presId="urn:microsoft.com/office/officeart/2005/8/layout/orgChart1"/>
    <dgm:cxn modelId="{31B8EE33-1E61-45A7-9AAF-3DC5B6E95EC5}" type="presParOf" srcId="{92792946-B115-6448-9E72-8725B9246A8C}" destId="{230BB546-0FDE-684F-B1F1-C6DF14E13977}" srcOrd="0" destOrd="0" presId="urn:microsoft.com/office/officeart/2005/8/layout/orgChart1"/>
    <dgm:cxn modelId="{1B006BB6-0E9E-4FA4-884F-E6C4364FDEBE}" type="presParOf" srcId="{92792946-B115-6448-9E72-8725B9246A8C}" destId="{987EFCA0-59DF-134C-B81C-2590E3514E66}" srcOrd="1" destOrd="0" presId="urn:microsoft.com/office/officeart/2005/8/layout/orgChart1"/>
    <dgm:cxn modelId="{681F3D8F-CF11-4889-9D66-A1C3F9E02A6D}" type="presParOf" srcId="{D997D845-586E-CB41-B0B9-676A8B96EFC5}" destId="{3F3D4CC7-EBDB-674C-AF10-52A14038BF1A}" srcOrd="1" destOrd="0" presId="urn:microsoft.com/office/officeart/2005/8/layout/orgChart1"/>
    <dgm:cxn modelId="{ABBCAB3B-1416-4205-9938-9551F842C6C3}" type="presParOf" srcId="{3F3D4CC7-EBDB-674C-AF10-52A14038BF1A}" destId="{25C65C6A-C7E9-6043-AE5C-CB558C7216CA}" srcOrd="0" destOrd="0" presId="urn:microsoft.com/office/officeart/2005/8/layout/orgChart1"/>
    <dgm:cxn modelId="{74004CC2-0067-4A3C-80DD-5A77AD883558}" type="presParOf" srcId="{3F3D4CC7-EBDB-674C-AF10-52A14038BF1A}" destId="{2C262D4C-3ACE-2B48-87ED-C434C82E0FCE}" srcOrd="1" destOrd="0" presId="urn:microsoft.com/office/officeart/2005/8/layout/orgChart1"/>
    <dgm:cxn modelId="{829E93D9-8BF4-456B-9DEB-AB30814AC861}" type="presParOf" srcId="{2C262D4C-3ACE-2B48-87ED-C434C82E0FCE}" destId="{5E06F1D5-EFAF-3A4C-A2CA-986BD0147157}" srcOrd="0" destOrd="0" presId="urn:microsoft.com/office/officeart/2005/8/layout/orgChart1"/>
    <dgm:cxn modelId="{E7384ADF-3550-4031-BB7B-42CC80BA3755}" type="presParOf" srcId="{5E06F1D5-EFAF-3A4C-A2CA-986BD0147157}" destId="{9F3F516D-C2A4-FE45-93A1-941EC4E1F399}" srcOrd="0" destOrd="0" presId="urn:microsoft.com/office/officeart/2005/8/layout/orgChart1"/>
    <dgm:cxn modelId="{001DCF71-0DE7-4A18-B3D9-5F627BEB60E8}" type="presParOf" srcId="{5E06F1D5-EFAF-3A4C-A2CA-986BD0147157}" destId="{8A8CE4AA-CC33-3446-A869-EF27C812C6CD}" srcOrd="1" destOrd="0" presId="urn:microsoft.com/office/officeart/2005/8/layout/orgChart1"/>
    <dgm:cxn modelId="{5FE93345-4D64-44E4-8BBC-030EC427A3FC}" type="presParOf" srcId="{2C262D4C-3ACE-2B48-87ED-C434C82E0FCE}" destId="{27DEA2E5-CA33-DB4B-BF12-E525EC3A5DCA}" srcOrd="1" destOrd="0" presId="urn:microsoft.com/office/officeart/2005/8/layout/orgChart1"/>
    <dgm:cxn modelId="{E14B3DD0-E842-44A6-A1DB-5B083F3E3A6C}" type="presParOf" srcId="{2C262D4C-3ACE-2B48-87ED-C434C82E0FCE}" destId="{8183D5FF-B8A9-0746-BEE8-C26A0CC5AC39}" srcOrd="2" destOrd="0" presId="urn:microsoft.com/office/officeart/2005/8/layout/orgChart1"/>
    <dgm:cxn modelId="{85D225F3-8247-4547-8904-11B5ADF7532D}" type="presParOf" srcId="{3F3D4CC7-EBDB-674C-AF10-52A14038BF1A}" destId="{0326103B-6E13-6145-B153-D572C1E8B510}" srcOrd="2" destOrd="0" presId="urn:microsoft.com/office/officeart/2005/8/layout/orgChart1"/>
    <dgm:cxn modelId="{A9CF3D0F-9547-43E3-843C-4BE24F65DD0D}" type="presParOf" srcId="{3F3D4CC7-EBDB-674C-AF10-52A14038BF1A}" destId="{0405A73E-1577-5C4E-8A93-C2A8BC3478BE}" srcOrd="3" destOrd="0" presId="urn:microsoft.com/office/officeart/2005/8/layout/orgChart1"/>
    <dgm:cxn modelId="{1331CEEE-8F90-4A30-A710-D9AFF3B0F4D8}" type="presParOf" srcId="{0405A73E-1577-5C4E-8A93-C2A8BC3478BE}" destId="{FACB5F5F-05B8-C545-BC3A-4EA378F6EA2D}" srcOrd="0" destOrd="0" presId="urn:microsoft.com/office/officeart/2005/8/layout/orgChart1"/>
    <dgm:cxn modelId="{D407575B-10D9-45FA-AD4E-9A7FD84FBBA0}" type="presParOf" srcId="{FACB5F5F-05B8-C545-BC3A-4EA378F6EA2D}" destId="{4223EC9E-229A-7E4E-8B4B-7FA8A54910B6}" srcOrd="0" destOrd="0" presId="urn:microsoft.com/office/officeart/2005/8/layout/orgChart1"/>
    <dgm:cxn modelId="{05BADB31-C7E0-4981-977E-CF75B125FCDF}" type="presParOf" srcId="{FACB5F5F-05B8-C545-BC3A-4EA378F6EA2D}" destId="{4CA5A84B-E42F-C143-AE89-13FD72CE1554}" srcOrd="1" destOrd="0" presId="urn:microsoft.com/office/officeart/2005/8/layout/orgChart1"/>
    <dgm:cxn modelId="{5D704745-F88B-4940-8384-2CD81BA45791}" type="presParOf" srcId="{0405A73E-1577-5C4E-8A93-C2A8BC3478BE}" destId="{26047374-D0A8-9948-A49D-74C40C3A4A69}" srcOrd="1" destOrd="0" presId="urn:microsoft.com/office/officeart/2005/8/layout/orgChart1"/>
    <dgm:cxn modelId="{7FE0B0F4-8A02-4902-992A-A84FCB553026}" type="presParOf" srcId="{0405A73E-1577-5C4E-8A93-C2A8BC3478BE}" destId="{03F44E95-41D3-EB4D-B081-670CE310A627}" srcOrd="2" destOrd="0" presId="urn:microsoft.com/office/officeart/2005/8/layout/orgChart1"/>
    <dgm:cxn modelId="{7CC5EEBA-8DA0-4CE1-A5A0-BAEB8E951748}" type="presParOf" srcId="{3F3D4CC7-EBDB-674C-AF10-52A14038BF1A}" destId="{2976E3B3-8DA3-A443-AE79-B395C4D55E94}" srcOrd="4" destOrd="0" presId="urn:microsoft.com/office/officeart/2005/8/layout/orgChart1"/>
    <dgm:cxn modelId="{556F8855-4E94-4AE7-9BF9-548D51DD9C31}" type="presParOf" srcId="{3F3D4CC7-EBDB-674C-AF10-52A14038BF1A}" destId="{D302DFFF-EE14-BE43-AEAB-80AE1A937A24}" srcOrd="5" destOrd="0" presId="urn:microsoft.com/office/officeart/2005/8/layout/orgChart1"/>
    <dgm:cxn modelId="{04377938-0152-4BF0-AB47-683452D122D3}" type="presParOf" srcId="{D302DFFF-EE14-BE43-AEAB-80AE1A937A24}" destId="{E5FD41BC-8AF4-354B-A884-C73BBBA1300D}" srcOrd="0" destOrd="0" presId="urn:microsoft.com/office/officeart/2005/8/layout/orgChart1"/>
    <dgm:cxn modelId="{41F9CCE4-F9F1-4D95-AAC1-D12ED805DA20}" type="presParOf" srcId="{E5FD41BC-8AF4-354B-A884-C73BBBA1300D}" destId="{A96BA067-BDC4-9B4B-930E-0CD015C3BC32}" srcOrd="0" destOrd="0" presId="urn:microsoft.com/office/officeart/2005/8/layout/orgChart1"/>
    <dgm:cxn modelId="{1EDE0D3E-2024-4957-AA71-AFD4F5C9AC65}" type="presParOf" srcId="{E5FD41BC-8AF4-354B-A884-C73BBBA1300D}" destId="{6F1AFC74-1DA8-444F-A6AD-0A8AD83A05A6}" srcOrd="1" destOrd="0" presId="urn:microsoft.com/office/officeart/2005/8/layout/orgChart1"/>
    <dgm:cxn modelId="{46A14D70-03D8-4CC0-A206-44F4F4091F56}" type="presParOf" srcId="{D302DFFF-EE14-BE43-AEAB-80AE1A937A24}" destId="{C9AD29E6-EBDE-2E42-97EC-75EB9170BBEB}" srcOrd="1" destOrd="0" presId="urn:microsoft.com/office/officeart/2005/8/layout/orgChart1"/>
    <dgm:cxn modelId="{8C8A76EE-FECE-4E09-8822-2462F95EE680}" type="presParOf" srcId="{D302DFFF-EE14-BE43-AEAB-80AE1A937A24}" destId="{50CBCC49-95D4-C44B-83A7-1D6256AE4069}" srcOrd="2" destOrd="0" presId="urn:microsoft.com/office/officeart/2005/8/layout/orgChart1"/>
    <dgm:cxn modelId="{B019F9CD-5603-493C-96B0-0ECF538EFFEE}" type="presParOf" srcId="{3F3D4CC7-EBDB-674C-AF10-52A14038BF1A}" destId="{21B32729-57CD-FA41-9CA0-9002624EC70F}" srcOrd="6" destOrd="0" presId="urn:microsoft.com/office/officeart/2005/8/layout/orgChart1"/>
    <dgm:cxn modelId="{1E7578C3-D9EC-4D4C-AA1D-E48936DA6D8A}" type="presParOf" srcId="{3F3D4CC7-EBDB-674C-AF10-52A14038BF1A}" destId="{66AD554C-144B-9D4A-89A1-8F679C52644E}" srcOrd="7" destOrd="0" presId="urn:microsoft.com/office/officeart/2005/8/layout/orgChart1"/>
    <dgm:cxn modelId="{2F5CAF0C-3467-41F3-86A2-668BEAE57BB0}" type="presParOf" srcId="{66AD554C-144B-9D4A-89A1-8F679C52644E}" destId="{089D1F54-0431-8F43-BA8C-DCFB836CFDD4}" srcOrd="0" destOrd="0" presId="urn:microsoft.com/office/officeart/2005/8/layout/orgChart1"/>
    <dgm:cxn modelId="{730F93F1-FABC-480A-A2B5-4A8384A33DBE}" type="presParOf" srcId="{089D1F54-0431-8F43-BA8C-DCFB836CFDD4}" destId="{D33763D3-BB7E-054D-ACCF-00C98C7AA994}" srcOrd="0" destOrd="0" presId="urn:microsoft.com/office/officeart/2005/8/layout/orgChart1"/>
    <dgm:cxn modelId="{BE28E577-BC09-4D36-AE0C-D8D2DB113533}" type="presParOf" srcId="{089D1F54-0431-8F43-BA8C-DCFB836CFDD4}" destId="{4FBE0978-741C-A94E-947F-1A630A998F25}" srcOrd="1" destOrd="0" presId="urn:microsoft.com/office/officeart/2005/8/layout/orgChart1"/>
    <dgm:cxn modelId="{0E226883-2478-4584-87DF-82367560C0A9}" type="presParOf" srcId="{66AD554C-144B-9D4A-89A1-8F679C52644E}" destId="{73E077F2-3597-A844-91F4-C00836B792AE}" srcOrd="1" destOrd="0" presId="urn:microsoft.com/office/officeart/2005/8/layout/orgChart1"/>
    <dgm:cxn modelId="{441BBDD9-03C4-40F9-983D-FE1E7F6D8614}" type="presParOf" srcId="{66AD554C-144B-9D4A-89A1-8F679C52644E}" destId="{B075A238-5B03-5C4C-B365-A58B028AA5F1}" srcOrd="2" destOrd="0" presId="urn:microsoft.com/office/officeart/2005/8/layout/orgChart1"/>
    <dgm:cxn modelId="{D2F8AA65-2ACE-4A52-9F76-DCEC3457F2A7}" type="presParOf" srcId="{D997D845-586E-CB41-B0B9-676A8B96EFC5}" destId="{71978A66-4411-3F43-8A99-041789F5009E}" srcOrd="2" destOrd="0" presId="urn:microsoft.com/office/officeart/2005/8/layout/orgChart1"/>
    <dgm:cxn modelId="{BEC7CED5-5AB4-450A-BBE3-474D182C5E8B}" type="presParOf" srcId="{71978A66-4411-3F43-8A99-041789F5009E}" destId="{6F15E3A9-FAD7-8C4D-A361-4321CA338066}" srcOrd="0" destOrd="0" presId="urn:microsoft.com/office/officeart/2005/8/layout/orgChart1"/>
    <dgm:cxn modelId="{195413FE-A02C-4433-8D65-C8062D9B4BF7}" type="presParOf" srcId="{71978A66-4411-3F43-8A99-041789F5009E}" destId="{79B34576-F021-A64F-A6A8-7B2D7D825367}" srcOrd="1" destOrd="0" presId="urn:microsoft.com/office/officeart/2005/8/layout/orgChart1"/>
    <dgm:cxn modelId="{A6E9A02D-95CC-475A-BB65-8C4DFFB76CB1}" type="presParOf" srcId="{79B34576-F021-A64F-A6A8-7B2D7D825367}" destId="{4C316F71-37AC-9247-8CED-FE5B12A26BC2}" srcOrd="0" destOrd="0" presId="urn:microsoft.com/office/officeart/2005/8/layout/orgChart1"/>
    <dgm:cxn modelId="{AA8339C5-6E7A-461A-86E9-547539F17DC9}" type="presParOf" srcId="{4C316F71-37AC-9247-8CED-FE5B12A26BC2}" destId="{43E90D00-C52B-464F-B0A6-61FCD285FFF3}" srcOrd="0" destOrd="0" presId="urn:microsoft.com/office/officeart/2005/8/layout/orgChart1"/>
    <dgm:cxn modelId="{AA5486D6-6DA1-40B5-8AC7-AA1ED7963F2C}" type="presParOf" srcId="{4C316F71-37AC-9247-8CED-FE5B12A26BC2}" destId="{D74145C4-8312-B644-A91A-7B061E3EBAE2}" srcOrd="1" destOrd="0" presId="urn:microsoft.com/office/officeart/2005/8/layout/orgChart1"/>
    <dgm:cxn modelId="{B5AD1888-FE5A-48A9-8838-0B870F47146B}" type="presParOf" srcId="{79B34576-F021-A64F-A6A8-7B2D7D825367}" destId="{415C2408-8468-FD44-8D35-AB5C27A98804}" srcOrd="1" destOrd="0" presId="urn:microsoft.com/office/officeart/2005/8/layout/orgChart1"/>
    <dgm:cxn modelId="{63689EB0-12FD-4947-81E1-6C02076D57BD}" type="presParOf" srcId="{79B34576-F021-A64F-A6A8-7B2D7D825367}" destId="{40E6A277-55D2-E044-BB65-C36A17777A2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92C23E-C06B-4B4A-AEC7-58253D01B2F6}" type="doc">
      <dgm:prSet loTypeId="urn:microsoft.com/office/officeart/2005/8/layout/orgChart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ACA11EFB-B269-4D29-A64B-5F584E32C894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Planning </a:t>
          </a:r>
          <a:r>
            <a:rPr lang="en-GB" dirty="0" smtClean="0">
              <a:solidFill>
                <a:schemeClr val="tx1"/>
              </a:solidFill>
            </a:rPr>
            <a:t>function</a:t>
          </a:r>
          <a:endParaRPr lang="en-GB" dirty="0">
            <a:solidFill>
              <a:schemeClr val="tx1"/>
            </a:solidFill>
          </a:endParaRPr>
        </a:p>
      </dgm:t>
    </dgm:pt>
    <dgm:pt modelId="{F2E9B369-4EC5-4C6F-BADA-484252E53276}" type="parTrans" cxnId="{955CE3B0-1055-4364-A20C-1308F0D7DDEC}">
      <dgm:prSet/>
      <dgm:spPr/>
      <dgm:t>
        <a:bodyPr/>
        <a:lstStyle/>
        <a:p>
          <a:endParaRPr lang="en-GB"/>
        </a:p>
      </dgm:t>
    </dgm:pt>
    <dgm:pt modelId="{C1884892-26AA-4ACE-8FB8-C2F581C4CF66}" type="sibTrans" cxnId="{955CE3B0-1055-4364-A20C-1308F0D7DDEC}">
      <dgm:prSet/>
      <dgm:spPr/>
      <dgm:t>
        <a:bodyPr/>
        <a:lstStyle/>
        <a:p>
          <a:endParaRPr lang="en-GB"/>
        </a:p>
      </dgm:t>
    </dgm:pt>
    <dgm:pt modelId="{E428DFFD-C815-4BC3-A07B-B3817AC9BE31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Situation/Intelligence</a:t>
          </a:r>
        </a:p>
      </dgm:t>
    </dgm:pt>
    <dgm:pt modelId="{CAF9835F-F085-4210-8984-96611B1722EB}" type="parTrans" cxnId="{99E62C3F-D441-463B-BE60-B1631E41F9E3}">
      <dgm:prSet/>
      <dgm:spPr/>
      <dgm:t>
        <a:bodyPr/>
        <a:lstStyle/>
        <a:p>
          <a:endParaRPr lang="en-GB"/>
        </a:p>
      </dgm:t>
    </dgm:pt>
    <dgm:pt modelId="{F014C75F-E887-46D3-90C9-2A295195B6B7}" type="sibTrans" cxnId="{99E62C3F-D441-463B-BE60-B1631E41F9E3}">
      <dgm:prSet/>
      <dgm:spPr/>
      <dgm:t>
        <a:bodyPr/>
        <a:lstStyle/>
        <a:p>
          <a:endParaRPr lang="en-GB"/>
        </a:p>
      </dgm:t>
    </dgm:pt>
    <dgm:pt modelId="{F16E4F1D-A925-4D05-8DF1-5D617ACD2FA0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Environment</a:t>
          </a:r>
        </a:p>
      </dgm:t>
    </dgm:pt>
    <dgm:pt modelId="{2A070518-BB7C-4CA7-AF1F-76362FED9FCB}" type="parTrans" cxnId="{F791F04B-35A5-4A6B-9685-67099E4E044D}">
      <dgm:prSet/>
      <dgm:spPr/>
      <dgm:t>
        <a:bodyPr/>
        <a:lstStyle/>
        <a:p>
          <a:endParaRPr lang="en-GB"/>
        </a:p>
      </dgm:t>
    </dgm:pt>
    <dgm:pt modelId="{188B4B3B-DE6F-46AC-B3B1-E25016F148F4}" type="sibTrans" cxnId="{F791F04B-35A5-4A6B-9685-67099E4E044D}">
      <dgm:prSet/>
      <dgm:spPr/>
      <dgm:t>
        <a:bodyPr/>
        <a:lstStyle/>
        <a:p>
          <a:endParaRPr lang="en-GB"/>
        </a:p>
      </dgm:t>
    </dgm:pt>
    <dgm:pt modelId="{3D48AF33-4D58-419F-8500-08DB8EFE0514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Response </a:t>
          </a:r>
          <a:r>
            <a:rPr lang="en-GB" dirty="0" smtClean="0">
              <a:solidFill>
                <a:schemeClr val="tx1"/>
              </a:solidFill>
            </a:rPr>
            <a:t>planning</a:t>
          </a:r>
          <a:endParaRPr lang="en-GB" dirty="0">
            <a:solidFill>
              <a:schemeClr val="tx1"/>
            </a:solidFill>
          </a:endParaRPr>
        </a:p>
      </dgm:t>
    </dgm:pt>
    <dgm:pt modelId="{DD00D3A8-4666-4605-B92F-BB7304E6F184}" type="parTrans" cxnId="{E3E48C7C-57AD-4F3E-A8E4-8DF7441CCD0D}">
      <dgm:prSet/>
      <dgm:spPr/>
      <dgm:t>
        <a:bodyPr/>
        <a:lstStyle/>
        <a:p>
          <a:endParaRPr lang="en-GB"/>
        </a:p>
      </dgm:t>
    </dgm:pt>
    <dgm:pt modelId="{20616C7A-87FF-4216-A289-65E5EE469B4B}" type="sibTrans" cxnId="{E3E48C7C-57AD-4F3E-A8E4-8DF7441CCD0D}">
      <dgm:prSet/>
      <dgm:spPr/>
      <dgm:t>
        <a:bodyPr/>
        <a:lstStyle/>
        <a:p>
          <a:endParaRPr lang="en-GB"/>
        </a:p>
      </dgm:t>
    </dgm:pt>
    <dgm:pt modelId="{5071AA46-DA17-4B40-A5A0-212ADDBC623E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Resource </a:t>
          </a:r>
          <a:r>
            <a:rPr lang="en-GB" dirty="0" smtClean="0">
              <a:solidFill>
                <a:schemeClr val="tx1"/>
              </a:solidFill>
            </a:rPr>
            <a:t>deployment</a:t>
          </a:r>
          <a:endParaRPr lang="en-GB" dirty="0">
            <a:solidFill>
              <a:schemeClr val="tx1"/>
            </a:solidFill>
          </a:endParaRPr>
        </a:p>
      </dgm:t>
    </dgm:pt>
    <dgm:pt modelId="{02805A25-99E5-4914-B30A-B75F5241FD34}" type="parTrans" cxnId="{A74035EA-9983-4999-9F6D-694BB0ECDDBC}">
      <dgm:prSet/>
      <dgm:spPr/>
      <dgm:t>
        <a:bodyPr/>
        <a:lstStyle/>
        <a:p>
          <a:endParaRPr lang="en-GB"/>
        </a:p>
      </dgm:t>
    </dgm:pt>
    <dgm:pt modelId="{59DAF60C-4112-423E-AC4A-7193DD12B63A}" type="sibTrans" cxnId="{A74035EA-9983-4999-9F6D-694BB0ECDDBC}">
      <dgm:prSet/>
      <dgm:spPr/>
      <dgm:t>
        <a:bodyPr/>
        <a:lstStyle/>
        <a:p>
          <a:endParaRPr lang="en-GB"/>
        </a:p>
      </dgm:t>
    </dgm:pt>
    <dgm:pt modelId="{8139ABC5-B0C4-4184-99F3-8E129061EF34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Technical </a:t>
          </a:r>
          <a:r>
            <a:rPr lang="en-GB" dirty="0" smtClean="0">
              <a:solidFill>
                <a:schemeClr val="tx1"/>
              </a:solidFill>
            </a:rPr>
            <a:t>support</a:t>
          </a:r>
          <a:endParaRPr lang="en-GB" dirty="0">
            <a:solidFill>
              <a:schemeClr val="tx1"/>
            </a:solidFill>
          </a:endParaRPr>
        </a:p>
      </dgm:t>
    </dgm:pt>
    <dgm:pt modelId="{80C2B473-6999-4E75-8FA3-C4A996258488}" type="parTrans" cxnId="{920473EE-3F2E-4971-AC65-24947DBC7939}">
      <dgm:prSet/>
      <dgm:spPr/>
      <dgm:t>
        <a:bodyPr/>
        <a:lstStyle/>
        <a:p>
          <a:endParaRPr lang="en-GB"/>
        </a:p>
      </dgm:t>
    </dgm:pt>
    <dgm:pt modelId="{236407E3-7E2C-4F10-A19A-538C5B953A48}" type="sibTrans" cxnId="{920473EE-3F2E-4971-AC65-24947DBC7939}">
      <dgm:prSet/>
      <dgm:spPr/>
      <dgm:t>
        <a:bodyPr/>
        <a:lstStyle/>
        <a:p>
          <a:endParaRPr lang="en-GB"/>
        </a:p>
      </dgm:t>
    </dgm:pt>
    <dgm:pt modelId="{4418E5FA-2875-453F-8654-B6888E7A6103}" type="pres">
      <dgm:prSet presAssocID="{4692C23E-C06B-4B4A-AEC7-58253D01B2F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734A1B7F-FD0D-442F-9D50-828D5A69A124}" type="pres">
      <dgm:prSet presAssocID="{ACA11EFB-B269-4D29-A64B-5F584E32C894}" presName="hierRoot1" presStyleCnt="0">
        <dgm:presLayoutVars>
          <dgm:hierBranch val="r"/>
        </dgm:presLayoutVars>
      </dgm:prSet>
      <dgm:spPr/>
    </dgm:pt>
    <dgm:pt modelId="{0403BB04-0AFA-4C20-AB7C-D7BD51A9B6DD}" type="pres">
      <dgm:prSet presAssocID="{ACA11EFB-B269-4D29-A64B-5F584E32C894}" presName="rootComposite1" presStyleCnt="0"/>
      <dgm:spPr/>
    </dgm:pt>
    <dgm:pt modelId="{F34370FC-46A4-4D27-8306-D61B9E7FB8C6}" type="pres">
      <dgm:prSet presAssocID="{ACA11EFB-B269-4D29-A64B-5F584E32C894}" presName="rootText1" presStyleLbl="node0" presStyleIdx="0" presStyleCnt="1" custScaleX="258176" custLinFactNeighborX="-132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A218018-4D09-45BB-B09D-29CD1904EE1A}" type="pres">
      <dgm:prSet presAssocID="{ACA11EFB-B269-4D29-A64B-5F584E32C894}" presName="rootConnector1" presStyleLbl="node1" presStyleIdx="0" presStyleCnt="0"/>
      <dgm:spPr/>
      <dgm:t>
        <a:bodyPr/>
        <a:lstStyle/>
        <a:p>
          <a:endParaRPr lang="en-GB"/>
        </a:p>
      </dgm:t>
    </dgm:pt>
    <dgm:pt modelId="{86CC05FA-51E5-4BE5-81E7-F9680735D90E}" type="pres">
      <dgm:prSet presAssocID="{ACA11EFB-B269-4D29-A64B-5F584E32C894}" presName="hierChild2" presStyleCnt="0"/>
      <dgm:spPr/>
    </dgm:pt>
    <dgm:pt modelId="{8012D7CE-2518-4B4C-AF21-20F9FB73B459}" type="pres">
      <dgm:prSet presAssocID="{CAF9835F-F085-4210-8984-96611B1722EB}" presName="Name50" presStyleLbl="parChTrans1D2" presStyleIdx="0" presStyleCnt="5"/>
      <dgm:spPr/>
      <dgm:t>
        <a:bodyPr/>
        <a:lstStyle/>
        <a:p>
          <a:endParaRPr lang="en-GB"/>
        </a:p>
      </dgm:t>
    </dgm:pt>
    <dgm:pt modelId="{822A9DB6-63FB-4881-BDC9-7AB1744D3B11}" type="pres">
      <dgm:prSet presAssocID="{E428DFFD-C815-4BC3-A07B-B3817AC9BE31}" presName="hierRoot2" presStyleCnt="0">
        <dgm:presLayoutVars>
          <dgm:hierBranch val="r"/>
        </dgm:presLayoutVars>
      </dgm:prSet>
      <dgm:spPr/>
    </dgm:pt>
    <dgm:pt modelId="{5D59A63D-AEDB-433A-BC25-C1F9ED686749}" type="pres">
      <dgm:prSet presAssocID="{E428DFFD-C815-4BC3-A07B-B3817AC9BE31}" presName="rootComposite" presStyleCnt="0"/>
      <dgm:spPr/>
    </dgm:pt>
    <dgm:pt modelId="{B601C8B8-4906-46F5-AAE5-BAFA2D4747EA}" type="pres">
      <dgm:prSet presAssocID="{E428DFFD-C815-4BC3-A07B-B3817AC9BE31}" presName="rootText" presStyleLbl="node2" presStyleIdx="0" presStyleCnt="5" custScaleX="375308" custLinFactNeighborX="-132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9989983-7E58-46D0-9123-873612923780}" type="pres">
      <dgm:prSet presAssocID="{E428DFFD-C815-4BC3-A07B-B3817AC9BE31}" presName="rootConnector" presStyleLbl="node2" presStyleIdx="0" presStyleCnt="5"/>
      <dgm:spPr/>
      <dgm:t>
        <a:bodyPr/>
        <a:lstStyle/>
        <a:p>
          <a:endParaRPr lang="en-GB"/>
        </a:p>
      </dgm:t>
    </dgm:pt>
    <dgm:pt modelId="{A04C91D5-1098-4413-82F6-31373071A279}" type="pres">
      <dgm:prSet presAssocID="{E428DFFD-C815-4BC3-A07B-B3817AC9BE31}" presName="hierChild4" presStyleCnt="0"/>
      <dgm:spPr/>
    </dgm:pt>
    <dgm:pt modelId="{5AA51C91-E461-4B3A-A439-768F769830A4}" type="pres">
      <dgm:prSet presAssocID="{E428DFFD-C815-4BC3-A07B-B3817AC9BE31}" presName="hierChild5" presStyleCnt="0"/>
      <dgm:spPr/>
    </dgm:pt>
    <dgm:pt modelId="{B0A1A659-8356-4C4D-B82B-E30A640F8D4F}" type="pres">
      <dgm:prSet presAssocID="{2A070518-BB7C-4CA7-AF1F-76362FED9FCB}" presName="Name50" presStyleLbl="parChTrans1D2" presStyleIdx="1" presStyleCnt="5"/>
      <dgm:spPr/>
      <dgm:t>
        <a:bodyPr/>
        <a:lstStyle/>
        <a:p>
          <a:endParaRPr lang="en-GB"/>
        </a:p>
      </dgm:t>
    </dgm:pt>
    <dgm:pt modelId="{3C3E458A-22E6-44AF-9607-011DE5208B14}" type="pres">
      <dgm:prSet presAssocID="{F16E4F1D-A925-4D05-8DF1-5D617ACD2FA0}" presName="hierRoot2" presStyleCnt="0">
        <dgm:presLayoutVars>
          <dgm:hierBranch val="r"/>
        </dgm:presLayoutVars>
      </dgm:prSet>
      <dgm:spPr/>
    </dgm:pt>
    <dgm:pt modelId="{D6446B5B-2B42-4A8D-9FFA-AB278E773203}" type="pres">
      <dgm:prSet presAssocID="{F16E4F1D-A925-4D05-8DF1-5D617ACD2FA0}" presName="rootComposite" presStyleCnt="0"/>
      <dgm:spPr/>
    </dgm:pt>
    <dgm:pt modelId="{C98D82BC-5D69-41F0-BF45-97DC6FADBBEF}" type="pres">
      <dgm:prSet presAssocID="{F16E4F1D-A925-4D05-8DF1-5D617ACD2FA0}" presName="rootText" presStyleLbl="node2" presStyleIdx="1" presStyleCnt="5" custScaleX="375639" custLinFactNeighborX="-132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37A9363-430D-498B-9D43-E2045832D531}" type="pres">
      <dgm:prSet presAssocID="{F16E4F1D-A925-4D05-8DF1-5D617ACD2FA0}" presName="rootConnector" presStyleLbl="node2" presStyleIdx="1" presStyleCnt="5"/>
      <dgm:spPr/>
      <dgm:t>
        <a:bodyPr/>
        <a:lstStyle/>
        <a:p>
          <a:endParaRPr lang="en-GB"/>
        </a:p>
      </dgm:t>
    </dgm:pt>
    <dgm:pt modelId="{A089B57F-C0AD-408D-9AAE-FF393D350D35}" type="pres">
      <dgm:prSet presAssocID="{F16E4F1D-A925-4D05-8DF1-5D617ACD2FA0}" presName="hierChild4" presStyleCnt="0"/>
      <dgm:spPr/>
    </dgm:pt>
    <dgm:pt modelId="{51BDC494-7BAB-4D14-9EC5-6F6DFB06169B}" type="pres">
      <dgm:prSet presAssocID="{F16E4F1D-A925-4D05-8DF1-5D617ACD2FA0}" presName="hierChild5" presStyleCnt="0"/>
      <dgm:spPr/>
    </dgm:pt>
    <dgm:pt modelId="{0055494F-696E-4BD1-8784-210408B790CD}" type="pres">
      <dgm:prSet presAssocID="{02805A25-99E5-4914-B30A-B75F5241FD34}" presName="Name50" presStyleLbl="parChTrans1D2" presStyleIdx="2" presStyleCnt="5"/>
      <dgm:spPr/>
      <dgm:t>
        <a:bodyPr/>
        <a:lstStyle/>
        <a:p>
          <a:endParaRPr lang="en-GB"/>
        </a:p>
      </dgm:t>
    </dgm:pt>
    <dgm:pt modelId="{D16DB61E-B596-49DB-AFB4-C3AF60CF5884}" type="pres">
      <dgm:prSet presAssocID="{5071AA46-DA17-4B40-A5A0-212ADDBC623E}" presName="hierRoot2" presStyleCnt="0">
        <dgm:presLayoutVars>
          <dgm:hierBranch val="init"/>
        </dgm:presLayoutVars>
      </dgm:prSet>
      <dgm:spPr/>
    </dgm:pt>
    <dgm:pt modelId="{29BF053D-D6BC-4932-89A4-AE80735F0B6B}" type="pres">
      <dgm:prSet presAssocID="{5071AA46-DA17-4B40-A5A0-212ADDBC623E}" presName="rootComposite" presStyleCnt="0"/>
      <dgm:spPr/>
    </dgm:pt>
    <dgm:pt modelId="{6CBC03E1-792B-4F31-8AA5-4DE7BEE586E1}" type="pres">
      <dgm:prSet presAssocID="{5071AA46-DA17-4B40-A5A0-212ADDBC623E}" presName="rootText" presStyleLbl="node2" presStyleIdx="2" presStyleCnt="5" custScaleX="37333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8B226297-C7E8-4A1B-8062-B52CDA046880}" type="pres">
      <dgm:prSet presAssocID="{5071AA46-DA17-4B40-A5A0-212ADDBC623E}" presName="rootConnector" presStyleLbl="node2" presStyleIdx="2" presStyleCnt="5"/>
      <dgm:spPr/>
      <dgm:t>
        <a:bodyPr/>
        <a:lstStyle/>
        <a:p>
          <a:endParaRPr lang="en-GB"/>
        </a:p>
      </dgm:t>
    </dgm:pt>
    <dgm:pt modelId="{F2B42348-F3C1-41B0-BA10-5F5CAA06A537}" type="pres">
      <dgm:prSet presAssocID="{5071AA46-DA17-4B40-A5A0-212ADDBC623E}" presName="hierChild4" presStyleCnt="0"/>
      <dgm:spPr/>
    </dgm:pt>
    <dgm:pt modelId="{513519CE-0E1F-4E43-8A1A-B325652E660D}" type="pres">
      <dgm:prSet presAssocID="{5071AA46-DA17-4B40-A5A0-212ADDBC623E}" presName="hierChild5" presStyleCnt="0"/>
      <dgm:spPr/>
    </dgm:pt>
    <dgm:pt modelId="{56034166-A733-4926-A008-9C836FC78DF4}" type="pres">
      <dgm:prSet presAssocID="{DD00D3A8-4666-4605-B92F-BB7304E6F184}" presName="Name50" presStyleLbl="parChTrans1D2" presStyleIdx="3" presStyleCnt="5"/>
      <dgm:spPr/>
      <dgm:t>
        <a:bodyPr/>
        <a:lstStyle/>
        <a:p>
          <a:endParaRPr lang="en-GB"/>
        </a:p>
      </dgm:t>
    </dgm:pt>
    <dgm:pt modelId="{AE2A115B-CAAC-4200-B917-4EA032F2C448}" type="pres">
      <dgm:prSet presAssocID="{3D48AF33-4D58-419F-8500-08DB8EFE0514}" presName="hierRoot2" presStyleCnt="0">
        <dgm:presLayoutVars>
          <dgm:hierBranch val="r"/>
        </dgm:presLayoutVars>
      </dgm:prSet>
      <dgm:spPr/>
    </dgm:pt>
    <dgm:pt modelId="{D98F937A-A0E3-4619-BB04-0CDEE33F3DDE}" type="pres">
      <dgm:prSet presAssocID="{3D48AF33-4D58-419F-8500-08DB8EFE0514}" presName="rootComposite" presStyleCnt="0"/>
      <dgm:spPr/>
    </dgm:pt>
    <dgm:pt modelId="{617E7583-3C4F-47C3-9163-5CD2D621B3D2}" type="pres">
      <dgm:prSet presAssocID="{3D48AF33-4D58-419F-8500-08DB8EFE0514}" presName="rootText" presStyleLbl="node2" presStyleIdx="3" presStyleCnt="5" custScaleX="37794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F709FDE1-D5F8-4F57-B786-953AF71E8581}" type="pres">
      <dgm:prSet presAssocID="{3D48AF33-4D58-419F-8500-08DB8EFE0514}" presName="rootConnector" presStyleLbl="node2" presStyleIdx="3" presStyleCnt="5"/>
      <dgm:spPr/>
      <dgm:t>
        <a:bodyPr/>
        <a:lstStyle/>
        <a:p>
          <a:endParaRPr lang="en-GB"/>
        </a:p>
      </dgm:t>
    </dgm:pt>
    <dgm:pt modelId="{0338F201-6D32-49CA-8B31-E2F0E57A3E65}" type="pres">
      <dgm:prSet presAssocID="{3D48AF33-4D58-419F-8500-08DB8EFE0514}" presName="hierChild4" presStyleCnt="0"/>
      <dgm:spPr/>
    </dgm:pt>
    <dgm:pt modelId="{3E05C537-EE17-4F1E-B985-875B2218434F}" type="pres">
      <dgm:prSet presAssocID="{3D48AF33-4D58-419F-8500-08DB8EFE0514}" presName="hierChild5" presStyleCnt="0"/>
      <dgm:spPr/>
    </dgm:pt>
    <dgm:pt modelId="{A799C5EF-0646-4C9D-84E3-1E43EFDA0E5F}" type="pres">
      <dgm:prSet presAssocID="{80C2B473-6999-4E75-8FA3-C4A996258488}" presName="Name50" presStyleLbl="parChTrans1D2" presStyleIdx="4" presStyleCnt="5"/>
      <dgm:spPr/>
      <dgm:t>
        <a:bodyPr/>
        <a:lstStyle/>
        <a:p>
          <a:endParaRPr lang="en-GB"/>
        </a:p>
      </dgm:t>
    </dgm:pt>
    <dgm:pt modelId="{1BCBA0E4-2AA6-426C-9234-30426B345F5E}" type="pres">
      <dgm:prSet presAssocID="{8139ABC5-B0C4-4184-99F3-8E129061EF34}" presName="hierRoot2" presStyleCnt="0">
        <dgm:presLayoutVars>
          <dgm:hierBranch val="init"/>
        </dgm:presLayoutVars>
      </dgm:prSet>
      <dgm:spPr/>
    </dgm:pt>
    <dgm:pt modelId="{6ACC3FC3-AD24-4FBA-A06B-6F330DFBCE87}" type="pres">
      <dgm:prSet presAssocID="{8139ABC5-B0C4-4184-99F3-8E129061EF34}" presName="rootComposite" presStyleCnt="0"/>
      <dgm:spPr/>
    </dgm:pt>
    <dgm:pt modelId="{79B51835-9678-48C6-8267-1E887FDA3C84}" type="pres">
      <dgm:prSet presAssocID="{8139ABC5-B0C4-4184-99F3-8E129061EF34}" presName="rootText" presStyleLbl="node2" presStyleIdx="4" presStyleCnt="5" custScaleX="37721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8002C35-BF4D-4C8C-8991-C72D0F958007}" type="pres">
      <dgm:prSet presAssocID="{8139ABC5-B0C4-4184-99F3-8E129061EF34}" presName="rootConnector" presStyleLbl="node2" presStyleIdx="4" presStyleCnt="5"/>
      <dgm:spPr/>
      <dgm:t>
        <a:bodyPr/>
        <a:lstStyle/>
        <a:p>
          <a:endParaRPr lang="en-GB"/>
        </a:p>
      </dgm:t>
    </dgm:pt>
    <dgm:pt modelId="{BEBFAC6B-1184-494A-A36D-2422CF403215}" type="pres">
      <dgm:prSet presAssocID="{8139ABC5-B0C4-4184-99F3-8E129061EF34}" presName="hierChild4" presStyleCnt="0"/>
      <dgm:spPr/>
    </dgm:pt>
    <dgm:pt modelId="{7C8747C6-3475-4AAC-BB35-151047284E38}" type="pres">
      <dgm:prSet presAssocID="{8139ABC5-B0C4-4184-99F3-8E129061EF34}" presName="hierChild5" presStyleCnt="0"/>
      <dgm:spPr/>
    </dgm:pt>
    <dgm:pt modelId="{9BCBB176-9AB4-4C11-9F1E-50643B9B89A9}" type="pres">
      <dgm:prSet presAssocID="{ACA11EFB-B269-4D29-A64B-5F584E32C894}" presName="hierChild3" presStyleCnt="0"/>
      <dgm:spPr/>
    </dgm:pt>
  </dgm:ptLst>
  <dgm:cxnLst>
    <dgm:cxn modelId="{5E82F7F8-531C-4068-A22F-CC261E54472E}" type="presOf" srcId="{E428DFFD-C815-4BC3-A07B-B3817AC9BE31}" destId="{49989983-7E58-46D0-9123-873612923780}" srcOrd="1" destOrd="0" presId="urn:microsoft.com/office/officeart/2005/8/layout/orgChart1"/>
    <dgm:cxn modelId="{A08BDDDE-9113-45F3-9C5D-49E1902C1E91}" type="presOf" srcId="{4692C23E-C06B-4B4A-AEC7-58253D01B2F6}" destId="{4418E5FA-2875-453F-8654-B6888E7A6103}" srcOrd="0" destOrd="0" presId="urn:microsoft.com/office/officeart/2005/8/layout/orgChart1"/>
    <dgm:cxn modelId="{BA049EB9-D68A-46A3-8491-F7254DE33047}" type="presOf" srcId="{ACA11EFB-B269-4D29-A64B-5F584E32C894}" destId="{F34370FC-46A4-4D27-8306-D61B9E7FB8C6}" srcOrd="0" destOrd="0" presId="urn:microsoft.com/office/officeart/2005/8/layout/orgChart1"/>
    <dgm:cxn modelId="{CDD72560-A194-427E-ADB1-800ED96DDD88}" type="presOf" srcId="{8139ABC5-B0C4-4184-99F3-8E129061EF34}" destId="{79B51835-9678-48C6-8267-1E887FDA3C84}" srcOrd="0" destOrd="0" presId="urn:microsoft.com/office/officeart/2005/8/layout/orgChart1"/>
    <dgm:cxn modelId="{E3E48C7C-57AD-4F3E-A8E4-8DF7441CCD0D}" srcId="{ACA11EFB-B269-4D29-A64B-5F584E32C894}" destId="{3D48AF33-4D58-419F-8500-08DB8EFE0514}" srcOrd="3" destOrd="0" parTransId="{DD00D3A8-4666-4605-B92F-BB7304E6F184}" sibTransId="{20616C7A-87FF-4216-A289-65E5EE469B4B}"/>
    <dgm:cxn modelId="{920473EE-3F2E-4971-AC65-24947DBC7939}" srcId="{ACA11EFB-B269-4D29-A64B-5F584E32C894}" destId="{8139ABC5-B0C4-4184-99F3-8E129061EF34}" srcOrd="4" destOrd="0" parTransId="{80C2B473-6999-4E75-8FA3-C4A996258488}" sibTransId="{236407E3-7E2C-4F10-A19A-538C5B953A48}"/>
    <dgm:cxn modelId="{1734529B-AD98-4C12-A5EB-7E6B9505DCAA}" type="presOf" srcId="{3D48AF33-4D58-419F-8500-08DB8EFE0514}" destId="{F709FDE1-D5F8-4F57-B786-953AF71E8581}" srcOrd="1" destOrd="0" presId="urn:microsoft.com/office/officeart/2005/8/layout/orgChart1"/>
    <dgm:cxn modelId="{D0AE8937-5F72-4DE1-AB7B-0006B3580BA1}" type="presOf" srcId="{CAF9835F-F085-4210-8984-96611B1722EB}" destId="{8012D7CE-2518-4B4C-AF21-20F9FB73B459}" srcOrd="0" destOrd="0" presId="urn:microsoft.com/office/officeart/2005/8/layout/orgChart1"/>
    <dgm:cxn modelId="{8EDBF66F-5D5F-400F-A78C-95FE8C24F4DB}" type="presOf" srcId="{ACA11EFB-B269-4D29-A64B-5F584E32C894}" destId="{AA218018-4D09-45BB-B09D-29CD1904EE1A}" srcOrd="1" destOrd="0" presId="urn:microsoft.com/office/officeart/2005/8/layout/orgChart1"/>
    <dgm:cxn modelId="{6807FFE9-B337-4982-81CB-B017F6B2C397}" type="presOf" srcId="{5071AA46-DA17-4B40-A5A0-212ADDBC623E}" destId="{6CBC03E1-792B-4F31-8AA5-4DE7BEE586E1}" srcOrd="0" destOrd="0" presId="urn:microsoft.com/office/officeart/2005/8/layout/orgChart1"/>
    <dgm:cxn modelId="{9BB18D27-F7EE-4FA8-AFD2-4B2A6F8A3F06}" type="presOf" srcId="{2A070518-BB7C-4CA7-AF1F-76362FED9FCB}" destId="{B0A1A659-8356-4C4D-B82B-E30A640F8D4F}" srcOrd="0" destOrd="0" presId="urn:microsoft.com/office/officeart/2005/8/layout/orgChart1"/>
    <dgm:cxn modelId="{D267AE55-4041-4E80-B82C-55F6BE13A7DD}" type="presOf" srcId="{8139ABC5-B0C4-4184-99F3-8E129061EF34}" destId="{18002C35-BF4D-4C8C-8991-C72D0F958007}" srcOrd="1" destOrd="0" presId="urn:microsoft.com/office/officeart/2005/8/layout/orgChart1"/>
    <dgm:cxn modelId="{04CBB010-6F7C-46DE-9C81-5FF6BBEDA876}" type="presOf" srcId="{80C2B473-6999-4E75-8FA3-C4A996258488}" destId="{A799C5EF-0646-4C9D-84E3-1E43EFDA0E5F}" srcOrd="0" destOrd="0" presId="urn:microsoft.com/office/officeart/2005/8/layout/orgChart1"/>
    <dgm:cxn modelId="{99E62C3F-D441-463B-BE60-B1631E41F9E3}" srcId="{ACA11EFB-B269-4D29-A64B-5F584E32C894}" destId="{E428DFFD-C815-4BC3-A07B-B3817AC9BE31}" srcOrd="0" destOrd="0" parTransId="{CAF9835F-F085-4210-8984-96611B1722EB}" sibTransId="{F014C75F-E887-46D3-90C9-2A295195B6B7}"/>
    <dgm:cxn modelId="{55F33690-A988-44D0-82E7-F952FBF8F7C6}" type="presOf" srcId="{F16E4F1D-A925-4D05-8DF1-5D617ACD2FA0}" destId="{A37A9363-430D-498B-9D43-E2045832D531}" srcOrd="1" destOrd="0" presId="urn:microsoft.com/office/officeart/2005/8/layout/orgChart1"/>
    <dgm:cxn modelId="{E6B69508-FC7C-48C5-8E6E-DBC08AC079C8}" type="presOf" srcId="{DD00D3A8-4666-4605-B92F-BB7304E6F184}" destId="{56034166-A733-4926-A008-9C836FC78DF4}" srcOrd="0" destOrd="0" presId="urn:microsoft.com/office/officeart/2005/8/layout/orgChart1"/>
    <dgm:cxn modelId="{96AEBD7E-C5BD-4571-A3BF-1FC73C37A4D4}" type="presOf" srcId="{E428DFFD-C815-4BC3-A07B-B3817AC9BE31}" destId="{B601C8B8-4906-46F5-AAE5-BAFA2D4747EA}" srcOrd="0" destOrd="0" presId="urn:microsoft.com/office/officeart/2005/8/layout/orgChart1"/>
    <dgm:cxn modelId="{955CE3B0-1055-4364-A20C-1308F0D7DDEC}" srcId="{4692C23E-C06B-4B4A-AEC7-58253D01B2F6}" destId="{ACA11EFB-B269-4D29-A64B-5F584E32C894}" srcOrd="0" destOrd="0" parTransId="{F2E9B369-4EC5-4C6F-BADA-484252E53276}" sibTransId="{C1884892-26AA-4ACE-8FB8-C2F581C4CF66}"/>
    <dgm:cxn modelId="{A74035EA-9983-4999-9F6D-694BB0ECDDBC}" srcId="{ACA11EFB-B269-4D29-A64B-5F584E32C894}" destId="{5071AA46-DA17-4B40-A5A0-212ADDBC623E}" srcOrd="2" destOrd="0" parTransId="{02805A25-99E5-4914-B30A-B75F5241FD34}" sibTransId="{59DAF60C-4112-423E-AC4A-7193DD12B63A}"/>
    <dgm:cxn modelId="{930108B8-6A87-4619-9D5D-E63816B7AF27}" type="presOf" srcId="{5071AA46-DA17-4B40-A5A0-212ADDBC623E}" destId="{8B226297-C7E8-4A1B-8062-B52CDA046880}" srcOrd="1" destOrd="0" presId="urn:microsoft.com/office/officeart/2005/8/layout/orgChart1"/>
    <dgm:cxn modelId="{4A4B3010-FF67-44A8-A5EF-7666BB3C6A21}" type="presOf" srcId="{F16E4F1D-A925-4D05-8DF1-5D617ACD2FA0}" destId="{C98D82BC-5D69-41F0-BF45-97DC6FADBBEF}" srcOrd="0" destOrd="0" presId="urn:microsoft.com/office/officeart/2005/8/layout/orgChart1"/>
    <dgm:cxn modelId="{D402F24E-3F1C-44C0-8DA4-7E052197F90C}" type="presOf" srcId="{02805A25-99E5-4914-B30A-B75F5241FD34}" destId="{0055494F-696E-4BD1-8784-210408B790CD}" srcOrd="0" destOrd="0" presId="urn:microsoft.com/office/officeart/2005/8/layout/orgChart1"/>
    <dgm:cxn modelId="{97A04C87-AF50-4D99-98B7-BA2C090A5041}" type="presOf" srcId="{3D48AF33-4D58-419F-8500-08DB8EFE0514}" destId="{617E7583-3C4F-47C3-9163-5CD2D621B3D2}" srcOrd="0" destOrd="0" presId="urn:microsoft.com/office/officeart/2005/8/layout/orgChart1"/>
    <dgm:cxn modelId="{F791F04B-35A5-4A6B-9685-67099E4E044D}" srcId="{ACA11EFB-B269-4D29-A64B-5F584E32C894}" destId="{F16E4F1D-A925-4D05-8DF1-5D617ACD2FA0}" srcOrd="1" destOrd="0" parTransId="{2A070518-BB7C-4CA7-AF1F-76362FED9FCB}" sibTransId="{188B4B3B-DE6F-46AC-B3B1-E25016F148F4}"/>
    <dgm:cxn modelId="{F46EB4B5-3B8F-45CB-BD83-CDA1D7785D40}" type="presParOf" srcId="{4418E5FA-2875-453F-8654-B6888E7A6103}" destId="{734A1B7F-FD0D-442F-9D50-828D5A69A124}" srcOrd="0" destOrd="0" presId="urn:microsoft.com/office/officeart/2005/8/layout/orgChart1"/>
    <dgm:cxn modelId="{516AE774-ED39-4C00-96E2-558BE2D5047A}" type="presParOf" srcId="{734A1B7F-FD0D-442F-9D50-828D5A69A124}" destId="{0403BB04-0AFA-4C20-AB7C-D7BD51A9B6DD}" srcOrd="0" destOrd="0" presId="urn:microsoft.com/office/officeart/2005/8/layout/orgChart1"/>
    <dgm:cxn modelId="{8FEB89BE-777C-4BDC-944B-9EC163EEA567}" type="presParOf" srcId="{0403BB04-0AFA-4C20-AB7C-D7BD51A9B6DD}" destId="{F34370FC-46A4-4D27-8306-D61B9E7FB8C6}" srcOrd="0" destOrd="0" presId="urn:microsoft.com/office/officeart/2005/8/layout/orgChart1"/>
    <dgm:cxn modelId="{1F0ABBC6-A718-45E4-BCC1-ABD63CBE4E95}" type="presParOf" srcId="{0403BB04-0AFA-4C20-AB7C-D7BD51A9B6DD}" destId="{AA218018-4D09-45BB-B09D-29CD1904EE1A}" srcOrd="1" destOrd="0" presId="urn:microsoft.com/office/officeart/2005/8/layout/orgChart1"/>
    <dgm:cxn modelId="{5CE60124-5EA0-4E30-835C-938C1A76D40B}" type="presParOf" srcId="{734A1B7F-FD0D-442F-9D50-828D5A69A124}" destId="{86CC05FA-51E5-4BE5-81E7-F9680735D90E}" srcOrd="1" destOrd="0" presId="urn:microsoft.com/office/officeart/2005/8/layout/orgChart1"/>
    <dgm:cxn modelId="{8F68C5C7-CAD2-4C99-BE78-08F17B297638}" type="presParOf" srcId="{86CC05FA-51E5-4BE5-81E7-F9680735D90E}" destId="{8012D7CE-2518-4B4C-AF21-20F9FB73B459}" srcOrd="0" destOrd="0" presId="urn:microsoft.com/office/officeart/2005/8/layout/orgChart1"/>
    <dgm:cxn modelId="{20FCCBEE-C37B-4E7F-9796-DF571C6842EA}" type="presParOf" srcId="{86CC05FA-51E5-4BE5-81E7-F9680735D90E}" destId="{822A9DB6-63FB-4881-BDC9-7AB1744D3B11}" srcOrd="1" destOrd="0" presId="urn:microsoft.com/office/officeart/2005/8/layout/orgChart1"/>
    <dgm:cxn modelId="{D6ECB143-3794-431A-9A39-325150B40A52}" type="presParOf" srcId="{822A9DB6-63FB-4881-BDC9-7AB1744D3B11}" destId="{5D59A63D-AEDB-433A-BC25-C1F9ED686749}" srcOrd="0" destOrd="0" presId="urn:microsoft.com/office/officeart/2005/8/layout/orgChart1"/>
    <dgm:cxn modelId="{1AE645D8-F20F-4614-9DFD-58E9DBB86C8F}" type="presParOf" srcId="{5D59A63D-AEDB-433A-BC25-C1F9ED686749}" destId="{B601C8B8-4906-46F5-AAE5-BAFA2D4747EA}" srcOrd="0" destOrd="0" presId="urn:microsoft.com/office/officeart/2005/8/layout/orgChart1"/>
    <dgm:cxn modelId="{7B277FD0-3A46-4761-B588-8458D2B91E8A}" type="presParOf" srcId="{5D59A63D-AEDB-433A-BC25-C1F9ED686749}" destId="{49989983-7E58-46D0-9123-873612923780}" srcOrd="1" destOrd="0" presId="urn:microsoft.com/office/officeart/2005/8/layout/orgChart1"/>
    <dgm:cxn modelId="{91502CC7-CA01-4D27-996E-F1E7F477767D}" type="presParOf" srcId="{822A9DB6-63FB-4881-BDC9-7AB1744D3B11}" destId="{A04C91D5-1098-4413-82F6-31373071A279}" srcOrd="1" destOrd="0" presId="urn:microsoft.com/office/officeart/2005/8/layout/orgChart1"/>
    <dgm:cxn modelId="{54CD314F-BEC4-49D6-87F1-1034C519856F}" type="presParOf" srcId="{822A9DB6-63FB-4881-BDC9-7AB1744D3B11}" destId="{5AA51C91-E461-4B3A-A439-768F769830A4}" srcOrd="2" destOrd="0" presId="urn:microsoft.com/office/officeart/2005/8/layout/orgChart1"/>
    <dgm:cxn modelId="{84C3CE24-7B10-491D-9934-07F70CFD30B0}" type="presParOf" srcId="{86CC05FA-51E5-4BE5-81E7-F9680735D90E}" destId="{B0A1A659-8356-4C4D-B82B-E30A640F8D4F}" srcOrd="2" destOrd="0" presId="urn:microsoft.com/office/officeart/2005/8/layout/orgChart1"/>
    <dgm:cxn modelId="{517FB2A1-1132-44E3-A38D-EEBB298F12AD}" type="presParOf" srcId="{86CC05FA-51E5-4BE5-81E7-F9680735D90E}" destId="{3C3E458A-22E6-44AF-9607-011DE5208B14}" srcOrd="3" destOrd="0" presId="urn:microsoft.com/office/officeart/2005/8/layout/orgChart1"/>
    <dgm:cxn modelId="{F1952345-FDC4-4EB6-861C-0D7E639B909F}" type="presParOf" srcId="{3C3E458A-22E6-44AF-9607-011DE5208B14}" destId="{D6446B5B-2B42-4A8D-9FFA-AB278E773203}" srcOrd="0" destOrd="0" presId="urn:microsoft.com/office/officeart/2005/8/layout/orgChart1"/>
    <dgm:cxn modelId="{74FE66E4-A004-40D7-A11B-B69B9F0A3410}" type="presParOf" srcId="{D6446B5B-2B42-4A8D-9FFA-AB278E773203}" destId="{C98D82BC-5D69-41F0-BF45-97DC6FADBBEF}" srcOrd="0" destOrd="0" presId="urn:microsoft.com/office/officeart/2005/8/layout/orgChart1"/>
    <dgm:cxn modelId="{850645FA-53CF-4483-A9EF-586F23C68FA3}" type="presParOf" srcId="{D6446B5B-2B42-4A8D-9FFA-AB278E773203}" destId="{A37A9363-430D-498B-9D43-E2045832D531}" srcOrd="1" destOrd="0" presId="urn:microsoft.com/office/officeart/2005/8/layout/orgChart1"/>
    <dgm:cxn modelId="{03D20D1B-75BC-4970-B81D-74493BAF20D5}" type="presParOf" srcId="{3C3E458A-22E6-44AF-9607-011DE5208B14}" destId="{A089B57F-C0AD-408D-9AAE-FF393D350D35}" srcOrd="1" destOrd="0" presId="urn:microsoft.com/office/officeart/2005/8/layout/orgChart1"/>
    <dgm:cxn modelId="{683D1287-CFD9-47D7-BC74-C3409386F09B}" type="presParOf" srcId="{3C3E458A-22E6-44AF-9607-011DE5208B14}" destId="{51BDC494-7BAB-4D14-9EC5-6F6DFB06169B}" srcOrd="2" destOrd="0" presId="urn:microsoft.com/office/officeart/2005/8/layout/orgChart1"/>
    <dgm:cxn modelId="{0D35505A-2315-44E5-86EE-2022C0AD5DBD}" type="presParOf" srcId="{86CC05FA-51E5-4BE5-81E7-F9680735D90E}" destId="{0055494F-696E-4BD1-8784-210408B790CD}" srcOrd="4" destOrd="0" presId="urn:microsoft.com/office/officeart/2005/8/layout/orgChart1"/>
    <dgm:cxn modelId="{607E98EC-C663-4755-A465-B21E7A5249ED}" type="presParOf" srcId="{86CC05FA-51E5-4BE5-81E7-F9680735D90E}" destId="{D16DB61E-B596-49DB-AFB4-C3AF60CF5884}" srcOrd="5" destOrd="0" presId="urn:microsoft.com/office/officeart/2005/8/layout/orgChart1"/>
    <dgm:cxn modelId="{C7E1D3DF-009B-4E72-A7F0-486F3749971B}" type="presParOf" srcId="{D16DB61E-B596-49DB-AFB4-C3AF60CF5884}" destId="{29BF053D-D6BC-4932-89A4-AE80735F0B6B}" srcOrd="0" destOrd="0" presId="urn:microsoft.com/office/officeart/2005/8/layout/orgChart1"/>
    <dgm:cxn modelId="{CFDC4372-E693-4D4A-B09E-92B4E7B9FFB0}" type="presParOf" srcId="{29BF053D-D6BC-4932-89A4-AE80735F0B6B}" destId="{6CBC03E1-792B-4F31-8AA5-4DE7BEE586E1}" srcOrd="0" destOrd="0" presId="urn:microsoft.com/office/officeart/2005/8/layout/orgChart1"/>
    <dgm:cxn modelId="{ABAC00B0-674A-43B0-96E6-E64D4227DFD0}" type="presParOf" srcId="{29BF053D-D6BC-4932-89A4-AE80735F0B6B}" destId="{8B226297-C7E8-4A1B-8062-B52CDA046880}" srcOrd="1" destOrd="0" presId="urn:microsoft.com/office/officeart/2005/8/layout/orgChart1"/>
    <dgm:cxn modelId="{F832AA3D-B5FB-4EEC-8E2F-DC65D7838662}" type="presParOf" srcId="{D16DB61E-B596-49DB-AFB4-C3AF60CF5884}" destId="{F2B42348-F3C1-41B0-BA10-5F5CAA06A537}" srcOrd="1" destOrd="0" presId="urn:microsoft.com/office/officeart/2005/8/layout/orgChart1"/>
    <dgm:cxn modelId="{84382265-BBFE-403B-A6B3-8C490A4AECFE}" type="presParOf" srcId="{D16DB61E-B596-49DB-AFB4-C3AF60CF5884}" destId="{513519CE-0E1F-4E43-8A1A-B325652E660D}" srcOrd="2" destOrd="0" presId="urn:microsoft.com/office/officeart/2005/8/layout/orgChart1"/>
    <dgm:cxn modelId="{9C4A03C5-25FB-43BE-A34D-AB0702E889EC}" type="presParOf" srcId="{86CC05FA-51E5-4BE5-81E7-F9680735D90E}" destId="{56034166-A733-4926-A008-9C836FC78DF4}" srcOrd="6" destOrd="0" presId="urn:microsoft.com/office/officeart/2005/8/layout/orgChart1"/>
    <dgm:cxn modelId="{64B93BA7-298E-4B2C-B7C8-EC5EEB1FA788}" type="presParOf" srcId="{86CC05FA-51E5-4BE5-81E7-F9680735D90E}" destId="{AE2A115B-CAAC-4200-B917-4EA032F2C448}" srcOrd="7" destOrd="0" presId="urn:microsoft.com/office/officeart/2005/8/layout/orgChart1"/>
    <dgm:cxn modelId="{7427F3EB-1021-4E5B-89CA-F6AA61066426}" type="presParOf" srcId="{AE2A115B-CAAC-4200-B917-4EA032F2C448}" destId="{D98F937A-A0E3-4619-BB04-0CDEE33F3DDE}" srcOrd="0" destOrd="0" presId="urn:microsoft.com/office/officeart/2005/8/layout/orgChart1"/>
    <dgm:cxn modelId="{705221BD-D7D5-4073-9E1B-E29CE06669F8}" type="presParOf" srcId="{D98F937A-A0E3-4619-BB04-0CDEE33F3DDE}" destId="{617E7583-3C4F-47C3-9163-5CD2D621B3D2}" srcOrd="0" destOrd="0" presId="urn:microsoft.com/office/officeart/2005/8/layout/orgChart1"/>
    <dgm:cxn modelId="{4E17977D-D5B9-4992-8B18-D1564F2E2051}" type="presParOf" srcId="{D98F937A-A0E3-4619-BB04-0CDEE33F3DDE}" destId="{F709FDE1-D5F8-4F57-B786-953AF71E8581}" srcOrd="1" destOrd="0" presId="urn:microsoft.com/office/officeart/2005/8/layout/orgChart1"/>
    <dgm:cxn modelId="{0184D4E7-653C-4A6C-8941-AE34B9A08E7C}" type="presParOf" srcId="{AE2A115B-CAAC-4200-B917-4EA032F2C448}" destId="{0338F201-6D32-49CA-8B31-E2F0E57A3E65}" srcOrd="1" destOrd="0" presId="urn:microsoft.com/office/officeart/2005/8/layout/orgChart1"/>
    <dgm:cxn modelId="{EC7DD66D-346B-4E39-980A-D46B42249BD4}" type="presParOf" srcId="{AE2A115B-CAAC-4200-B917-4EA032F2C448}" destId="{3E05C537-EE17-4F1E-B985-875B2218434F}" srcOrd="2" destOrd="0" presId="urn:microsoft.com/office/officeart/2005/8/layout/orgChart1"/>
    <dgm:cxn modelId="{F5405C1A-8D65-461A-85EC-91A9CEA02744}" type="presParOf" srcId="{86CC05FA-51E5-4BE5-81E7-F9680735D90E}" destId="{A799C5EF-0646-4C9D-84E3-1E43EFDA0E5F}" srcOrd="8" destOrd="0" presId="urn:microsoft.com/office/officeart/2005/8/layout/orgChart1"/>
    <dgm:cxn modelId="{492B535C-2D1E-4933-9CE1-3BFCDBE3263B}" type="presParOf" srcId="{86CC05FA-51E5-4BE5-81E7-F9680735D90E}" destId="{1BCBA0E4-2AA6-426C-9234-30426B345F5E}" srcOrd="9" destOrd="0" presId="urn:microsoft.com/office/officeart/2005/8/layout/orgChart1"/>
    <dgm:cxn modelId="{B7A122F8-97FB-4511-B5B5-F16E16713304}" type="presParOf" srcId="{1BCBA0E4-2AA6-426C-9234-30426B345F5E}" destId="{6ACC3FC3-AD24-4FBA-A06B-6F330DFBCE87}" srcOrd="0" destOrd="0" presId="urn:microsoft.com/office/officeart/2005/8/layout/orgChart1"/>
    <dgm:cxn modelId="{5268B91D-C88E-4CBC-AAA6-D1EA5354A995}" type="presParOf" srcId="{6ACC3FC3-AD24-4FBA-A06B-6F330DFBCE87}" destId="{79B51835-9678-48C6-8267-1E887FDA3C84}" srcOrd="0" destOrd="0" presId="urn:microsoft.com/office/officeart/2005/8/layout/orgChart1"/>
    <dgm:cxn modelId="{60016558-5948-4A06-9F2F-3034A7874271}" type="presParOf" srcId="{6ACC3FC3-AD24-4FBA-A06B-6F330DFBCE87}" destId="{18002C35-BF4D-4C8C-8991-C72D0F958007}" srcOrd="1" destOrd="0" presId="urn:microsoft.com/office/officeart/2005/8/layout/orgChart1"/>
    <dgm:cxn modelId="{C2AECF81-8FBF-4AF0-9581-3F95C924E6EF}" type="presParOf" srcId="{1BCBA0E4-2AA6-426C-9234-30426B345F5E}" destId="{BEBFAC6B-1184-494A-A36D-2422CF403215}" srcOrd="1" destOrd="0" presId="urn:microsoft.com/office/officeart/2005/8/layout/orgChart1"/>
    <dgm:cxn modelId="{6CA1067A-74AD-4648-89FD-C05823B833D5}" type="presParOf" srcId="{1BCBA0E4-2AA6-426C-9234-30426B345F5E}" destId="{7C8747C6-3475-4AAC-BB35-151047284E38}" srcOrd="2" destOrd="0" presId="urn:microsoft.com/office/officeart/2005/8/layout/orgChart1"/>
    <dgm:cxn modelId="{8E475E33-6113-46C5-B414-364E72825572}" type="presParOf" srcId="{734A1B7F-FD0D-442F-9D50-828D5A69A124}" destId="{9BCBB176-9AB4-4C11-9F1E-50643B9B89A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C79436-F3E5-4A18-A111-D1C37DFB26D7}" type="doc">
      <dgm:prSet loTypeId="urn:microsoft.com/office/officeart/2005/8/layout/orgChart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3CCD3B9F-0155-4B96-BEDC-660B5E23CB1B}">
      <dgm:prSet phldrT="[Text]"/>
      <dgm:spPr/>
      <dgm:t>
        <a:bodyPr/>
        <a:lstStyle/>
        <a:p>
          <a:r>
            <a:rPr lang="en-GB" dirty="0"/>
            <a:t>Operations Function</a:t>
          </a:r>
        </a:p>
      </dgm:t>
    </dgm:pt>
    <dgm:pt modelId="{37DA4714-035C-4C2A-8B9F-8BD71312542C}" type="parTrans" cxnId="{990C4018-A957-4776-A87D-46EF955C64B4}">
      <dgm:prSet/>
      <dgm:spPr/>
      <dgm:t>
        <a:bodyPr/>
        <a:lstStyle/>
        <a:p>
          <a:endParaRPr lang="en-GB"/>
        </a:p>
      </dgm:t>
    </dgm:pt>
    <dgm:pt modelId="{5712C8C6-BF8A-45C2-B015-CFD541F7813F}" type="sibTrans" cxnId="{990C4018-A957-4776-A87D-46EF955C64B4}">
      <dgm:prSet/>
      <dgm:spPr/>
      <dgm:t>
        <a:bodyPr/>
        <a:lstStyle/>
        <a:p>
          <a:endParaRPr lang="en-GB"/>
        </a:p>
      </dgm:t>
    </dgm:pt>
    <dgm:pt modelId="{9A63F960-454E-424A-B245-51246FE3391E}">
      <dgm:prSet phldrT="[Text]"/>
      <dgm:spPr/>
      <dgm:t>
        <a:bodyPr/>
        <a:lstStyle/>
        <a:p>
          <a:r>
            <a:rPr lang="en-GB" dirty="0"/>
            <a:t>Aviation Division</a:t>
          </a:r>
        </a:p>
      </dgm:t>
    </dgm:pt>
    <dgm:pt modelId="{2F931C37-E672-4386-9504-B8A7DA2DEBFE}" type="parTrans" cxnId="{46244A81-7962-4F78-A0CC-4BA64202C004}">
      <dgm:prSet/>
      <dgm:spPr/>
      <dgm:t>
        <a:bodyPr/>
        <a:lstStyle/>
        <a:p>
          <a:endParaRPr lang="en-GB"/>
        </a:p>
      </dgm:t>
    </dgm:pt>
    <dgm:pt modelId="{DAC19569-60C1-4CED-8B24-DD7A0F6C0374}" type="sibTrans" cxnId="{46244A81-7962-4F78-A0CC-4BA64202C004}">
      <dgm:prSet/>
      <dgm:spPr/>
      <dgm:t>
        <a:bodyPr/>
        <a:lstStyle/>
        <a:p>
          <a:endParaRPr lang="en-GB"/>
        </a:p>
      </dgm:t>
    </dgm:pt>
    <dgm:pt modelId="{EA5C171D-50D0-4945-AA91-860B938468D1}">
      <dgm:prSet phldrT="[Text]"/>
      <dgm:spPr/>
      <dgm:t>
        <a:bodyPr/>
        <a:lstStyle/>
        <a:p>
          <a:r>
            <a:rPr lang="en-GB" dirty="0"/>
            <a:t>Health &amp; Safety</a:t>
          </a:r>
        </a:p>
      </dgm:t>
    </dgm:pt>
    <dgm:pt modelId="{DF313BDE-993A-4084-B667-F7E058B2E00E}" type="parTrans" cxnId="{0F3CE1FB-AF41-4EAD-A149-33F3924F9ABA}">
      <dgm:prSet/>
      <dgm:spPr/>
      <dgm:t>
        <a:bodyPr/>
        <a:lstStyle/>
        <a:p>
          <a:endParaRPr lang="en-GB"/>
        </a:p>
      </dgm:t>
    </dgm:pt>
    <dgm:pt modelId="{607FD26A-C725-4650-AB79-3C8247D61068}" type="sibTrans" cxnId="{0F3CE1FB-AF41-4EAD-A149-33F3924F9ABA}">
      <dgm:prSet/>
      <dgm:spPr/>
      <dgm:t>
        <a:bodyPr/>
        <a:lstStyle/>
        <a:p>
          <a:endParaRPr lang="en-GB"/>
        </a:p>
      </dgm:t>
    </dgm:pt>
    <dgm:pt modelId="{5E11293C-37F5-4A4A-BB0F-2C3BEEC528FF}">
      <dgm:prSet phldrT="[Text]"/>
      <dgm:spPr/>
      <dgm:t>
        <a:bodyPr/>
        <a:lstStyle/>
        <a:p>
          <a:r>
            <a:rPr lang="en-GB" dirty="0"/>
            <a:t>Waste Management</a:t>
          </a:r>
        </a:p>
      </dgm:t>
    </dgm:pt>
    <dgm:pt modelId="{6A01930F-73A6-4FF5-B803-5A0CEC30D263}" type="parTrans" cxnId="{47A2D083-94DA-4E76-9DAF-3F5B1DDCF468}">
      <dgm:prSet/>
      <dgm:spPr/>
      <dgm:t>
        <a:bodyPr/>
        <a:lstStyle/>
        <a:p>
          <a:endParaRPr lang="en-GB"/>
        </a:p>
      </dgm:t>
    </dgm:pt>
    <dgm:pt modelId="{903BC739-E88D-4FC8-B748-B6A5C20ADF59}" type="sibTrans" cxnId="{47A2D083-94DA-4E76-9DAF-3F5B1DDCF468}">
      <dgm:prSet/>
      <dgm:spPr/>
      <dgm:t>
        <a:bodyPr/>
        <a:lstStyle/>
        <a:p>
          <a:endParaRPr lang="en-GB"/>
        </a:p>
      </dgm:t>
    </dgm:pt>
    <dgm:pt modelId="{C6E44C64-1DFB-4738-A62F-7FA3F5B54406}">
      <dgm:prSet/>
      <dgm:spPr/>
      <dgm:t>
        <a:bodyPr/>
        <a:lstStyle/>
        <a:p>
          <a:r>
            <a:rPr lang="en-GB" dirty="0"/>
            <a:t>Shoreline Division</a:t>
          </a:r>
        </a:p>
      </dgm:t>
    </dgm:pt>
    <dgm:pt modelId="{563237C1-E8EB-4F19-9129-5F2A30A9C5FE}" type="parTrans" cxnId="{B25E9532-4F12-4277-B865-A095701FAFD5}">
      <dgm:prSet/>
      <dgm:spPr/>
      <dgm:t>
        <a:bodyPr/>
        <a:lstStyle/>
        <a:p>
          <a:endParaRPr lang="en-GB"/>
        </a:p>
      </dgm:t>
    </dgm:pt>
    <dgm:pt modelId="{EDCBEF6F-6E10-4269-A014-2A0745BA9788}" type="sibTrans" cxnId="{B25E9532-4F12-4277-B865-A095701FAFD5}">
      <dgm:prSet/>
      <dgm:spPr/>
      <dgm:t>
        <a:bodyPr/>
        <a:lstStyle/>
        <a:p>
          <a:endParaRPr lang="en-GB"/>
        </a:p>
      </dgm:t>
    </dgm:pt>
    <dgm:pt modelId="{D3E8AE40-5B31-4509-B715-A778D79A398A}">
      <dgm:prSet/>
      <dgm:spPr/>
      <dgm:t>
        <a:bodyPr/>
        <a:lstStyle/>
        <a:p>
          <a:r>
            <a:rPr lang="en-GB" dirty="0"/>
            <a:t>Wildlife Division</a:t>
          </a:r>
        </a:p>
      </dgm:t>
    </dgm:pt>
    <dgm:pt modelId="{AF2BA4CF-99CE-403B-BF8A-C89D08D1D0FC}" type="parTrans" cxnId="{B1335973-114D-4380-8FA9-3C3E919C37D2}">
      <dgm:prSet/>
      <dgm:spPr/>
      <dgm:t>
        <a:bodyPr/>
        <a:lstStyle/>
        <a:p>
          <a:endParaRPr lang="en-GB"/>
        </a:p>
      </dgm:t>
    </dgm:pt>
    <dgm:pt modelId="{4031A27E-69F1-44D1-A24B-B364F91ED427}" type="sibTrans" cxnId="{B1335973-114D-4380-8FA9-3C3E919C37D2}">
      <dgm:prSet/>
      <dgm:spPr/>
      <dgm:t>
        <a:bodyPr/>
        <a:lstStyle/>
        <a:p>
          <a:endParaRPr lang="en-GB"/>
        </a:p>
      </dgm:t>
    </dgm:pt>
    <dgm:pt modelId="{AE6815D7-C177-4CFE-9836-4D1D1D76EC2E}">
      <dgm:prSet/>
      <dgm:spPr/>
      <dgm:t>
        <a:bodyPr/>
        <a:lstStyle/>
        <a:p>
          <a:r>
            <a:rPr lang="en-GB" dirty="0"/>
            <a:t>Marine Division</a:t>
          </a:r>
        </a:p>
      </dgm:t>
    </dgm:pt>
    <dgm:pt modelId="{287C2354-E929-4341-A4A5-4852CFAC96FE}" type="parTrans" cxnId="{FD9D57AF-A2C5-475B-AC73-177E4B0C0FBA}">
      <dgm:prSet/>
      <dgm:spPr/>
      <dgm:t>
        <a:bodyPr/>
        <a:lstStyle/>
        <a:p>
          <a:endParaRPr lang="en-GB"/>
        </a:p>
      </dgm:t>
    </dgm:pt>
    <dgm:pt modelId="{ADFD55D9-84A5-4FBF-B3A9-12EEEFD485C0}" type="sibTrans" cxnId="{FD9D57AF-A2C5-475B-AC73-177E4B0C0FBA}">
      <dgm:prSet/>
      <dgm:spPr/>
      <dgm:t>
        <a:bodyPr/>
        <a:lstStyle/>
        <a:p>
          <a:endParaRPr lang="en-GB"/>
        </a:p>
      </dgm:t>
    </dgm:pt>
    <dgm:pt modelId="{9614D218-D6D8-4060-B178-B5F5FC71F19D}">
      <dgm:prSet/>
      <dgm:spPr/>
      <dgm:t>
        <a:bodyPr/>
        <a:lstStyle/>
        <a:p>
          <a:r>
            <a:rPr lang="en-GB" dirty="0"/>
            <a:t>Aerial Dispersants</a:t>
          </a:r>
        </a:p>
      </dgm:t>
    </dgm:pt>
    <dgm:pt modelId="{D372FCF6-3CB6-4758-A052-501D5878AD2D}" type="parTrans" cxnId="{AAD9A032-76EB-4422-B2ED-9C1A6B0A9E88}">
      <dgm:prSet/>
      <dgm:spPr/>
      <dgm:t>
        <a:bodyPr/>
        <a:lstStyle/>
        <a:p>
          <a:endParaRPr lang="en-GB"/>
        </a:p>
      </dgm:t>
    </dgm:pt>
    <dgm:pt modelId="{F4DEB5F0-A737-468B-B53D-FAB6A1F9EDFF}" type="sibTrans" cxnId="{AAD9A032-76EB-4422-B2ED-9C1A6B0A9E88}">
      <dgm:prSet/>
      <dgm:spPr/>
      <dgm:t>
        <a:bodyPr/>
        <a:lstStyle/>
        <a:p>
          <a:endParaRPr lang="en-GB"/>
        </a:p>
      </dgm:t>
    </dgm:pt>
    <dgm:pt modelId="{32E2B80B-47FD-4D14-ACD3-2C708A75819A}">
      <dgm:prSet/>
      <dgm:spPr/>
      <dgm:t>
        <a:bodyPr/>
        <a:lstStyle/>
        <a:p>
          <a:r>
            <a:rPr lang="en-GB" dirty="0"/>
            <a:t>Aerial Surveillance</a:t>
          </a:r>
        </a:p>
      </dgm:t>
    </dgm:pt>
    <dgm:pt modelId="{4922424C-8F40-4BC3-BEA4-887D74CACA1B}" type="parTrans" cxnId="{54180DFC-1DE2-493B-A9F2-676263CED656}">
      <dgm:prSet/>
      <dgm:spPr/>
      <dgm:t>
        <a:bodyPr/>
        <a:lstStyle/>
        <a:p>
          <a:endParaRPr lang="en-GB"/>
        </a:p>
      </dgm:t>
    </dgm:pt>
    <dgm:pt modelId="{3876DA41-2CF4-4AF1-A98C-32E98BBE8102}" type="sibTrans" cxnId="{54180DFC-1DE2-493B-A9F2-676263CED656}">
      <dgm:prSet/>
      <dgm:spPr/>
      <dgm:t>
        <a:bodyPr/>
        <a:lstStyle/>
        <a:p>
          <a:endParaRPr lang="en-GB"/>
        </a:p>
      </dgm:t>
    </dgm:pt>
    <dgm:pt modelId="{A749870E-BB2D-4DE5-8BB3-A8A72BD2844D}">
      <dgm:prSet/>
      <dgm:spPr/>
      <dgm:t>
        <a:bodyPr/>
        <a:lstStyle/>
        <a:p>
          <a:r>
            <a:rPr lang="en-GB" dirty="0"/>
            <a:t>Marine Containment &amp; Recovery</a:t>
          </a:r>
        </a:p>
      </dgm:t>
    </dgm:pt>
    <dgm:pt modelId="{5A8D206C-9E76-48A8-BB9C-8B2462488A75}" type="parTrans" cxnId="{B4E11DD5-493F-4D1A-A7E9-BFF823AC1FFC}">
      <dgm:prSet/>
      <dgm:spPr/>
      <dgm:t>
        <a:bodyPr/>
        <a:lstStyle/>
        <a:p>
          <a:endParaRPr lang="en-GB"/>
        </a:p>
      </dgm:t>
    </dgm:pt>
    <dgm:pt modelId="{5D956A50-EC14-4EE2-99F5-9885225B2AC3}" type="sibTrans" cxnId="{B4E11DD5-493F-4D1A-A7E9-BFF823AC1FFC}">
      <dgm:prSet/>
      <dgm:spPr/>
      <dgm:t>
        <a:bodyPr/>
        <a:lstStyle/>
        <a:p>
          <a:endParaRPr lang="en-GB"/>
        </a:p>
      </dgm:t>
    </dgm:pt>
    <dgm:pt modelId="{F008FFF6-01B7-4A92-ABCE-817DF3123030}">
      <dgm:prSet/>
      <dgm:spPr/>
      <dgm:t>
        <a:bodyPr/>
        <a:lstStyle/>
        <a:p>
          <a:r>
            <a:rPr lang="en-GB" dirty="0"/>
            <a:t>Marine Dispersants</a:t>
          </a:r>
        </a:p>
      </dgm:t>
    </dgm:pt>
    <dgm:pt modelId="{0DDDD8C4-764C-4DCF-A0A4-A850DA48756E}" type="parTrans" cxnId="{7952198B-FDF4-4A28-B4D7-937144604A1F}">
      <dgm:prSet/>
      <dgm:spPr/>
      <dgm:t>
        <a:bodyPr/>
        <a:lstStyle/>
        <a:p>
          <a:endParaRPr lang="en-GB"/>
        </a:p>
      </dgm:t>
    </dgm:pt>
    <dgm:pt modelId="{5B1051F0-B489-45D2-A5B1-C7AB64D4418A}" type="sibTrans" cxnId="{7952198B-FDF4-4A28-B4D7-937144604A1F}">
      <dgm:prSet/>
      <dgm:spPr/>
      <dgm:t>
        <a:bodyPr/>
        <a:lstStyle/>
        <a:p>
          <a:endParaRPr lang="en-GB"/>
        </a:p>
      </dgm:t>
    </dgm:pt>
    <dgm:pt modelId="{A33E03BE-9A74-417C-B8A9-C0195B7945E7}">
      <dgm:prSet/>
      <dgm:spPr/>
      <dgm:t>
        <a:bodyPr/>
        <a:lstStyle/>
        <a:p>
          <a:r>
            <a:rPr lang="en-GB" dirty="0"/>
            <a:t>Sector A</a:t>
          </a:r>
        </a:p>
      </dgm:t>
    </dgm:pt>
    <dgm:pt modelId="{F3F9488F-5551-4357-9517-6FE9C119093F}" type="parTrans" cxnId="{2E98AD3A-1228-4C5F-81EF-F99BEFC2C270}">
      <dgm:prSet/>
      <dgm:spPr/>
      <dgm:t>
        <a:bodyPr/>
        <a:lstStyle/>
        <a:p>
          <a:endParaRPr lang="en-GB"/>
        </a:p>
      </dgm:t>
    </dgm:pt>
    <dgm:pt modelId="{4D7B81C4-890F-41F5-A70D-1FFBA263F611}" type="sibTrans" cxnId="{2E98AD3A-1228-4C5F-81EF-F99BEFC2C270}">
      <dgm:prSet/>
      <dgm:spPr/>
      <dgm:t>
        <a:bodyPr/>
        <a:lstStyle/>
        <a:p>
          <a:endParaRPr lang="en-GB"/>
        </a:p>
      </dgm:t>
    </dgm:pt>
    <dgm:pt modelId="{39813285-D3AB-4F76-AF56-7E30F5F7351D}">
      <dgm:prSet/>
      <dgm:spPr/>
      <dgm:t>
        <a:bodyPr/>
        <a:lstStyle/>
        <a:p>
          <a:r>
            <a:rPr lang="en-GB" dirty="0"/>
            <a:t>Sector B</a:t>
          </a:r>
        </a:p>
      </dgm:t>
    </dgm:pt>
    <dgm:pt modelId="{54EBBE6F-04EB-4F2B-973F-4E9D81D4EB12}" type="parTrans" cxnId="{5B3B2688-156E-427D-8905-D803CDDA4E91}">
      <dgm:prSet/>
      <dgm:spPr/>
      <dgm:t>
        <a:bodyPr/>
        <a:lstStyle/>
        <a:p>
          <a:endParaRPr lang="en-GB"/>
        </a:p>
      </dgm:t>
    </dgm:pt>
    <dgm:pt modelId="{3D2DD3D0-B9C8-4B5A-B639-CD6F7D2814A2}" type="sibTrans" cxnId="{5B3B2688-156E-427D-8905-D803CDDA4E91}">
      <dgm:prSet/>
      <dgm:spPr/>
      <dgm:t>
        <a:bodyPr/>
        <a:lstStyle/>
        <a:p>
          <a:endParaRPr lang="en-GB"/>
        </a:p>
      </dgm:t>
    </dgm:pt>
    <dgm:pt modelId="{3C9B4CBF-887C-42E9-860A-DF2EFF39AFC7}">
      <dgm:prSet/>
      <dgm:spPr/>
      <dgm:t>
        <a:bodyPr/>
        <a:lstStyle/>
        <a:p>
          <a:r>
            <a:rPr lang="en-GB" dirty="0"/>
            <a:t>Response Team B</a:t>
          </a:r>
        </a:p>
      </dgm:t>
    </dgm:pt>
    <dgm:pt modelId="{5357F69D-47AD-47A7-8B2F-DD5B7B4B32ED}" type="parTrans" cxnId="{6A4FF4CF-A94C-4A32-812F-2029AB44902D}">
      <dgm:prSet/>
      <dgm:spPr/>
      <dgm:t>
        <a:bodyPr/>
        <a:lstStyle/>
        <a:p>
          <a:endParaRPr lang="en-GB"/>
        </a:p>
      </dgm:t>
    </dgm:pt>
    <dgm:pt modelId="{E587B8B0-D0F9-4576-8D02-87ACEF8946F8}" type="sibTrans" cxnId="{6A4FF4CF-A94C-4A32-812F-2029AB44902D}">
      <dgm:prSet/>
      <dgm:spPr/>
      <dgm:t>
        <a:bodyPr/>
        <a:lstStyle/>
        <a:p>
          <a:endParaRPr lang="en-GB"/>
        </a:p>
      </dgm:t>
    </dgm:pt>
    <dgm:pt modelId="{CD12D704-195A-46A6-BA45-95B0CDDCD753}">
      <dgm:prSet/>
      <dgm:spPr/>
      <dgm:t>
        <a:bodyPr/>
        <a:lstStyle/>
        <a:p>
          <a:r>
            <a:rPr lang="en-GB" dirty="0"/>
            <a:t>Response Team A</a:t>
          </a:r>
        </a:p>
      </dgm:t>
    </dgm:pt>
    <dgm:pt modelId="{736C3FF6-ECF4-4606-983F-1474F41F86ED}" type="parTrans" cxnId="{8B480615-C16E-40F0-98B3-F569720F2138}">
      <dgm:prSet/>
      <dgm:spPr/>
      <dgm:t>
        <a:bodyPr/>
        <a:lstStyle/>
        <a:p>
          <a:endParaRPr lang="en-GB"/>
        </a:p>
      </dgm:t>
    </dgm:pt>
    <dgm:pt modelId="{CAB24EE8-20EA-4955-AFF5-8FDAD5380DC0}" type="sibTrans" cxnId="{8B480615-C16E-40F0-98B3-F569720F2138}">
      <dgm:prSet/>
      <dgm:spPr/>
      <dgm:t>
        <a:bodyPr/>
        <a:lstStyle/>
        <a:p>
          <a:endParaRPr lang="en-GB"/>
        </a:p>
      </dgm:t>
    </dgm:pt>
    <dgm:pt modelId="{DA8B3A31-3693-49AE-A2EC-B22FE02CCACF}">
      <dgm:prSet/>
      <dgm:spPr/>
      <dgm:t>
        <a:bodyPr/>
        <a:lstStyle/>
        <a:p>
          <a:r>
            <a:rPr lang="en-GB" dirty="0"/>
            <a:t>Response Team A</a:t>
          </a:r>
        </a:p>
      </dgm:t>
    </dgm:pt>
    <dgm:pt modelId="{5C5800E7-5F8A-4CE3-B063-16B5CCE326B9}" type="parTrans" cxnId="{B7E77DF4-7AD8-492D-814C-884B38D66DF4}">
      <dgm:prSet/>
      <dgm:spPr/>
      <dgm:t>
        <a:bodyPr/>
        <a:lstStyle/>
        <a:p>
          <a:endParaRPr lang="en-GB"/>
        </a:p>
      </dgm:t>
    </dgm:pt>
    <dgm:pt modelId="{C076DBFB-9CDB-40D2-8814-66F6210CC813}" type="sibTrans" cxnId="{B7E77DF4-7AD8-492D-814C-884B38D66DF4}">
      <dgm:prSet/>
      <dgm:spPr/>
      <dgm:t>
        <a:bodyPr/>
        <a:lstStyle/>
        <a:p>
          <a:endParaRPr lang="en-GB"/>
        </a:p>
      </dgm:t>
    </dgm:pt>
    <dgm:pt modelId="{ABE66474-5B17-4257-8B71-F5E2DBC34454}">
      <dgm:prSet/>
      <dgm:spPr/>
      <dgm:t>
        <a:bodyPr/>
        <a:lstStyle/>
        <a:p>
          <a:r>
            <a:rPr lang="en-GB" dirty="0"/>
            <a:t>Response Team B</a:t>
          </a:r>
        </a:p>
      </dgm:t>
    </dgm:pt>
    <dgm:pt modelId="{0DF0A041-E702-49D6-BDA6-A6674D477D64}" type="parTrans" cxnId="{05A3738F-02B4-4C0A-B94A-3D2D8D455B8F}">
      <dgm:prSet/>
      <dgm:spPr/>
      <dgm:t>
        <a:bodyPr/>
        <a:lstStyle/>
        <a:p>
          <a:endParaRPr lang="en-GB"/>
        </a:p>
      </dgm:t>
    </dgm:pt>
    <dgm:pt modelId="{D67A9959-8B3C-46D4-A2FD-4828E9C78533}" type="sibTrans" cxnId="{05A3738F-02B4-4C0A-B94A-3D2D8D455B8F}">
      <dgm:prSet/>
      <dgm:spPr/>
      <dgm:t>
        <a:bodyPr/>
        <a:lstStyle/>
        <a:p>
          <a:endParaRPr lang="en-GB"/>
        </a:p>
      </dgm:t>
    </dgm:pt>
    <dgm:pt modelId="{BB9F6E60-6B80-4494-B948-96FF4530D9D1}" type="pres">
      <dgm:prSet presAssocID="{1DC79436-F3E5-4A18-A111-D1C37DFB26D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A1C94215-96A3-4CA5-8021-10142D81C8B6}" type="pres">
      <dgm:prSet presAssocID="{3CCD3B9F-0155-4B96-BEDC-660B5E23CB1B}" presName="hierRoot1" presStyleCnt="0">
        <dgm:presLayoutVars>
          <dgm:hierBranch val="init"/>
        </dgm:presLayoutVars>
      </dgm:prSet>
      <dgm:spPr/>
    </dgm:pt>
    <dgm:pt modelId="{59EC4153-861A-4CC8-8423-AE671393B21B}" type="pres">
      <dgm:prSet presAssocID="{3CCD3B9F-0155-4B96-BEDC-660B5E23CB1B}" presName="rootComposite1" presStyleCnt="0"/>
      <dgm:spPr/>
    </dgm:pt>
    <dgm:pt modelId="{8D270071-2B3C-4B23-A46A-74ADD9AD167D}" type="pres">
      <dgm:prSet presAssocID="{3CCD3B9F-0155-4B96-BEDC-660B5E23CB1B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7087914-F1B7-4C20-8864-194C6243542A}" type="pres">
      <dgm:prSet presAssocID="{3CCD3B9F-0155-4B96-BEDC-660B5E23CB1B}" presName="rootConnector1" presStyleLbl="node1" presStyleIdx="0" presStyleCnt="0"/>
      <dgm:spPr/>
      <dgm:t>
        <a:bodyPr/>
        <a:lstStyle/>
        <a:p>
          <a:endParaRPr lang="en-GB"/>
        </a:p>
      </dgm:t>
    </dgm:pt>
    <dgm:pt modelId="{40DCFE2D-794A-47D6-88BD-6EF8AC95F311}" type="pres">
      <dgm:prSet presAssocID="{3CCD3B9F-0155-4B96-BEDC-660B5E23CB1B}" presName="hierChild2" presStyleCnt="0"/>
      <dgm:spPr/>
    </dgm:pt>
    <dgm:pt modelId="{ED5DC41C-F6DA-4B51-B076-C035AAED9D7F}" type="pres">
      <dgm:prSet presAssocID="{2F931C37-E672-4386-9504-B8A7DA2DEBFE}" presName="Name37" presStyleLbl="parChTrans1D2" presStyleIdx="0" presStyleCnt="6"/>
      <dgm:spPr/>
      <dgm:t>
        <a:bodyPr/>
        <a:lstStyle/>
        <a:p>
          <a:endParaRPr lang="en-GB"/>
        </a:p>
      </dgm:t>
    </dgm:pt>
    <dgm:pt modelId="{0AAFFE45-096B-4994-A076-DB7F6641A35B}" type="pres">
      <dgm:prSet presAssocID="{9A63F960-454E-424A-B245-51246FE3391E}" presName="hierRoot2" presStyleCnt="0">
        <dgm:presLayoutVars>
          <dgm:hierBranch val="init"/>
        </dgm:presLayoutVars>
      </dgm:prSet>
      <dgm:spPr/>
    </dgm:pt>
    <dgm:pt modelId="{6D8FC1DB-72C1-47B1-B1B1-1F01418686B9}" type="pres">
      <dgm:prSet presAssocID="{9A63F960-454E-424A-B245-51246FE3391E}" presName="rootComposite" presStyleCnt="0"/>
      <dgm:spPr/>
    </dgm:pt>
    <dgm:pt modelId="{DEF812C3-CD12-45D7-BA19-720E4821AB68}" type="pres">
      <dgm:prSet presAssocID="{9A63F960-454E-424A-B245-51246FE3391E}" presName="rootText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A374387-5291-414C-8A2F-76A1116497E4}" type="pres">
      <dgm:prSet presAssocID="{9A63F960-454E-424A-B245-51246FE3391E}" presName="rootConnector" presStyleLbl="node2" presStyleIdx="0" presStyleCnt="6"/>
      <dgm:spPr/>
      <dgm:t>
        <a:bodyPr/>
        <a:lstStyle/>
        <a:p>
          <a:endParaRPr lang="en-GB"/>
        </a:p>
      </dgm:t>
    </dgm:pt>
    <dgm:pt modelId="{5E4C3E70-D045-41E5-8B74-2FEAC8A4041C}" type="pres">
      <dgm:prSet presAssocID="{9A63F960-454E-424A-B245-51246FE3391E}" presName="hierChild4" presStyleCnt="0"/>
      <dgm:spPr/>
    </dgm:pt>
    <dgm:pt modelId="{92EFA834-019C-417E-9C57-5443CAF940F1}" type="pres">
      <dgm:prSet presAssocID="{D372FCF6-3CB6-4758-A052-501D5878AD2D}" presName="Name37" presStyleLbl="parChTrans1D3" presStyleIdx="0" presStyleCnt="6"/>
      <dgm:spPr/>
      <dgm:t>
        <a:bodyPr/>
        <a:lstStyle/>
        <a:p>
          <a:endParaRPr lang="en-GB"/>
        </a:p>
      </dgm:t>
    </dgm:pt>
    <dgm:pt modelId="{B7219181-4B5B-46EC-AF93-326A35402710}" type="pres">
      <dgm:prSet presAssocID="{9614D218-D6D8-4060-B178-B5F5FC71F19D}" presName="hierRoot2" presStyleCnt="0">
        <dgm:presLayoutVars>
          <dgm:hierBranch val="init"/>
        </dgm:presLayoutVars>
      </dgm:prSet>
      <dgm:spPr/>
    </dgm:pt>
    <dgm:pt modelId="{A15BCD6C-0243-45C7-A01B-FFC40C7E675A}" type="pres">
      <dgm:prSet presAssocID="{9614D218-D6D8-4060-B178-B5F5FC71F19D}" presName="rootComposite" presStyleCnt="0"/>
      <dgm:spPr/>
    </dgm:pt>
    <dgm:pt modelId="{059433F2-F7B5-4119-9FAA-BFD40E493667}" type="pres">
      <dgm:prSet presAssocID="{9614D218-D6D8-4060-B178-B5F5FC71F19D}" presName="rootText" presStyleLbl="node3" presStyleIdx="0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1170862-B257-4F1A-8A9F-2FFACC5531DD}" type="pres">
      <dgm:prSet presAssocID="{9614D218-D6D8-4060-B178-B5F5FC71F19D}" presName="rootConnector" presStyleLbl="node3" presStyleIdx="0" presStyleCnt="6"/>
      <dgm:spPr/>
      <dgm:t>
        <a:bodyPr/>
        <a:lstStyle/>
        <a:p>
          <a:endParaRPr lang="en-GB"/>
        </a:p>
      </dgm:t>
    </dgm:pt>
    <dgm:pt modelId="{B9785216-B7BC-45FA-B0C7-1A21991F75EC}" type="pres">
      <dgm:prSet presAssocID="{9614D218-D6D8-4060-B178-B5F5FC71F19D}" presName="hierChild4" presStyleCnt="0"/>
      <dgm:spPr/>
    </dgm:pt>
    <dgm:pt modelId="{932965AB-D6BB-489B-B2D5-180B93618299}" type="pres">
      <dgm:prSet presAssocID="{9614D218-D6D8-4060-B178-B5F5FC71F19D}" presName="hierChild5" presStyleCnt="0"/>
      <dgm:spPr/>
    </dgm:pt>
    <dgm:pt modelId="{DCB6D777-BDCB-464A-8D73-DF85B33C6FE1}" type="pres">
      <dgm:prSet presAssocID="{4922424C-8F40-4BC3-BEA4-887D74CACA1B}" presName="Name37" presStyleLbl="parChTrans1D3" presStyleIdx="1" presStyleCnt="6"/>
      <dgm:spPr/>
      <dgm:t>
        <a:bodyPr/>
        <a:lstStyle/>
        <a:p>
          <a:endParaRPr lang="en-GB"/>
        </a:p>
      </dgm:t>
    </dgm:pt>
    <dgm:pt modelId="{46D50B90-4459-4657-B24B-9ADAA4A385A6}" type="pres">
      <dgm:prSet presAssocID="{32E2B80B-47FD-4D14-ACD3-2C708A75819A}" presName="hierRoot2" presStyleCnt="0">
        <dgm:presLayoutVars>
          <dgm:hierBranch val="init"/>
        </dgm:presLayoutVars>
      </dgm:prSet>
      <dgm:spPr/>
    </dgm:pt>
    <dgm:pt modelId="{5B8E2E36-BB44-4EF0-ABD2-C55F201A6FB9}" type="pres">
      <dgm:prSet presAssocID="{32E2B80B-47FD-4D14-ACD3-2C708A75819A}" presName="rootComposite" presStyleCnt="0"/>
      <dgm:spPr/>
    </dgm:pt>
    <dgm:pt modelId="{E566A124-1F46-4151-90AA-5F8DF2366EEB}" type="pres">
      <dgm:prSet presAssocID="{32E2B80B-47FD-4D14-ACD3-2C708A75819A}" presName="rootText" presStyleLbl="node3" presStyleIdx="1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D389D32-01B9-4974-958A-1FF0235786BA}" type="pres">
      <dgm:prSet presAssocID="{32E2B80B-47FD-4D14-ACD3-2C708A75819A}" presName="rootConnector" presStyleLbl="node3" presStyleIdx="1" presStyleCnt="6"/>
      <dgm:spPr/>
      <dgm:t>
        <a:bodyPr/>
        <a:lstStyle/>
        <a:p>
          <a:endParaRPr lang="en-GB"/>
        </a:p>
      </dgm:t>
    </dgm:pt>
    <dgm:pt modelId="{6B50BF87-6E1F-416E-A885-3F7F01AA297A}" type="pres">
      <dgm:prSet presAssocID="{32E2B80B-47FD-4D14-ACD3-2C708A75819A}" presName="hierChild4" presStyleCnt="0"/>
      <dgm:spPr/>
    </dgm:pt>
    <dgm:pt modelId="{667CD333-56C7-44BE-89D3-FA25FB39E2F2}" type="pres">
      <dgm:prSet presAssocID="{32E2B80B-47FD-4D14-ACD3-2C708A75819A}" presName="hierChild5" presStyleCnt="0"/>
      <dgm:spPr/>
    </dgm:pt>
    <dgm:pt modelId="{E0AEB302-1923-47DA-8982-0AFA50B366EC}" type="pres">
      <dgm:prSet presAssocID="{9A63F960-454E-424A-B245-51246FE3391E}" presName="hierChild5" presStyleCnt="0"/>
      <dgm:spPr/>
    </dgm:pt>
    <dgm:pt modelId="{C0DBEA9B-B86D-4034-9ADA-63061BB8ADEF}" type="pres">
      <dgm:prSet presAssocID="{287C2354-E929-4341-A4A5-4852CFAC96FE}" presName="Name37" presStyleLbl="parChTrans1D2" presStyleIdx="1" presStyleCnt="6"/>
      <dgm:spPr/>
      <dgm:t>
        <a:bodyPr/>
        <a:lstStyle/>
        <a:p>
          <a:endParaRPr lang="en-GB"/>
        </a:p>
      </dgm:t>
    </dgm:pt>
    <dgm:pt modelId="{57E6149A-9087-4B33-8432-3CDFF30719C8}" type="pres">
      <dgm:prSet presAssocID="{AE6815D7-C177-4CFE-9836-4D1D1D76EC2E}" presName="hierRoot2" presStyleCnt="0">
        <dgm:presLayoutVars>
          <dgm:hierBranch val="init"/>
        </dgm:presLayoutVars>
      </dgm:prSet>
      <dgm:spPr/>
    </dgm:pt>
    <dgm:pt modelId="{3EF62057-8CDC-469B-BD03-6A9FE7BB9833}" type="pres">
      <dgm:prSet presAssocID="{AE6815D7-C177-4CFE-9836-4D1D1D76EC2E}" presName="rootComposite" presStyleCnt="0"/>
      <dgm:spPr/>
    </dgm:pt>
    <dgm:pt modelId="{2D766E93-0D13-40CA-B54C-325BECF68AD6}" type="pres">
      <dgm:prSet presAssocID="{AE6815D7-C177-4CFE-9836-4D1D1D76EC2E}" presName="rootText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33B44FF3-1B3C-477C-905E-D7F799C7604B}" type="pres">
      <dgm:prSet presAssocID="{AE6815D7-C177-4CFE-9836-4D1D1D76EC2E}" presName="rootConnector" presStyleLbl="node2" presStyleIdx="1" presStyleCnt="6"/>
      <dgm:spPr/>
      <dgm:t>
        <a:bodyPr/>
        <a:lstStyle/>
        <a:p>
          <a:endParaRPr lang="en-GB"/>
        </a:p>
      </dgm:t>
    </dgm:pt>
    <dgm:pt modelId="{42A7F849-C766-44AA-8785-19CBDFE5C1EB}" type="pres">
      <dgm:prSet presAssocID="{AE6815D7-C177-4CFE-9836-4D1D1D76EC2E}" presName="hierChild4" presStyleCnt="0"/>
      <dgm:spPr/>
    </dgm:pt>
    <dgm:pt modelId="{A167841B-48E1-47AF-868B-A06BAF5A7DE7}" type="pres">
      <dgm:prSet presAssocID="{5A8D206C-9E76-48A8-BB9C-8B2462488A75}" presName="Name37" presStyleLbl="parChTrans1D3" presStyleIdx="2" presStyleCnt="6"/>
      <dgm:spPr/>
      <dgm:t>
        <a:bodyPr/>
        <a:lstStyle/>
        <a:p>
          <a:endParaRPr lang="en-GB"/>
        </a:p>
      </dgm:t>
    </dgm:pt>
    <dgm:pt modelId="{D36A1034-8BD0-4BC6-8823-1232ADE6B2B8}" type="pres">
      <dgm:prSet presAssocID="{A749870E-BB2D-4DE5-8BB3-A8A72BD2844D}" presName="hierRoot2" presStyleCnt="0">
        <dgm:presLayoutVars>
          <dgm:hierBranch val="init"/>
        </dgm:presLayoutVars>
      </dgm:prSet>
      <dgm:spPr/>
    </dgm:pt>
    <dgm:pt modelId="{07883F16-3FA5-4B28-9220-368885DD7A57}" type="pres">
      <dgm:prSet presAssocID="{A749870E-BB2D-4DE5-8BB3-A8A72BD2844D}" presName="rootComposite" presStyleCnt="0"/>
      <dgm:spPr/>
    </dgm:pt>
    <dgm:pt modelId="{32BE3E58-EB02-4FDE-878F-5AB6EE6FBE11}" type="pres">
      <dgm:prSet presAssocID="{A749870E-BB2D-4DE5-8BB3-A8A72BD2844D}" presName="rootText" presStyleLbl="node3" presStyleIdx="2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70633E6-DE5D-4812-8B40-5698C4477B4B}" type="pres">
      <dgm:prSet presAssocID="{A749870E-BB2D-4DE5-8BB3-A8A72BD2844D}" presName="rootConnector" presStyleLbl="node3" presStyleIdx="2" presStyleCnt="6"/>
      <dgm:spPr/>
      <dgm:t>
        <a:bodyPr/>
        <a:lstStyle/>
        <a:p>
          <a:endParaRPr lang="en-GB"/>
        </a:p>
      </dgm:t>
    </dgm:pt>
    <dgm:pt modelId="{DBB0DF3F-4754-40CB-8B21-CAC99C37296D}" type="pres">
      <dgm:prSet presAssocID="{A749870E-BB2D-4DE5-8BB3-A8A72BD2844D}" presName="hierChild4" presStyleCnt="0"/>
      <dgm:spPr/>
    </dgm:pt>
    <dgm:pt modelId="{95B7FEC5-AEBD-4C61-A258-F78E15FAB86F}" type="pres">
      <dgm:prSet presAssocID="{A749870E-BB2D-4DE5-8BB3-A8A72BD2844D}" presName="hierChild5" presStyleCnt="0"/>
      <dgm:spPr/>
    </dgm:pt>
    <dgm:pt modelId="{E8D548D8-26F1-4101-AD14-4743C721E772}" type="pres">
      <dgm:prSet presAssocID="{0DDDD8C4-764C-4DCF-A0A4-A850DA48756E}" presName="Name37" presStyleLbl="parChTrans1D3" presStyleIdx="3" presStyleCnt="6"/>
      <dgm:spPr/>
      <dgm:t>
        <a:bodyPr/>
        <a:lstStyle/>
        <a:p>
          <a:endParaRPr lang="en-GB"/>
        </a:p>
      </dgm:t>
    </dgm:pt>
    <dgm:pt modelId="{308720DB-23CA-4A73-B080-B8E03079D839}" type="pres">
      <dgm:prSet presAssocID="{F008FFF6-01B7-4A92-ABCE-817DF3123030}" presName="hierRoot2" presStyleCnt="0">
        <dgm:presLayoutVars>
          <dgm:hierBranch val="init"/>
        </dgm:presLayoutVars>
      </dgm:prSet>
      <dgm:spPr/>
    </dgm:pt>
    <dgm:pt modelId="{ADD91EFE-F258-4AAE-893E-00870CFBACCC}" type="pres">
      <dgm:prSet presAssocID="{F008FFF6-01B7-4A92-ABCE-817DF3123030}" presName="rootComposite" presStyleCnt="0"/>
      <dgm:spPr/>
    </dgm:pt>
    <dgm:pt modelId="{F9E3F07B-9269-4E3D-A1CE-21B76ED32246}" type="pres">
      <dgm:prSet presAssocID="{F008FFF6-01B7-4A92-ABCE-817DF3123030}" presName="rootText" presStyleLbl="node3" presStyleIdx="3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280AD9B-2284-474F-9371-CD069701116D}" type="pres">
      <dgm:prSet presAssocID="{F008FFF6-01B7-4A92-ABCE-817DF3123030}" presName="rootConnector" presStyleLbl="node3" presStyleIdx="3" presStyleCnt="6"/>
      <dgm:spPr/>
      <dgm:t>
        <a:bodyPr/>
        <a:lstStyle/>
        <a:p>
          <a:endParaRPr lang="en-GB"/>
        </a:p>
      </dgm:t>
    </dgm:pt>
    <dgm:pt modelId="{18406652-1C1B-4548-9785-F09833C74119}" type="pres">
      <dgm:prSet presAssocID="{F008FFF6-01B7-4A92-ABCE-817DF3123030}" presName="hierChild4" presStyleCnt="0"/>
      <dgm:spPr/>
    </dgm:pt>
    <dgm:pt modelId="{E2D796C6-960A-4B5A-BB7C-5BE7E1887D4C}" type="pres">
      <dgm:prSet presAssocID="{F008FFF6-01B7-4A92-ABCE-817DF3123030}" presName="hierChild5" presStyleCnt="0"/>
      <dgm:spPr/>
    </dgm:pt>
    <dgm:pt modelId="{65D83177-5694-4A9F-9200-48E8C418F37D}" type="pres">
      <dgm:prSet presAssocID="{AE6815D7-C177-4CFE-9836-4D1D1D76EC2E}" presName="hierChild5" presStyleCnt="0"/>
      <dgm:spPr/>
    </dgm:pt>
    <dgm:pt modelId="{2BFC671C-59A2-49B8-BB38-83AF32C80D0C}" type="pres">
      <dgm:prSet presAssocID="{563237C1-E8EB-4F19-9129-5F2A30A9C5FE}" presName="Name37" presStyleLbl="parChTrans1D2" presStyleIdx="2" presStyleCnt="6"/>
      <dgm:spPr/>
      <dgm:t>
        <a:bodyPr/>
        <a:lstStyle/>
        <a:p>
          <a:endParaRPr lang="en-GB"/>
        </a:p>
      </dgm:t>
    </dgm:pt>
    <dgm:pt modelId="{C0A34DBF-4204-444F-9D83-BB2EF19E7119}" type="pres">
      <dgm:prSet presAssocID="{C6E44C64-1DFB-4738-A62F-7FA3F5B54406}" presName="hierRoot2" presStyleCnt="0">
        <dgm:presLayoutVars>
          <dgm:hierBranch val="init"/>
        </dgm:presLayoutVars>
      </dgm:prSet>
      <dgm:spPr/>
    </dgm:pt>
    <dgm:pt modelId="{171178B9-A763-4B42-9119-786EEF146B87}" type="pres">
      <dgm:prSet presAssocID="{C6E44C64-1DFB-4738-A62F-7FA3F5B54406}" presName="rootComposite" presStyleCnt="0"/>
      <dgm:spPr/>
    </dgm:pt>
    <dgm:pt modelId="{42CF8CD8-0FCB-451B-AFB7-E02CB31B9136}" type="pres">
      <dgm:prSet presAssocID="{C6E44C64-1DFB-4738-A62F-7FA3F5B54406}" presName="rootText" presStyleLbl="node2" presStyleIdx="2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89E2D89-D616-403A-B084-E37709DE3EE8}" type="pres">
      <dgm:prSet presAssocID="{C6E44C64-1DFB-4738-A62F-7FA3F5B54406}" presName="rootConnector" presStyleLbl="node2" presStyleIdx="2" presStyleCnt="6"/>
      <dgm:spPr/>
      <dgm:t>
        <a:bodyPr/>
        <a:lstStyle/>
        <a:p>
          <a:endParaRPr lang="en-GB"/>
        </a:p>
      </dgm:t>
    </dgm:pt>
    <dgm:pt modelId="{407B4F83-3796-4579-822E-6A8F5D467BF4}" type="pres">
      <dgm:prSet presAssocID="{C6E44C64-1DFB-4738-A62F-7FA3F5B54406}" presName="hierChild4" presStyleCnt="0"/>
      <dgm:spPr/>
    </dgm:pt>
    <dgm:pt modelId="{19A51DFD-EFE0-4055-B00E-1F9238EA1D75}" type="pres">
      <dgm:prSet presAssocID="{F3F9488F-5551-4357-9517-6FE9C119093F}" presName="Name37" presStyleLbl="parChTrans1D3" presStyleIdx="4" presStyleCnt="6"/>
      <dgm:spPr/>
      <dgm:t>
        <a:bodyPr/>
        <a:lstStyle/>
        <a:p>
          <a:endParaRPr lang="en-GB"/>
        </a:p>
      </dgm:t>
    </dgm:pt>
    <dgm:pt modelId="{03DF7725-815F-4F72-96F9-B49AA4EFA4B0}" type="pres">
      <dgm:prSet presAssocID="{A33E03BE-9A74-417C-B8A9-C0195B7945E7}" presName="hierRoot2" presStyleCnt="0">
        <dgm:presLayoutVars>
          <dgm:hierBranch val="init"/>
        </dgm:presLayoutVars>
      </dgm:prSet>
      <dgm:spPr/>
    </dgm:pt>
    <dgm:pt modelId="{DE9EC57E-8E9A-4A3C-85CC-CE74742CB119}" type="pres">
      <dgm:prSet presAssocID="{A33E03BE-9A74-417C-B8A9-C0195B7945E7}" presName="rootComposite" presStyleCnt="0"/>
      <dgm:spPr/>
    </dgm:pt>
    <dgm:pt modelId="{8FD89E23-4E31-4880-A75B-F974BF2B4E02}" type="pres">
      <dgm:prSet presAssocID="{A33E03BE-9A74-417C-B8A9-C0195B7945E7}" presName="rootText" presStyleLbl="node3" presStyleIdx="4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D972C80-F3CB-41F4-880F-542539AFA731}" type="pres">
      <dgm:prSet presAssocID="{A33E03BE-9A74-417C-B8A9-C0195B7945E7}" presName="rootConnector" presStyleLbl="node3" presStyleIdx="4" presStyleCnt="6"/>
      <dgm:spPr/>
      <dgm:t>
        <a:bodyPr/>
        <a:lstStyle/>
        <a:p>
          <a:endParaRPr lang="en-GB"/>
        </a:p>
      </dgm:t>
    </dgm:pt>
    <dgm:pt modelId="{5922E33D-9590-45A4-B324-074E92F42880}" type="pres">
      <dgm:prSet presAssocID="{A33E03BE-9A74-417C-B8A9-C0195B7945E7}" presName="hierChild4" presStyleCnt="0"/>
      <dgm:spPr/>
    </dgm:pt>
    <dgm:pt modelId="{6112E6BF-059C-4F88-996D-9879E91DD226}" type="pres">
      <dgm:prSet presAssocID="{736C3FF6-ECF4-4606-983F-1474F41F86ED}" presName="Name37" presStyleLbl="parChTrans1D4" presStyleIdx="0" presStyleCnt="4"/>
      <dgm:spPr/>
      <dgm:t>
        <a:bodyPr/>
        <a:lstStyle/>
        <a:p>
          <a:endParaRPr lang="en-GB"/>
        </a:p>
      </dgm:t>
    </dgm:pt>
    <dgm:pt modelId="{2B323574-F2B9-40D3-9F53-FF53348E7510}" type="pres">
      <dgm:prSet presAssocID="{CD12D704-195A-46A6-BA45-95B0CDDCD753}" presName="hierRoot2" presStyleCnt="0">
        <dgm:presLayoutVars>
          <dgm:hierBranch val="init"/>
        </dgm:presLayoutVars>
      </dgm:prSet>
      <dgm:spPr/>
    </dgm:pt>
    <dgm:pt modelId="{26F3F4CE-2109-4585-B7DC-F4C798C451CE}" type="pres">
      <dgm:prSet presAssocID="{CD12D704-195A-46A6-BA45-95B0CDDCD753}" presName="rootComposite" presStyleCnt="0"/>
      <dgm:spPr/>
    </dgm:pt>
    <dgm:pt modelId="{AEA8C4C9-2F6C-40A0-B729-D52BF60E6BAF}" type="pres">
      <dgm:prSet presAssocID="{CD12D704-195A-46A6-BA45-95B0CDDCD753}" presName="rootText" presStyleLbl="node4" presStyleIdx="0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43B1185-06EA-448A-ABCD-59FAC1EAB958}" type="pres">
      <dgm:prSet presAssocID="{CD12D704-195A-46A6-BA45-95B0CDDCD753}" presName="rootConnector" presStyleLbl="node4" presStyleIdx="0" presStyleCnt="4"/>
      <dgm:spPr/>
      <dgm:t>
        <a:bodyPr/>
        <a:lstStyle/>
        <a:p>
          <a:endParaRPr lang="en-GB"/>
        </a:p>
      </dgm:t>
    </dgm:pt>
    <dgm:pt modelId="{E7AAD4C9-3466-4DA0-9FF0-25267B32D405}" type="pres">
      <dgm:prSet presAssocID="{CD12D704-195A-46A6-BA45-95B0CDDCD753}" presName="hierChild4" presStyleCnt="0"/>
      <dgm:spPr/>
    </dgm:pt>
    <dgm:pt modelId="{C1A419C9-12B6-4967-9375-73EA0781A986}" type="pres">
      <dgm:prSet presAssocID="{CD12D704-195A-46A6-BA45-95B0CDDCD753}" presName="hierChild5" presStyleCnt="0"/>
      <dgm:spPr/>
    </dgm:pt>
    <dgm:pt modelId="{EF34F004-3CF4-41D8-A5EF-313974E7B078}" type="pres">
      <dgm:prSet presAssocID="{5357F69D-47AD-47A7-8B2F-DD5B7B4B32ED}" presName="Name37" presStyleLbl="parChTrans1D4" presStyleIdx="1" presStyleCnt="4"/>
      <dgm:spPr/>
      <dgm:t>
        <a:bodyPr/>
        <a:lstStyle/>
        <a:p>
          <a:endParaRPr lang="en-GB"/>
        </a:p>
      </dgm:t>
    </dgm:pt>
    <dgm:pt modelId="{D9CECF72-F8B4-49F8-B651-3C2CB78BDDE5}" type="pres">
      <dgm:prSet presAssocID="{3C9B4CBF-887C-42E9-860A-DF2EFF39AFC7}" presName="hierRoot2" presStyleCnt="0">
        <dgm:presLayoutVars>
          <dgm:hierBranch val="init"/>
        </dgm:presLayoutVars>
      </dgm:prSet>
      <dgm:spPr/>
    </dgm:pt>
    <dgm:pt modelId="{D6B7F0B6-61F6-469D-804E-A590113971E3}" type="pres">
      <dgm:prSet presAssocID="{3C9B4CBF-887C-42E9-860A-DF2EFF39AFC7}" presName="rootComposite" presStyleCnt="0"/>
      <dgm:spPr/>
    </dgm:pt>
    <dgm:pt modelId="{C9C48485-3CB6-47AC-9498-BA3292775D88}" type="pres">
      <dgm:prSet presAssocID="{3C9B4CBF-887C-42E9-860A-DF2EFF39AFC7}" presName="rootText" presStyleLbl="node4" presStyleIdx="1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EBF40AA-0CD1-4BA1-841A-010E65FA423D}" type="pres">
      <dgm:prSet presAssocID="{3C9B4CBF-887C-42E9-860A-DF2EFF39AFC7}" presName="rootConnector" presStyleLbl="node4" presStyleIdx="1" presStyleCnt="4"/>
      <dgm:spPr/>
      <dgm:t>
        <a:bodyPr/>
        <a:lstStyle/>
        <a:p>
          <a:endParaRPr lang="en-GB"/>
        </a:p>
      </dgm:t>
    </dgm:pt>
    <dgm:pt modelId="{05C97CE5-7E0C-49B2-A390-D49D66E13439}" type="pres">
      <dgm:prSet presAssocID="{3C9B4CBF-887C-42E9-860A-DF2EFF39AFC7}" presName="hierChild4" presStyleCnt="0"/>
      <dgm:spPr/>
    </dgm:pt>
    <dgm:pt modelId="{EA052DFD-9FA3-4072-A732-CDA3DA64876B}" type="pres">
      <dgm:prSet presAssocID="{3C9B4CBF-887C-42E9-860A-DF2EFF39AFC7}" presName="hierChild5" presStyleCnt="0"/>
      <dgm:spPr/>
    </dgm:pt>
    <dgm:pt modelId="{6AE6BAD6-92ED-4214-9A80-B1086D414594}" type="pres">
      <dgm:prSet presAssocID="{A33E03BE-9A74-417C-B8A9-C0195B7945E7}" presName="hierChild5" presStyleCnt="0"/>
      <dgm:spPr/>
    </dgm:pt>
    <dgm:pt modelId="{FDE9D61F-7F13-4428-A52A-50672D317D00}" type="pres">
      <dgm:prSet presAssocID="{54EBBE6F-04EB-4F2B-973F-4E9D81D4EB12}" presName="Name37" presStyleLbl="parChTrans1D3" presStyleIdx="5" presStyleCnt="6"/>
      <dgm:spPr/>
      <dgm:t>
        <a:bodyPr/>
        <a:lstStyle/>
        <a:p>
          <a:endParaRPr lang="en-GB"/>
        </a:p>
      </dgm:t>
    </dgm:pt>
    <dgm:pt modelId="{4889D611-B71F-43F0-99C2-DC43C3EC57E9}" type="pres">
      <dgm:prSet presAssocID="{39813285-D3AB-4F76-AF56-7E30F5F7351D}" presName="hierRoot2" presStyleCnt="0">
        <dgm:presLayoutVars>
          <dgm:hierBranch val="init"/>
        </dgm:presLayoutVars>
      </dgm:prSet>
      <dgm:spPr/>
    </dgm:pt>
    <dgm:pt modelId="{5BC45C36-85D7-4123-B96B-E55A9E006D8B}" type="pres">
      <dgm:prSet presAssocID="{39813285-D3AB-4F76-AF56-7E30F5F7351D}" presName="rootComposite" presStyleCnt="0"/>
      <dgm:spPr/>
    </dgm:pt>
    <dgm:pt modelId="{C7D1D0D4-FDB4-4C4F-8AB7-305F509851DE}" type="pres">
      <dgm:prSet presAssocID="{39813285-D3AB-4F76-AF56-7E30F5F7351D}" presName="rootText" presStyleLbl="node3" presStyleIdx="5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B48EA9E-C6D5-4693-B116-DE2494C23224}" type="pres">
      <dgm:prSet presAssocID="{39813285-D3AB-4F76-AF56-7E30F5F7351D}" presName="rootConnector" presStyleLbl="node3" presStyleIdx="5" presStyleCnt="6"/>
      <dgm:spPr/>
      <dgm:t>
        <a:bodyPr/>
        <a:lstStyle/>
        <a:p>
          <a:endParaRPr lang="en-GB"/>
        </a:p>
      </dgm:t>
    </dgm:pt>
    <dgm:pt modelId="{D3562F29-F705-4277-92DB-07BC50C62690}" type="pres">
      <dgm:prSet presAssocID="{39813285-D3AB-4F76-AF56-7E30F5F7351D}" presName="hierChild4" presStyleCnt="0"/>
      <dgm:spPr/>
    </dgm:pt>
    <dgm:pt modelId="{245C5B4F-C6D8-4261-8941-94F43487380C}" type="pres">
      <dgm:prSet presAssocID="{5C5800E7-5F8A-4CE3-B063-16B5CCE326B9}" presName="Name37" presStyleLbl="parChTrans1D4" presStyleIdx="2" presStyleCnt="4"/>
      <dgm:spPr/>
      <dgm:t>
        <a:bodyPr/>
        <a:lstStyle/>
        <a:p>
          <a:endParaRPr lang="en-GB"/>
        </a:p>
      </dgm:t>
    </dgm:pt>
    <dgm:pt modelId="{200A058D-E1DA-4F9B-98D0-54B3DE5FE6DA}" type="pres">
      <dgm:prSet presAssocID="{DA8B3A31-3693-49AE-A2EC-B22FE02CCACF}" presName="hierRoot2" presStyleCnt="0">
        <dgm:presLayoutVars>
          <dgm:hierBranch val="init"/>
        </dgm:presLayoutVars>
      </dgm:prSet>
      <dgm:spPr/>
    </dgm:pt>
    <dgm:pt modelId="{736A9BC1-66A0-4BFA-B1D5-AAB7091D0663}" type="pres">
      <dgm:prSet presAssocID="{DA8B3A31-3693-49AE-A2EC-B22FE02CCACF}" presName="rootComposite" presStyleCnt="0"/>
      <dgm:spPr/>
    </dgm:pt>
    <dgm:pt modelId="{A67981F4-B425-4CB6-853F-ED1D1E942695}" type="pres">
      <dgm:prSet presAssocID="{DA8B3A31-3693-49AE-A2EC-B22FE02CCACF}" presName="rootText" presStyleLbl="node4" presStyleIdx="2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22B28627-4209-47FA-AA79-3EE35976D1FB}" type="pres">
      <dgm:prSet presAssocID="{DA8B3A31-3693-49AE-A2EC-B22FE02CCACF}" presName="rootConnector" presStyleLbl="node4" presStyleIdx="2" presStyleCnt="4"/>
      <dgm:spPr/>
      <dgm:t>
        <a:bodyPr/>
        <a:lstStyle/>
        <a:p>
          <a:endParaRPr lang="en-GB"/>
        </a:p>
      </dgm:t>
    </dgm:pt>
    <dgm:pt modelId="{73185C31-E985-4131-8401-7F6B057E0C97}" type="pres">
      <dgm:prSet presAssocID="{DA8B3A31-3693-49AE-A2EC-B22FE02CCACF}" presName="hierChild4" presStyleCnt="0"/>
      <dgm:spPr/>
    </dgm:pt>
    <dgm:pt modelId="{1DCAED2E-C2B6-4452-A92F-4300E611A936}" type="pres">
      <dgm:prSet presAssocID="{DA8B3A31-3693-49AE-A2EC-B22FE02CCACF}" presName="hierChild5" presStyleCnt="0"/>
      <dgm:spPr/>
    </dgm:pt>
    <dgm:pt modelId="{3A50889B-1ECF-4C6A-B674-3B822BDE329C}" type="pres">
      <dgm:prSet presAssocID="{0DF0A041-E702-49D6-BDA6-A6674D477D64}" presName="Name37" presStyleLbl="parChTrans1D4" presStyleIdx="3" presStyleCnt="4"/>
      <dgm:spPr/>
      <dgm:t>
        <a:bodyPr/>
        <a:lstStyle/>
        <a:p>
          <a:endParaRPr lang="en-GB"/>
        </a:p>
      </dgm:t>
    </dgm:pt>
    <dgm:pt modelId="{1BFC8364-1160-4CEF-9730-4AEB86D883E2}" type="pres">
      <dgm:prSet presAssocID="{ABE66474-5B17-4257-8B71-F5E2DBC34454}" presName="hierRoot2" presStyleCnt="0">
        <dgm:presLayoutVars>
          <dgm:hierBranch val="init"/>
        </dgm:presLayoutVars>
      </dgm:prSet>
      <dgm:spPr/>
    </dgm:pt>
    <dgm:pt modelId="{E7A285C4-50B6-4D0C-A9C9-32ECEF253D8F}" type="pres">
      <dgm:prSet presAssocID="{ABE66474-5B17-4257-8B71-F5E2DBC34454}" presName="rootComposite" presStyleCnt="0"/>
      <dgm:spPr/>
    </dgm:pt>
    <dgm:pt modelId="{4274AA66-11EA-4F8B-8953-3B64F3470627}" type="pres">
      <dgm:prSet presAssocID="{ABE66474-5B17-4257-8B71-F5E2DBC34454}" presName="rootText" presStyleLbl="node4" presStyleIdx="3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20B10E9-7DCC-4B10-A754-4B633DC7718B}" type="pres">
      <dgm:prSet presAssocID="{ABE66474-5B17-4257-8B71-F5E2DBC34454}" presName="rootConnector" presStyleLbl="node4" presStyleIdx="3" presStyleCnt="4"/>
      <dgm:spPr/>
      <dgm:t>
        <a:bodyPr/>
        <a:lstStyle/>
        <a:p>
          <a:endParaRPr lang="en-GB"/>
        </a:p>
      </dgm:t>
    </dgm:pt>
    <dgm:pt modelId="{D9250E1C-81AB-4C76-B8A8-878600E719E5}" type="pres">
      <dgm:prSet presAssocID="{ABE66474-5B17-4257-8B71-F5E2DBC34454}" presName="hierChild4" presStyleCnt="0"/>
      <dgm:spPr/>
    </dgm:pt>
    <dgm:pt modelId="{A92B746E-54EB-4D0B-BDFB-4F0E8A19828E}" type="pres">
      <dgm:prSet presAssocID="{ABE66474-5B17-4257-8B71-F5E2DBC34454}" presName="hierChild5" presStyleCnt="0"/>
      <dgm:spPr/>
    </dgm:pt>
    <dgm:pt modelId="{A21BA6F0-C87D-4B86-A6E6-AF80918FFCFD}" type="pres">
      <dgm:prSet presAssocID="{39813285-D3AB-4F76-AF56-7E30F5F7351D}" presName="hierChild5" presStyleCnt="0"/>
      <dgm:spPr/>
    </dgm:pt>
    <dgm:pt modelId="{BA47F8FF-0C24-49AD-AC10-8780249A47C1}" type="pres">
      <dgm:prSet presAssocID="{C6E44C64-1DFB-4738-A62F-7FA3F5B54406}" presName="hierChild5" presStyleCnt="0"/>
      <dgm:spPr/>
    </dgm:pt>
    <dgm:pt modelId="{64692854-869F-4848-BB99-9D9BAF6F8DCD}" type="pres">
      <dgm:prSet presAssocID="{AF2BA4CF-99CE-403B-BF8A-C89D08D1D0FC}" presName="Name37" presStyleLbl="parChTrans1D2" presStyleIdx="3" presStyleCnt="6"/>
      <dgm:spPr/>
      <dgm:t>
        <a:bodyPr/>
        <a:lstStyle/>
        <a:p>
          <a:endParaRPr lang="en-GB"/>
        </a:p>
      </dgm:t>
    </dgm:pt>
    <dgm:pt modelId="{2DC4B480-7FD6-4891-834A-26045AE44762}" type="pres">
      <dgm:prSet presAssocID="{D3E8AE40-5B31-4509-B715-A778D79A398A}" presName="hierRoot2" presStyleCnt="0">
        <dgm:presLayoutVars>
          <dgm:hierBranch val="init"/>
        </dgm:presLayoutVars>
      </dgm:prSet>
      <dgm:spPr/>
    </dgm:pt>
    <dgm:pt modelId="{4D083B3D-D21D-4BDD-A961-99EACE5A6DF6}" type="pres">
      <dgm:prSet presAssocID="{D3E8AE40-5B31-4509-B715-A778D79A398A}" presName="rootComposite" presStyleCnt="0"/>
      <dgm:spPr/>
    </dgm:pt>
    <dgm:pt modelId="{6945FA21-6563-4C11-83FE-51D0A0D02B26}" type="pres">
      <dgm:prSet presAssocID="{D3E8AE40-5B31-4509-B715-A778D79A398A}" presName="rootText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3A81C31-8288-4F1E-9DF9-32C139B2CDA4}" type="pres">
      <dgm:prSet presAssocID="{D3E8AE40-5B31-4509-B715-A778D79A398A}" presName="rootConnector" presStyleLbl="node2" presStyleIdx="3" presStyleCnt="6"/>
      <dgm:spPr/>
      <dgm:t>
        <a:bodyPr/>
        <a:lstStyle/>
        <a:p>
          <a:endParaRPr lang="en-GB"/>
        </a:p>
      </dgm:t>
    </dgm:pt>
    <dgm:pt modelId="{40EE7EFD-A7B5-48D5-9B39-6D3EAF26BCC4}" type="pres">
      <dgm:prSet presAssocID="{D3E8AE40-5B31-4509-B715-A778D79A398A}" presName="hierChild4" presStyleCnt="0"/>
      <dgm:spPr/>
    </dgm:pt>
    <dgm:pt modelId="{6591A768-719B-481C-B09E-DE6167DB5343}" type="pres">
      <dgm:prSet presAssocID="{D3E8AE40-5B31-4509-B715-A778D79A398A}" presName="hierChild5" presStyleCnt="0"/>
      <dgm:spPr/>
    </dgm:pt>
    <dgm:pt modelId="{25A6FA5D-7FF7-4850-A8FD-5313E0970B1E}" type="pres">
      <dgm:prSet presAssocID="{DF313BDE-993A-4084-B667-F7E058B2E00E}" presName="Name37" presStyleLbl="parChTrans1D2" presStyleIdx="4" presStyleCnt="6"/>
      <dgm:spPr/>
      <dgm:t>
        <a:bodyPr/>
        <a:lstStyle/>
        <a:p>
          <a:endParaRPr lang="en-GB"/>
        </a:p>
      </dgm:t>
    </dgm:pt>
    <dgm:pt modelId="{A0861767-BF73-4E90-A3A2-91BA60AEEF0B}" type="pres">
      <dgm:prSet presAssocID="{EA5C171D-50D0-4945-AA91-860B938468D1}" presName="hierRoot2" presStyleCnt="0">
        <dgm:presLayoutVars>
          <dgm:hierBranch val="init"/>
        </dgm:presLayoutVars>
      </dgm:prSet>
      <dgm:spPr/>
    </dgm:pt>
    <dgm:pt modelId="{6AAF2AC5-3D4B-4383-98CD-72BB986F9F6A}" type="pres">
      <dgm:prSet presAssocID="{EA5C171D-50D0-4945-AA91-860B938468D1}" presName="rootComposite" presStyleCnt="0"/>
      <dgm:spPr/>
    </dgm:pt>
    <dgm:pt modelId="{B2BC809E-466C-4BFD-A589-EA79DC90DAF3}" type="pres">
      <dgm:prSet presAssocID="{EA5C171D-50D0-4945-AA91-860B938468D1}" presName="rootText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8C2337C9-E81F-4B96-9ECD-FDF6D53F2CE1}" type="pres">
      <dgm:prSet presAssocID="{EA5C171D-50D0-4945-AA91-860B938468D1}" presName="rootConnector" presStyleLbl="node2" presStyleIdx="4" presStyleCnt="6"/>
      <dgm:spPr/>
      <dgm:t>
        <a:bodyPr/>
        <a:lstStyle/>
        <a:p>
          <a:endParaRPr lang="en-GB"/>
        </a:p>
      </dgm:t>
    </dgm:pt>
    <dgm:pt modelId="{EA24D025-C9D3-4D24-B705-3ED7A48AB5A5}" type="pres">
      <dgm:prSet presAssocID="{EA5C171D-50D0-4945-AA91-860B938468D1}" presName="hierChild4" presStyleCnt="0"/>
      <dgm:spPr/>
    </dgm:pt>
    <dgm:pt modelId="{5D2134F3-42AD-4E5F-BE43-E665A0CC6064}" type="pres">
      <dgm:prSet presAssocID="{EA5C171D-50D0-4945-AA91-860B938468D1}" presName="hierChild5" presStyleCnt="0"/>
      <dgm:spPr/>
    </dgm:pt>
    <dgm:pt modelId="{0BFBF339-9E60-44AB-A1A8-D70F29D415DB}" type="pres">
      <dgm:prSet presAssocID="{6A01930F-73A6-4FF5-B803-5A0CEC30D263}" presName="Name37" presStyleLbl="parChTrans1D2" presStyleIdx="5" presStyleCnt="6"/>
      <dgm:spPr/>
      <dgm:t>
        <a:bodyPr/>
        <a:lstStyle/>
        <a:p>
          <a:endParaRPr lang="en-GB"/>
        </a:p>
      </dgm:t>
    </dgm:pt>
    <dgm:pt modelId="{CF1321C6-05B4-4903-A4DA-D973563E06EA}" type="pres">
      <dgm:prSet presAssocID="{5E11293C-37F5-4A4A-BB0F-2C3BEEC528FF}" presName="hierRoot2" presStyleCnt="0">
        <dgm:presLayoutVars>
          <dgm:hierBranch val="init"/>
        </dgm:presLayoutVars>
      </dgm:prSet>
      <dgm:spPr/>
    </dgm:pt>
    <dgm:pt modelId="{0CE00A86-82C1-4FA9-AEC3-FE2972A79A08}" type="pres">
      <dgm:prSet presAssocID="{5E11293C-37F5-4A4A-BB0F-2C3BEEC528FF}" presName="rootComposite" presStyleCnt="0"/>
      <dgm:spPr/>
    </dgm:pt>
    <dgm:pt modelId="{02EFD032-99B0-4E1A-A6E0-3906385AF09A}" type="pres">
      <dgm:prSet presAssocID="{5E11293C-37F5-4A4A-BB0F-2C3BEEC528FF}" presName="rootText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60DCB71-3B3D-477D-B22A-FFD0C6324148}" type="pres">
      <dgm:prSet presAssocID="{5E11293C-37F5-4A4A-BB0F-2C3BEEC528FF}" presName="rootConnector" presStyleLbl="node2" presStyleIdx="5" presStyleCnt="6"/>
      <dgm:spPr/>
      <dgm:t>
        <a:bodyPr/>
        <a:lstStyle/>
        <a:p>
          <a:endParaRPr lang="en-GB"/>
        </a:p>
      </dgm:t>
    </dgm:pt>
    <dgm:pt modelId="{2992A9D9-B4B9-4D51-80AE-4BE7C8CC2FF8}" type="pres">
      <dgm:prSet presAssocID="{5E11293C-37F5-4A4A-BB0F-2C3BEEC528FF}" presName="hierChild4" presStyleCnt="0"/>
      <dgm:spPr/>
    </dgm:pt>
    <dgm:pt modelId="{3C26B03A-80AF-475C-9DA3-5A9D2C93A710}" type="pres">
      <dgm:prSet presAssocID="{5E11293C-37F5-4A4A-BB0F-2C3BEEC528FF}" presName="hierChild5" presStyleCnt="0"/>
      <dgm:spPr/>
    </dgm:pt>
    <dgm:pt modelId="{BB7F2EEA-23D0-401C-AA5D-6DF07B394246}" type="pres">
      <dgm:prSet presAssocID="{3CCD3B9F-0155-4B96-BEDC-660B5E23CB1B}" presName="hierChild3" presStyleCnt="0"/>
      <dgm:spPr/>
    </dgm:pt>
  </dgm:ptLst>
  <dgm:cxnLst>
    <dgm:cxn modelId="{46244A81-7962-4F78-A0CC-4BA64202C004}" srcId="{3CCD3B9F-0155-4B96-BEDC-660B5E23CB1B}" destId="{9A63F960-454E-424A-B245-51246FE3391E}" srcOrd="0" destOrd="0" parTransId="{2F931C37-E672-4386-9504-B8A7DA2DEBFE}" sibTransId="{DAC19569-60C1-4CED-8B24-DD7A0F6C0374}"/>
    <dgm:cxn modelId="{C3A9FBC3-CC00-40A6-A3CB-1AAD70595A0E}" type="presOf" srcId="{AE6815D7-C177-4CFE-9836-4D1D1D76EC2E}" destId="{2D766E93-0D13-40CA-B54C-325BECF68AD6}" srcOrd="0" destOrd="0" presId="urn:microsoft.com/office/officeart/2005/8/layout/orgChart1"/>
    <dgm:cxn modelId="{3C9CDAB8-92F8-4A47-94D2-264E5911A2BC}" type="presOf" srcId="{39813285-D3AB-4F76-AF56-7E30F5F7351D}" destId="{C7D1D0D4-FDB4-4C4F-8AB7-305F509851DE}" srcOrd="0" destOrd="0" presId="urn:microsoft.com/office/officeart/2005/8/layout/orgChart1"/>
    <dgm:cxn modelId="{F5548BCF-6297-4505-8545-504574932D36}" type="presOf" srcId="{39813285-D3AB-4F76-AF56-7E30F5F7351D}" destId="{4B48EA9E-C6D5-4693-B116-DE2494C23224}" srcOrd="1" destOrd="0" presId="urn:microsoft.com/office/officeart/2005/8/layout/orgChart1"/>
    <dgm:cxn modelId="{54180DFC-1DE2-493B-A9F2-676263CED656}" srcId="{9A63F960-454E-424A-B245-51246FE3391E}" destId="{32E2B80B-47FD-4D14-ACD3-2C708A75819A}" srcOrd="1" destOrd="0" parTransId="{4922424C-8F40-4BC3-BEA4-887D74CACA1B}" sibTransId="{3876DA41-2CF4-4AF1-A98C-32E98BBE8102}"/>
    <dgm:cxn modelId="{A4789B22-115E-4487-A4B0-F9777C8A7A96}" type="presOf" srcId="{32E2B80B-47FD-4D14-ACD3-2C708A75819A}" destId="{E566A124-1F46-4151-90AA-5F8DF2366EEB}" srcOrd="0" destOrd="0" presId="urn:microsoft.com/office/officeart/2005/8/layout/orgChart1"/>
    <dgm:cxn modelId="{2E98AD3A-1228-4C5F-81EF-F99BEFC2C270}" srcId="{C6E44C64-1DFB-4738-A62F-7FA3F5B54406}" destId="{A33E03BE-9A74-417C-B8A9-C0195B7945E7}" srcOrd="0" destOrd="0" parTransId="{F3F9488F-5551-4357-9517-6FE9C119093F}" sibTransId="{4D7B81C4-890F-41F5-A70D-1FFBA263F611}"/>
    <dgm:cxn modelId="{50B8FA60-45CB-45BA-81EF-9DCED78CEE6E}" type="presOf" srcId="{4922424C-8F40-4BC3-BEA4-887D74CACA1B}" destId="{DCB6D777-BDCB-464A-8D73-DF85B33C6FE1}" srcOrd="0" destOrd="0" presId="urn:microsoft.com/office/officeart/2005/8/layout/orgChart1"/>
    <dgm:cxn modelId="{046D5D75-9FBD-4313-B9DF-0756CE65C743}" type="presOf" srcId="{3CCD3B9F-0155-4B96-BEDC-660B5E23CB1B}" destId="{C7087914-F1B7-4C20-8864-194C6243542A}" srcOrd="1" destOrd="0" presId="urn:microsoft.com/office/officeart/2005/8/layout/orgChart1"/>
    <dgm:cxn modelId="{4DDE8138-683B-490A-A270-DEBB689A582C}" type="presOf" srcId="{9614D218-D6D8-4060-B178-B5F5FC71F19D}" destId="{059433F2-F7B5-4119-9FAA-BFD40E493667}" srcOrd="0" destOrd="0" presId="urn:microsoft.com/office/officeart/2005/8/layout/orgChart1"/>
    <dgm:cxn modelId="{7952198B-FDF4-4A28-B4D7-937144604A1F}" srcId="{AE6815D7-C177-4CFE-9836-4D1D1D76EC2E}" destId="{F008FFF6-01B7-4A92-ABCE-817DF3123030}" srcOrd="1" destOrd="0" parTransId="{0DDDD8C4-764C-4DCF-A0A4-A850DA48756E}" sibTransId="{5B1051F0-B489-45D2-A5B1-C7AB64D4418A}"/>
    <dgm:cxn modelId="{5B3B2688-156E-427D-8905-D803CDDA4E91}" srcId="{C6E44C64-1DFB-4738-A62F-7FA3F5B54406}" destId="{39813285-D3AB-4F76-AF56-7E30F5F7351D}" srcOrd="1" destOrd="0" parTransId="{54EBBE6F-04EB-4F2B-973F-4E9D81D4EB12}" sibTransId="{3D2DD3D0-B9C8-4B5A-B639-CD6F7D2814A2}"/>
    <dgm:cxn modelId="{F568DF03-482C-488A-B668-5755530E8E27}" type="presOf" srcId="{6A01930F-73A6-4FF5-B803-5A0CEC30D263}" destId="{0BFBF339-9E60-44AB-A1A8-D70F29D415DB}" srcOrd="0" destOrd="0" presId="urn:microsoft.com/office/officeart/2005/8/layout/orgChart1"/>
    <dgm:cxn modelId="{6FC74B60-E884-4B45-989D-462BAB8946D4}" type="presOf" srcId="{2F931C37-E672-4386-9504-B8A7DA2DEBFE}" destId="{ED5DC41C-F6DA-4B51-B076-C035AAED9D7F}" srcOrd="0" destOrd="0" presId="urn:microsoft.com/office/officeart/2005/8/layout/orgChart1"/>
    <dgm:cxn modelId="{F07A500C-5F0A-47CE-BCC1-5FAC9CCCA5F7}" type="presOf" srcId="{AF2BA4CF-99CE-403B-BF8A-C89D08D1D0FC}" destId="{64692854-869F-4848-BB99-9D9BAF6F8DCD}" srcOrd="0" destOrd="0" presId="urn:microsoft.com/office/officeart/2005/8/layout/orgChart1"/>
    <dgm:cxn modelId="{C5E08C92-E2FF-433F-89B2-12D97E5F7EF6}" type="presOf" srcId="{DF313BDE-993A-4084-B667-F7E058B2E00E}" destId="{25A6FA5D-7FF7-4850-A8FD-5313E0970B1E}" srcOrd="0" destOrd="0" presId="urn:microsoft.com/office/officeart/2005/8/layout/orgChart1"/>
    <dgm:cxn modelId="{9F30D7BA-91A7-4DE2-A7B6-5E8D8EEF3485}" type="presOf" srcId="{F008FFF6-01B7-4A92-ABCE-817DF3123030}" destId="{F9E3F07B-9269-4E3D-A1CE-21B76ED32246}" srcOrd="0" destOrd="0" presId="urn:microsoft.com/office/officeart/2005/8/layout/orgChart1"/>
    <dgm:cxn modelId="{47A2D083-94DA-4E76-9DAF-3F5B1DDCF468}" srcId="{3CCD3B9F-0155-4B96-BEDC-660B5E23CB1B}" destId="{5E11293C-37F5-4A4A-BB0F-2C3BEEC528FF}" srcOrd="5" destOrd="0" parTransId="{6A01930F-73A6-4FF5-B803-5A0CEC30D263}" sibTransId="{903BC739-E88D-4FC8-B748-B6A5C20ADF59}"/>
    <dgm:cxn modelId="{3E9E4EA4-4E82-4F38-98CA-B52847058DAE}" type="presOf" srcId="{5357F69D-47AD-47A7-8B2F-DD5B7B4B32ED}" destId="{EF34F004-3CF4-41D8-A5EF-313974E7B078}" srcOrd="0" destOrd="0" presId="urn:microsoft.com/office/officeart/2005/8/layout/orgChart1"/>
    <dgm:cxn modelId="{50980EAF-0CCB-4315-840D-74888FE3CF26}" type="presOf" srcId="{5A8D206C-9E76-48A8-BB9C-8B2462488A75}" destId="{A167841B-48E1-47AF-868B-A06BAF5A7DE7}" srcOrd="0" destOrd="0" presId="urn:microsoft.com/office/officeart/2005/8/layout/orgChart1"/>
    <dgm:cxn modelId="{5407601E-6354-4755-887D-A27EE1272FF9}" type="presOf" srcId="{DA8B3A31-3693-49AE-A2EC-B22FE02CCACF}" destId="{22B28627-4209-47FA-AA79-3EE35976D1FB}" srcOrd="1" destOrd="0" presId="urn:microsoft.com/office/officeart/2005/8/layout/orgChart1"/>
    <dgm:cxn modelId="{3F62EB58-7F07-4ACA-B86A-C372D6C1F52E}" type="presOf" srcId="{CD12D704-195A-46A6-BA45-95B0CDDCD753}" destId="{443B1185-06EA-448A-ABCD-59FAC1EAB958}" srcOrd="1" destOrd="0" presId="urn:microsoft.com/office/officeart/2005/8/layout/orgChart1"/>
    <dgm:cxn modelId="{1041DDB1-8F6F-4631-85E8-9231A2FF38F0}" type="presOf" srcId="{AE6815D7-C177-4CFE-9836-4D1D1D76EC2E}" destId="{33B44FF3-1B3C-477C-905E-D7F799C7604B}" srcOrd="1" destOrd="0" presId="urn:microsoft.com/office/officeart/2005/8/layout/orgChart1"/>
    <dgm:cxn modelId="{FAF457C1-6712-4AA4-A9EB-917D45C8D6D0}" type="presOf" srcId="{0DF0A041-E702-49D6-BDA6-A6674D477D64}" destId="{3A50889B-1ECF-4C6A-B674-3B822BDE329C}" srcOrd="0" destOrd="0" presId="urn:microsoft.com/office/officeart/2005/8/layout/orgChart1"/>
    <dgm:cxn modelId="{05A3738F-02B4-4C0A-B94A-3D2D8D455B8F}" srcId="{39813285-D3AB-4F76-AF56-7E30F5F7351D}" destId="{ABE66474-5B17-4257-8B71-F5E2DBC34454}" srcOrd="1" destOrd="0" parTransId="{0DF0A041-E702-49D6-BDA6-A6674D477D64}" sibTransId="{D67A9959-8B3C-46D4-A2FD-4828E9C78533}"/>
    <dgm:cxn modelId="{0CCDACE8-A6C0-44E6-8B82-F68B9B3207EF}" type="presOf" srcId="{54EBBE6F-04EB-4F2B-973F-4E9D81D4EB12}" destId="{FDE9D61F-7F13-4428-A52A-50672D317D00}" srcOrd="0" destOrd="0" presId="urn:microsoft.com/office/officeart/2005/8/layout/orgChart1"/>
    <dgm:cxn modelId="{FE1927BC-6873-4413-958D-4F35433DE47F}" type="presOf" srcId="{ABE66474-5B17-4257-8B71-F5E2DBC34454}" destId="{B20B10E9-7DCC-4B10-A754-4B633DC7718B}" srcOrd="1" destOrd="0" presId="urn:microsoft.com/office/officeart/2005/8/layout/orgChart1"/>
    <dgm:cxn modelId="{5CB6B322-9393-40FF-B2CB-AFCB39CC3975}" type="presOf" srcId="{F008FFF6-01B7-4A92-ABCE-817DF3123030}" destId="{C280AD9B-2284-474F-9371-CD069701116D}" srcOrd="1" destOrd="0" presId="urn:microsoft.com/office/officeart/2005/8/layout/orgChart1"/>
    <dgm:cxn modelId="{276B67A5-1304-414A-81F9-9D14663F7D7D}" type="presOf" srcId="{5E11293C-37F5-4A4A-BB0F-2C3BEEC528FF}" destId="{D60DCB71-3B3D-477D-B22A-FFD0C6324148}" srcOrd="1" destOrd="0" presId="urn:microsoft.com/office/officeart/2005/8/layout/orgChart1"/>
    <dgm:cxn modelId="{B25E9532-4F12-4277-B865-A095701FAFD5}" srcId="{3CCD3B9F-0155-4B96-BEDC-660B5E23CB1B}" destId="{C6E44C64-1DFB-4738-A62F-7FA3F5B54406}" srcOrd="2" destOrd="0" parTransId="{563237C1-E8EB-4F19-9129-5F2A30A9C5FE}" sibTransId="{EDCBEF6F-6E10-4269-A014-2A0745BA9788}"/>
    <dgm:cxn modelId="{B4E11DD5-493F-4D1A-A7E9-BFF823AC1FFC}" srcId="{AE6815D7-C177-4CFE-9836-4D1D1D76EC2E}" destId="{A749870E-BB2D-4DE5-8BB3-A8A72BD2844D}" srcOrd="0" destOrd="0" parTransId="{5A8D206C-9E76-48A8-BB9C-8B2462488A75}" sibTransId="{5D956A50-EC14-4EE2-99F5-9885225B2AC3}"/>
    <dgm:cxn modelId="{2C72F319-C96F-4B49-AA17-D075A11C4809}" type="presOf" srcId="{9A63F960-454E-424A-B245-51246FE3391E}" destId="{DEF812C3-CD12-45D7-BA19-720E4821AB68}" srcOrd="0" destOrd="0" presId="urn:microsoft.com/office/officeart/2005/8/layout/orgChart1"/>
    <dgm:cxn modelId="{25DD35AD-F0C0-4C49-B50D-99E61BDAD87F}" type="presOf" srcId="{A33E03BE-9A74-417C-B8A9-C0195B7945E7}" destId="{DD972C80-F3CB-41F4-880F-542539AFA731}" srcOrd="1" destOrd="0" presId="urn:microsoft.com/office/officeart/2005/8/layout/orgChart1"/>
    <dgm:cxn modelId="{990C4018-A957-4776-A87D-46EF955C64B4}" srcId="{1DC79436-F3E5-4A18-A111-D1C37DFB26D7}" destId="{3CCD3B9F-0155-4B96-BEDC-660B5E23CB1B}" srcOrd="0" destOrd="0" parTransId="{37DA4714-035C-4C2A-8B9F-8BD71312542C}" sibTransId="{5712C8C6-BF8A-45C2-B015-CFD541F7813F}"/>
    <dgm:cxn modelId="{49609575-466B-48AD-9EFD-AC56EAEB33AB}" type="presOf" srcId="{F3F9488F-5551-4357-9517-6FE9C119093F}" destId="{19A51DFD-EFE0-4055-B00E-1F9238EA1D75}" srcOrd="0" destOrd="0" presId="urn:microsoft.com/office/officeart/2005/8/layout/orgChart1"/>
    <dgm:cxn modelId="{AAD9A032-76EB-4422-B2ED-9C1A6B0A9E88}" srcId="{9A63F960-454E-424A-B245-51246FE3391E}" destId="{9614D218-D6D8-4060-B178-B5F5FC71F19D}" srcOrd="0" destOrd="0" parTransId="{D372FCF6-3CB6-4758-A052-501D5878AD2D}" sibTransId="{F4DEB5F0-A737-468B-B53D-FAB6A1F9EDFF}"/>
    <dgm:cxn modelId="{9C3889DE-50F3-4509-BD96-AEF7A50AA34B}" type="presOf" srcId="{287C2354-E929-4341-A4A5-4852CFAC96FE}" destId="{C0DBEA9B-B86D-4034-9ADA-63061BB8ADEF}" srcOrd="0" destOrd="0" presId="urn:microsoft.com/office/officeart/2005/8/layout/orgChart1"/>
    <dgm:cxn modelId="{3A2BAFB8-D3AF-4DD7-972E-EC789010E152}" type="presOf" srcId="{C6E44C64-1DFB-4738-A62F-7FA3F5B54406}" destId="{A89E2D89-D616-403A-B084-E37709DE3EE8}" srcOrd="1" destOrd="0" presId="urn:microsoft.com/office/officeart/2005/8/layout/orgChart1"/>
    <dgm:cxn modelId="{B7E77DF4-7AD8-492D-814C-884B38D66DF4}" srcId="{39813285-D3AB-4F76-AF56-7E30F5F7351D}" destId="{DA8B3A31-3693-49AE-A2EC-B22FE02CCACF}" srcOrd="0" destOrd="0" parTransId="{5C5800E7-5F8A-4CE3-B063-16B5CCE326B9}" sibTransId="{C076DBFB-9CDB-40D2-8814-66F6210CC813}"/>
    <dgm:cxn modelId="{E84ADDFC-F79F-4E8B-97A4-E16265846273}" type="presOf" srcId="{1DC79436-F3E5-4A18-A111-D1C37DFB26D7}" destId="{BB9F6E60-6B80-4494-B948-96FF4530D9D1}" srcOrd="0" destOrd="0" presId="urn:microsoft.com/office/officeart/2005/8/layout/orgChart1"/>
    <dgm:cxn modelId="{AE5DB5F7-231C-450C-9DD0-DFFABE472FAF}" type="presOf" srcId="{EA5C171D-50D0-4945-AA91-860B938468D1}" destId="{B2BC809E-466C-4BFD-A589-EA79DC90DAF3}" srcOrd="0" destOrd="0" presId="urn:microsoft.com/office/officeart/2005/8/layout/orgChart1"/>
    <dgm:cxn modelId="{508B84FE-A44F-49EA-98D6-B8EA09125403}" type="presOf" srcId="{9A63F960-454E-424A-B245-51246FE3391E}" destId="{0A374387-5291-414C-8A2F-76A1116497E4}" srcOrd="1" destOrd="0" presId="urn:microsoft.com/office/officeart/2005/8/layout/orgChart1"/>
    <dgm:cxn modelId="{8F9A1CA0-4353-4EFD-9383-C13D291C4155}" type="presOf" srcId="{C6E44C64-1DFB-4738-A62F-7FA3F5B54406}" destId="{42CF8CD8-0FCB-451B-AFB7-E02CB31B9136}" srcOrd="0" destOrd="0" presId="urn:microsoft.com/office/officeart/2005/8/layout/orgChart1"/>
    <dgm:cxn modelId="{18A0472C-06F3-40E9-91E5-493E2FCBBFF4}" type="presOf" srcId="{A33E03BE-9A74-417C-B8A9-C0195B7945E7}" destId="{8FD89E23-4E31-4880-A75B-F974BF2B4E02}" srcOrd="0" destOrd="0" presId="urn:microsoft.com/office/officeart/2005/8/layout/orgChart1"/>
    <dgm:cxn modelId="{0F3CE1FB-AF41-4EAD-A149-33F3924F9ABA}" srcId="{3CCD3B9F-0155-4B96-BEDC-660B5E23CB1B}" destId="{EA5C171D-50D0-4945-AA91-860B938468D1}" srcOrd="4" destOrd="0" parTransId="{DF313BDE-993A-4084-B667-F7E058B2E00E}" sibTransId="{607FD26A-C725-4650-AB79-3C8247D61068}"/>
    <dgm:cxn modelId="{88F3E63D-02A5-4F85-9CAE-60B9D5AC84B3}" type="presOf" srcId="{D3E8AE40-5B31-4509-B715-A778D79A398A}" destId="{6945FA21-6563-4C11-83FE-51D0A0D02B26}" srcOrd="0" destOrd="0" presId="urn:microsoft.com/office/officeart/2005/8/layout/orgChart1"/>
    <dgm:cxn modelId="{B1335973-114D-4380-8FA9-3C3E919C37D2}" srcId="{3CCD3B9F-0155-4B96-BEDC-660B5E23CB1B}" destId="{D3E8AE40-5B31-4509-B715-A778D79A398A}" srcOrd="3" destOrd="0" parTransId="{AF2BA4CF-99CE-403B-BF8A-C89D08D1D0FC}" sibTransId="{4031A27E-69F1-44D1-A24B-B364F91ED427}"/>
    <dgm:cxn modelId="{3849229C-C8F9-4E55-A8B2-A3BE13BACE23}" type="presOf" srcId="{9614D218-D6D8-4060-B178-B5F5FC71F19D}" destId="{51170862-B257-4F1A-8A9F-2FFACC5531DD}" srcOrd="1" destOrd="0" presId="urn:microsoft.com/office/officeart/2005/8/layout/orgChart1"/>
    <dgm:cxn modelId="{858155D5-3EF8-434E-985A-D23F6230207D}" type="presOf" srcId="{EA5C171D-50D0-4945-AA91-860B938468D1}" destId="{8C2337C9-E81F-4B96-9ECD-FDF6D53F2CE1}" srcOrd="1" destOrd="0" presId="urn:microsoft.com/office/officeart/2005/8/layout/orgChart1"/>
    <dgm:cxn modelId="{50E3194D-8EFD-409E-B664-62EA63C553F6}" type="presOf" srcId="{5C5800E7-5F8A-4CE3-B063-16B5CCE326B9}" destId="{245C5B4F-C6D8-4261-8941-94F43487380C}" srcOrd="0" destOrd="0" presId="urn:microsoft.com/office/officeart/2005/8/layout/orgChart1"/>
    <dgm:cxn modelId="{3FC74A5E-41EA-4349-AB85-C61303C98BD5}" type="presOf" srcId="{DA8B3A31-3693-49AE-A2EC-B22FE02CCACF}" destId="{A67981F4-B425-4CB6-853F-ED1D1E942695}" srcOrd="0" destOrd="0" presId="urn:microsoft.com/office/officeart/2005/8/layout/orgChart1"/>
    <dgm:cxn modelId="{8B480615-C16E-40F0-98B3-F569720F2138}" srcId="{A33E03BE-9A74-417C-B8A9-C0195B7945E7}" destId="{CD12D704-195A-46A6-BA45-95B0CDDCD753}" srcOrd="0" destOrd="0" parTransId="{736C3FF6-ECF4-4606-983F-1474F41F86ED}" sibTransId="{CAB24EE8-20EA-4955-AFF5-8FDAD5380DC0}"/>
    <dgm:cxn modelId="{7F3DE753-0BFD-4769-B990-829015F6279A}" type="presOf" srcId="{3C9B4CBF-887C-42E9-860A-DF2EFF39AFC7}" destId="{C9C48485-3CB6-47AC-9498-BA3292775D88}" srcOrd="0" destOrd="0" presId="urn:microsoft.com/office/officeart/2005/8/layout/orgChart1"/>
    <dgm:cxn modelId="{F229B4EE-5A11-4767-A2EA-59D21D1E56BE}" type="presOf" srcId="{0DDDD8C4-764C-4DCF-A0A4-A850DA48756E}" destId="{E8D548D8-26F1-4101-AD14-4743C721E772}" srcOrd="0" destOrd="0" presId="urn:microsoft.com/office/officeart/2005/8/layout/orgChart1"/>
    <dgm:cxn modelId="{6DA8ECC9-29C6-4617-B01B-A8669DEF2647}" type="presOf" srcId="{D372FCF6-3CB6-4758-A052-501D5878AD2D}" destId="{92EFA834-019C-417E-9C57-5443CAF940F1}" srcOrd="0" destOrd="0" presId="urn:microsoft.com/office/officeart/2005/8/layout/orgChart1"/>
    <dgm:cxn modelId="{E2B4BB9F-1030-4524-8ABA-51DB5A09AEB6}" type="presOf" srcId="{3C9B4CBF-887C-42E9-860A-DF2EFF39AFC7}" destId="{EEBF40AA-0CD1-4BA1-841A-010E65FA423D}" srcOrd="1" destOrd="0" presId="urn:microsoft.com/office/officeart/2005/8/layout/orgChart1"/>
    <dgm:cxn modelId="{74C7FCFA-B7A8-410A-943A-AD7A24943B86}" type="presOf" srcId="{ABE66474-5B17-4257-8B71-F5E2DBC34454}" destId="{4274AA66-11EA-4F8B-8953-3B64F3470627}" srcOrd="0" destOrd="0" presId="urn:microsoft.com/office/officeart/2005/8/layout/orgChart1"/>
    <dgm:cxn modelId="{FB821757-7AED-4EEC-9D9B-28C6CEEBE12C}" type="presOf" srcId="{A749870E-BB2D-4DE5-8BB3-A8A72BD2844D}" destId="{C70633E6-DE5D-4812-8B40-5698C4477B4B}" srcOrd="1" destOrd="0" presId="urn:microsoft.com/office/officeart/2005/8/layout/orgChart1"/>
    <dgm:cxn modelId="{FB3A5856-8105-473B-A793-278921DC946F}" type="presOf" srcId="{CD12D704-195A-46A6-BA45-95B0CDDCD753}" destId="{AEA8C4C9-2F6C-40A0-B729-D52BF60E6BAF}" srcOrd="0" destOrd="0" presId="urn:microsoft.com/office/officeart/2005/8/layout/orgChart1"/>
    <dgm:cxn modelId="{BEDAE809-D81A-414C-BE6B-6D7B5BA7195A}" type="presOf" srcId="{32E2B80B-47FD-4D14-ACD3-2C708A75819A}" destId="{DD389D32-01B9-4974-958A-1FF0235786BA}" srcOrd="1" destOrd="0" presId="urn:microsoft.com/office/officeart/2005/8/layout/orgChart1"/>
    <dgm:cxn modelId="{FD9D57AF-A2C5-475B-AC73-177E4B0C0FBA}" srcId="{3CCD3B9F-0155-4B96-BEDC-660B5E23CB1B}" destId="{AE6815D7-C177-4CFE-9836-4D1D1D76EC2E}" srcOrd="1" destOrd="0" parTransId="{287C2354-E929-4341-A4A5-4852CFAC96FE}" sibTransId="{ADFD55D9-84A5-4FBF-B3A9-12EEEFD485C0}"/>
    <dgm:cxn modelId="{CE6D8202-7A7B-4C5C-9A9E-EB99794F35EF}" type="presOf" srcId="{A749870E-BB2D-4DE5-8BB3-A8A72BD2844D}" destId="{32BE3E58-EB02-4FDE-878F-5AB6EE6FBE11}" srcOrd="0" destOrd="0" presId="urn:microsoft.com/office/officeart/2005/8/layout/orgChart1"/>
    <dgm:cxn modelId="{52951224-8262-44B9-A992-45384E3392D4}" type="presOf" srcId="{3CCD3B9F-0155-4B96-BEDC-660B5E23CB1B}" destId="{8D270071-2B3C-4B23-A46A-74ADD9AD167D}" srcOrd="0" destOrd="0" presId="urn:microsoft.com/office/officeart/2005/8/layout/orgChart1"/>
    <dgm:cxn modelId="{4C4345DD-2FE3-403B-BD67-DB6DDCBF6614}" type="presOf" srcId="{563237C1-E8EB-4F19-9129-5F2A30A9C5FE}" destId="{2BFC671C-59A2-49B8-BB38-83AF32C80D0C}" srcOrd="0" destOrd="0" presId="urn:microsoft.com/office/officeart/2005/8/layout/orgChart1"/>
    <dgm:cxn modelId="{3B91B438-5E9F-47BC-8041-CA91AF2F281B}" type="presOf" srcId="{5E11293C-37F5-4A4A-BB0F-2C3BEEC528FF}" destId="{02EFD032-99B0-4E1A-A6E0-3906385AF09A}" srcOrd="0" destOrd="0" presId="urn:microsoft.com/office/officeart/2005/8/layout/orgChart1"/>
    <dgm:cxn modelId="{246B0EC7-9522-464E-A649-CC141C8CD00D}" type="presOf" srcId="{D3E8AE40-5B31-4509-B715-A778D79A398A}" destId="{43A81C31-8288-4F1E-9DF9-32C139B2CDA4}" srcOrd="1" destOrd="0" presId="urn:microsoft.com/office/officeart/2005/8/layout/orgChart1"/>
    <dgm:cxn modelId="{D9116F64-E231-4F5F-83A2-02C5C8378D6E}" type="presOf" srcId="{736C3FF6-ECF4-4606-983F-1474F41F86ED}" destId="{6112E6BF-059C-4F88-996D-9879E91DD226}" srcOrd="0" destOrd="0" presId="urn:microsoft.com/office/officeart/2005/8/layout/orgChart1"/>
    <dgm:cxn modelId="{6A4FF4CF-A94C-4A32-812F-2029AB44902D}" srcId="{A33E03BE-9A74-417C-B8A9-C0195B7945E7}" destId="{3C9B4CBF-887C-42E9-860A-DF2EFF39AFC7}" srcOrd="1" destOrd="0" parTransId="{5357F69D-47AD-47A7-8B2F-DD5B7B4B32ED}" sibTransId="{E587B8B0-D0F9-4576-8D02-87ACEF8946F8}"/>
    <dgm:cxn modelId="{AA9DFDC7-6910-496C-9994-3F96C53BE256}" type="presParOf" srcId="{BB9F6E60-6B80-4494-B948-96FF4530D9D1}" destId="{A1C94215-96A3-4CA5-8021-10142D81C8B6}" srcOrd="0" destOrd="0" presId="urn:microsoft.com/office/officeart/2005/8/layout/orgChart1"/>
    <dgm:cxn modelId="{3DF8A508-F895-48B2-8FCC-5E89B6B16A04}" type="presParOf" srcId="{A1C94215-96A3-4CA5-8021-10142D81C8B6}" destId="{59EC4153-861A-4CC8-8423-AE671393B21B}" srcOrd="0" destOrd="0" presId="urn:microsoft.com/office/officeart/2005/8/layout/orgChart1"/>
    <dgm:cxn modelId="{1B13E23D-7F17-483C-80C0-430FB3C6950D}" type="presParOf" srcId="{59EC4153-861A-4CC8-8423-AE671393B21B}" destId="{8D270071-2B3C-4B23-A46A-74ADD9AD167D}" srcOrd="0" destOrd="0" presId="urn:microsoft.com/office/officeart/2005/8/layout/orgChart1"/>
    <dgm:cxn modelId="{C25A7C6D-7487-4FD8-8316-C764D7D86E2D}" type="presParOf" srcId="{59EC4153-861A-4CC8-8423-AE671393B21B}" destId="{C7087914-F1B7-4C20-8864-194C6243542A}" srcOrd="1" destOrd="0" presId="urn:microsoft.com/office/officeart/2005/8/layout/orgChart1"/>
    <dgm:cxn modelId="{50677E0D-2454-4993-980F-501C441D00DA}" type="presParOf" srcId="{A1C94215-96A3-4CA5-8021-10142D81C8B6}" destId="{40DCFE2D-794A-47D6-88BD-6EF8AC95F311}" srcOrd="1" destOrd="0" presId="urn:microsoft.com/office/officeart/2005/8/layout/orgChart1"/>
    <dgm:cxn modelId="{373C4189-3936-4BF2-AA3A-DD7F4631AEBB}" type="presParOf" srcId="{40DCFE2D-794A-47D6-88BD-6EF8AC95F311}" destId="{ED5DC41C-F6DA-4B51-B076-C035AAED9D7F}" srcOrd="0" destOrd="0" presId="urn:microsoft.com/office/officeart/2005/8/layout/orgChart1"/>
    <dgm:cxn modelId="{D4BEE689-FE92-4443-AD7D-2222B6C82A61}" type="presParOf" srcId="{40DCFE2D-794A-47D6-88BD-6EF8AC95F311}" destId="{0AAFFE45-096B-4994-A076-DB7F6641A35B}" srcOrd="1" destOrd="0" presId="urn:microsoft.com/office/officeart/2005/8/layout/orgChart1"/>
    <dgm:cxn modelId="{8D61ABCC-7577-4D54-BF1F-862891FD1028}" type="presParOf" srcId="{0AAFFE45-096B-4994-A076-DB7F6641A35B}" destId="{6D8FC1DB-72C1-47B1-B1B1-1F01418686B9}" srcOrd="0" destOrd="0" presId="urn:microsoft.com/office/officeart/2005/8/layout/orgChart1"/>
    <dgm:cxn modelId="{0C145456-07ED-4A88-BDCA-0B24EF9F70A7}" type="presParOf" srcId="{6D8FC1DB-72C1-47B1-B1B1-1F01418686B9}" destId="{DEF812C3-CD12-45D7-BA19-720E4821AB68}" srcOrd="0" destOrd="0" presId="urn:microsoft.com/office/officeart/2005/8/layout/orgChart1"/>
    <dgm:cxn modelId="{0A738E81-B07F-436D-A071-00F0E7E51080}" type="presParOf" srcId="{6D8FC1DB-72C1-47B1-B1B1-1F01418686B9}" destId="{0A374387-5291-414C-8A2F-76A1116497E4}" srcOrd="1" destOrd="0" presId="urn:microsoft.com/office/officeart/2005/8/layout/orgChart1"/>
    <dgm:cxn modelId="{4D65ED6F-A1F7-412F-A07F-C90BE5D66303}" type="presParOf" srcId="{0AAFFE45-096B-4994-A076-DB7F6641A35B}" destId="{5E4C3E70-D045-41E5-8B74-2FEAC8A4041C}" srcOrd="1" destOrd="0" presId="urn:microsoft.com/office/officeart/2005/8/layout/orgChart1"/>
    <dgm:cxn modelId="{14003E7C-0D2E-4616-AD99-64A342353E97}" type="presParOf" srcId="{5E4C3E70-D045-41E5-8B74-2FEAC8A4041C}" destId="{92EFA834-019C-417E-9C57-5443CAF940F1}" srcOrd="0" destOrd="0" presId="urn:microsoft.com/office/officeart/2005/8/layout/orgChart1"/>
    <dgm:cxn modelId="{0947C748-40B6-4A01-B2C0-E3CDA0DD3282}" type="presParOf" srcId="{5E4C3E70-D045-41E5-8B74-2FEAC8A4041C}" destId="{B7219181-4B5B-46EC-AF93-326A35402710}" srcOrd="1" destOrd="0" presId="urn:microsoft.com/office/officeart/2005/8/layout/orgChart1"/>
    <dgm:cxn modelId="{CBB6D5BD-5ACC-4020-A5D0-91A9A0851468}" type="presParOf" srcId="{B7219181-4B5B-46EC-AF93-326A35402710}" destId="{A15BCD6C-0243-45C7-A01B-FFC40C7E675A}" srcOrd="0" destOrd="0" presId="urn:microsoft.com/office/officeart/2005/8/layout/orgChart1"/>
    <dgm:cxn modelId="{396212B5-DD00-4007-ACFA-21A349D63A23}" type="presParOf" srcId="{A15BCD6C-0243-45C7-A01B-FFC40C7E675A}" destId="{059433F2-F7B5-4119-9FAA-BFD40E493667}" srcOrd="0" destOrd="0" presId="urn:microsoft.com/office/officeart/2005/8/layout/orgChart1"/>
    <dgm:cxn modelId="{C3BE95FC-C015-4761-92ED-92F8659619DD}" type="presParOf" srcId="{A15BCD6C-0243-45C7-A01B-FFC40C7E675A}" destId="{51170862-B257-4F1A-8A9F-2FFACC5531DD}" srcOrd="1" destOrd="0" presId="urn:microsoft.com/office/officeart/2005/8/layout/orgChart1"/>
    <dgm:cxn modelId="{7A24C59B-FD31-46F0-9BC5-D4EBFFE9C1F5}" type="presParOf" srcId="{B7219181-4B5B-46EC-AF93-326A35402710}" destId="{B9785216-B7BC-45FA-B0C7-1A21991F75EC}" srcOrd="1" destOrd="0" presId="urn:microsoft.com/office/officeart/2005/8/layout/orgChart1"/>
    <dgm:cxn modelId="{DAFE157A-045D-4D72-8251-34E83B45B7EE}" type="presParOf" srcId="{B7219181-4B5B-46EC-AF93-326A35402710}" destId="{932965AB-D6BB-489B-B2D5-180B93618299}" srcOrd="2" destOrd="0" presId="urn:microsoft.com/office/officeart/2005/8/layout/orgChart1"/>
    <dgm:cxn modelId="{CEDA8A28-9B63-44E2-BC68-EC2BF137DA34}" type="presParOf" srcId="{5E4C3E70-D045-41E5-8B74-2FEAC8A4041C}" destId="{DCB6D777-BDCB-464A-8D73-DF85B33C6FE1}" srcOrd="2" destOrd="0" presId="urn:microsoft.com/office/officeart/2005/8/layout/orgChart1"/>
    <dgm:cxn modelId="{E1E93B50-626C-45CE-8DD9-6BEC416EC67A}" type="presParOf" srcId="{5E4C3E70-D045-41E5-8B74-2FEAC8A4041C}" destId="{46D50B90-4459-4657-B24B-9ADAA4A385A6}" srcOrd="3" destOrd="0" presId="urn:microsoft.com/office/officeart/2005/8/layout/orgChart1"/>
    <dgm:cxn modelId="{9B9691B0-BC0D-4E1E-BD6B-AC4DB26F7166}" type="presParOf" srcId="{46D50B90-4459-4657-B24B-9ADAA4A385A6}" destId="{5B8E2E36-BB44-4EF0-ABD2-C55F201A6FB9}" srcOrd="0" destOrd="0" presId="urn:microsoft.com/office/officeart/2005/8/layout/orgChart1"/>
    <dgm:cxn modelId="{B97C7249-67A2-42CA-A20D-02F672E5E00C}" type="presParOf" srcId="{5B8E2E36-BB44-4EF0-ABD2-C55F201A6FB9}" destId="{E566A124-1F46-4151-90AA-5F8DF2366EEB}" srcOrd="0" destOrd="0" presId="urn:microsoft.com/office/officeart/2005/8/layout/orgChart1"/>
    <dgm:cxn modelId="{8A8D0F7E-6859-45E2-B82D-72CFF1CCF4E7}" type="presParOf" srcId="{5B8E2E36-BB44-4EF0-ABD2-C55F201A6FB9}" destId="{DD389D32-01B9-4974-958A-1FF0235786BA}" srcOrd="1" destOrd="0" presId="urn:microsoft.com/office/officeart/2005/8/layout/orgChart1"/>
    <dgm:cxn modelId="{A381F174-DD46-4F05-887A-3B62BA27440F}" type="presParOf" srcId="{46D50B90-4459-4657-B24B-9ADAA4A385A6}" destId="{6B50BF87-6E1F-416E-A885-3F7F01AA297A}" srcOrd="1" destOrd="0" presId="urn:microsoft.com/office/officeart/2005/8/layout/orgChart1"/>
    <dgm:cxn modelId="{D4C6284B-ABDE-4A35-BBC0-DD23CA390D51}" type="presParOf" srcId="{46D50B90-4459-4657-B24B-9ADAA4A385A6}" destId="{667CD333-56C7-44BE-89D3-FA25FB39E2F2}" srcOrd="2" destOrd="0" presId="urn:microsoft.com/office/officeart/2005/8/layout/orgChart1"/>
    <dgm:cxn modelId="{4DEC27F4-FDE3-4FFE-93EA-949CA8736869}" type="presParOf" srcId="{0AAFFE45-096B-4994-A076-DB7F6641A35B}" destId="{E0AEB302-1923-47DA-8982-0AFA50B366EC}" srcOrd="2" destOrd="0" presId="urn:microsoft.com/office/officeart/2005/8/layout/orgChart1"/>
    <dgm:cxn modelId="{08F93967-2712-4657-83AD-6A5BF05F3496}" type="presParOf" srcId="{40DCFE2D-794A-47D6-88BD-6EF8AC95F311}" destId="{C0DBEA9B-B86D-4034-9ADA-63061BB8ADEF}" srcOrd="2" destOrd="0" presId="urn:microsoft.com/office/officeart/2005/8/layout/orgChart1"/>
    <dgm:cxn modelId="{7F5F7FBB-2796-4828-8FEC-196A2607A313}" type="presParOf" srcId="{40DCFE2D-794A-47D6-88BD-6EF8AC95F311}" destId="{57E6149A-9087-4B33-8432-3CDFF30719C8}" srcOrd="3" destOrd="0" presId="urn:microsoft.com/office/officeart/2005/8/layout/orgChart1"/>
    <dgm:cxn modelId="{6DCD76C2-6BCD-4A17-B752-D96BF8812F10}" type="presParOf" srcId="{57E6149A-9087-4B33-8432-3CDFF30719C8}" destId="{3EF62057-8CDC-469B-BD03-6A9FE7BB9833}" srcOrd="0" destOrd="0" presId="urn:microsoft.com/office/officeart/2005/8/layout/orgChart1"/>
    <dgm:cxn modelId="{A34D7AF4-852A-4C53-8684-8C2F527747D3}" type="presParOf" srcId="{3EF62057-8CDC-469B-BD03-6A9FE7BB9833}" destId="{2D766E93-0D13-40CA-B54C-325BECF68AD6}" srcOrd="0" destOrd="0" presId="urn:microsoft.com/office/officeart/2005/8/layout/orgChart1"/>
    <dgm:cxn modelId="{DEC5B4FB-87F3-4617-BA92-A491B87EC396}" type="presParOf" srcId="{3EF62057-8CDC-469B-BD03-6A9FE7BB9833}" destId="{33B44FF3-1B3C-477C-905E-D7F799C7604B}" srcOrd="1" destOrd="0" presId="urn:microsoft.com/office/officeart/2005/8/layout/orgChart1"/>
    <dgm:cxn modelId="{870135E3-1860-4503-A578-EBFAE9AEEF43}" type="presParOf" srcId="{57E6149A-9087-4B33-8432-3CDFF30719C8}" destId="{42A7F849-C766-44AA-8785-19CBDFE5C1EB}" srcOrd="1" destOrd="0" presId="urn:microsoft.com/office/officeart/2005/8/layout/orgChart1"/>
    <dgm:cxn modelId="{E03F59A1-A0DE-4EA7-95EC-C2F910F0177A}" type="presParOf" srcId="{42A7F849-C766-44AA-8785-19CBDFE5C1EB}" destId="{A167841B-48E1-47AF-868B-A06BAF5A7DE7}" srcOrd="0" destOrd="0" presId="urn:microsoft.com/office/officeart/2005/8/layout/orgChart1"/>
    <dgm:cxn modelId="{E3727EEA-D1CD-44E4-A181-3AD654D12965}" type="presParOf" srcId="{42A7F849-C766-44AA-8785-19CBDFE5C1EB}" destId="{D36A1034-8BD0-4BC6-8823-1232ADE6B2B8}" srcOrd="1" destOrd="0" presId="urn:microsoft.com/office/officeart/2005/8/layout/orgChart1"/>
    <dgm:cxn modelId="{F53A1687-400E-4E09-8ED9-5854661CB7DE}" type="presParOf" srcId="{D36A1034-8BD0-4BC6-8823-1232ADE6B2B8}" destId="{07883F16-3FA5-4B28-9220-368885DD7A57}" srcOrd="0" destOrd="0" presId="urn:microsoft.com/office/officeart/2005/8/layout/orgChart1"/>
    <dgm:cxn modelId="{D1BD7A57-8417-48DC-8A59-DF5630FDB1B8}" type="presParOf" srcId="{07883F16-3FA5-4B28-9220-368885DD7A57}" destId="{32BE3E58-EB02-4FDE-878F-5AB6EE6FBE11}" srcOrd="0" destOrd="0" presId="urn:microsoft.com/office/officeart/2005/8/layout/orgChart1"/>
    <dgm:cxn modelId="{A5A96FE0-41C4-48E2-BAB2-EF7A81A6FE73}" type="presParOf" srcId="{07883F16-3FA5-4B28-9220-368885DD7A57}" destId="{C70633E6-DE5D-4812-8B40-5698C4477B4B}" srcOrd="1" destOrd="0" presId="urn:microsoft.com/office/officeart/2005/8/layout/orgChart1"/>
    <dgm:cxn modelId="{B5B8EACD-821F-4C52-BBB5-45D28A75DC5A}" type="presParOf" srcId="{D36A1034-8BD0-4BC6-8823-1232ADE6B2B8}" destId="{DBB0DF3F-4754-40CB-8B21-CAC99C37296D}" srcOrd="1" destOrd="0" presId="urn:microsoft.com/office/officeart/2005/8/layout/orgChart1"/>
    <dgm:cxn modelId="{2DA8F5D4-05A3-46E0-9DC8-4794410B8FBC}" type="presParOf" srcId="{D36A1034-8BD0-4BC6-8823-1232ADE6B2B8}" destId="{95B7FEC5-AEBD-4C61-A258-F78E15FAB86F}" srcOrd="2" destOrd="0" presId="urn:microsoft.com/office/officeart/2005/8/layout/orgChart1"/>
    <dgm:cxn modelId="{473F6273-483A-48EC-84F3-1A3E03CC7735}" type="presParOf" srcId="{42A7F849-C766-44AA-8785-19CBDFE5C1EB}" destId="{E8D548D8-26F1-4101-AD14-4743C721E772}" srcOrd="2" destOrd="0" presId="urn:microsoft.com/office/officeart/2005/8/layout/orgChart1"/>
    <dgm:cxn modelId="{1C76B929-DB63-4EE1-AE30-8405CFF16041}" type="presParOf" srcId="{42A7F849-C766-44AA-8785-19CBDFE5C1EB}" destId="{308720DB-23CA-4A73-B080-B8E03079D839}" srcOrd="3" destOrd="0" presId="urn:microsoft.com/office/officeart/2005/8/layout/orgChart1"/>
    <dgm:cxn modelId="{56ADB927-D074-4714-880F-3DE7B6CA5E96}" type="presParOf" srcId="{308720DB-23CA-4A73-B080-B8E03079D839}" destId="{ADD91EFE-F258-4AAE-893E-00870CFBACCC}" srcOrd="0" destOrd="0" presId="urn:microsoft.com/office/officeart/2005/8/layout/orgChart1"/>
    <dgm:cxn modelId="{490D04EF-8F55-4ED2-A332-F0C306FEB2EC}" type="presParOf" srcId="{ADD91EFE-F258-4AAE-893E-00870CFBACCC}" destId="{F9E3F07B-9269-4E3D-A1CE-21B76ED32246}" srcOrd="0" destOrd="0" presId="urn:microsoft.com/office/officeart/2005/8/layout/orgChart1"/>
    <dgm:cxn modelId="{2536A5E5-81D6-41A8-AF24-BAD9E74A0976}" type="presParOf" srcId="{ADD91EFE-F258-4AAE-893E-00870CFBACCC}" destId="{C280AD9B-2284-474F-9371-CD069701116D}" srcOrd="1" destOrd="0" presId="urn:microsoft.com/office/officeart/2005/8/layout/orgChart1"/>
    <dgm:cxn modelId="{CC374200-C2BB-487F-9963-8DD29B4BA358}" type="presParOf" srcId="{308720DB-23CA-4A73-B080-B8E03079D839}" destId="{18406652-1C1B-4548-9785-F09833C74119}" srcOrd="1" destOrd="0" presId="urn:microsoft.com/office/officeart/2005/8/layout/orgChart1"/>
    <dgm:cxn modelId="{95042878-8C02-4AC9-B8B6-4894424E9F27}" type="presParOf" srcId="{308720DB-23CA-4A73-B080-B8E03079D839}" destId="{E2D796C6-960A-4B5A-BB7C-5BE7E1887D4C}" srcOrd="2" destOrd="0" presId="urn:microsoft.com/office/officeart/2005/8/layout/orgChart1"/>
    <dgm:cxn modelId="{B4EA7D32-14D3-4483-A5A2-F578097B5746}" type="presParOf" srcId="{57E6149A-9087-4B33-8432-3CDFF30719C8}" destId="{65D83177-5694-4A9F-9200-48E8C418F37D}" srcOrd="2" destOrd="0" presId="urn:microsoft.com/office/officeart/2005/8/layout/orgChart1"/>
    <dgm:cxn modelId="{CB736AAA-D251-4ED0-BF39-4DAD12AA2931}" type="presParOf" srcId="{40DCFE2D-794A-47D6-88BD-6EF8AC95F311}" destId="{2BFC671C-59A2-49B8-BB38-83AF32C80D0C}" srcOrd="4" destOrd="0" presId="urn:microsoft.com/office/officeart/2005/8/layout/orgChart1"/>
    <dgm:cxn modelId="{75FB28E4-76FB-4277-9992-1AEAE4CF2603}" type="presParOf" srcId="{40DCFE2D-794A-47D6-88BD-6EF8AC95F311}" destId="{C0A34DBF-4204-444F-9D83-BB2EF19E7119}" srcOrd="5" destOrd="0" presId="urn:microsoft.com/office/officeart/2005/8/layout/orgChart1"/>
    <dgm:cxn modelId="{38D0E010-9B97-4D3A-ACC5-6F5402DF139B}" type="presParOf" srcId="{C0A34DBF-4204-444F-9D83-BB2EF19E7119}" destId="{171178B9-A763-4B42-9119-786EEF146B87}" srcOrd="0" destOrd="0" presId="urn:microsoft.com/office/officeart/2005/8/layout/orgChart1"/>
    <dgm:cxn modelId="{93365D10-A26F-4FDF-A8AE-F69C2BBEBA7A}" type="presParOf" srcId="{171178B9-A763-4B42-9119-786EEF146B87}" destId="{42CF8CD8-0FCB-451B-AFB7-E02CB31B9136}" srcOrd="0" destOrd="0" presId="urn:microsoft.com/office/officeart/2005/8/layout/orgChart1"/>
    <dgm:cxn modelId="{AF87D82D-C08C-4605-B9AA-3E74402B9D7D}" type="presParOf" srcId="{171178B9-A763-4B42-9119-786EEF146B87}" destId="{A89E2D89-D616-403A-B084-E37709DE3EE8}" srcOrd="1" destOrd="0" presId="urn:microsoft.com/office/officeart/2005/8/layout/orgChart1"/>
    <dgm:cxn modelId="{B7F61475-B595-4BF7-A3E5-76FD3FD3725F}" type="presParOf" srcId="{C0A34DBF-4204-444F-9D83-BB2EF19E7119}" destId="{407B4F83-3796-4579-822E-6A8F5D467BF4}" srcOrd="1" destOrd="0" presId="urn:microsoft.com/office/officeart/2005/8/layout/orgChart1"/>
    <dgm:cxn modelId="{723D88FA-09CE-4ED0-B4B8-C55505FF0C25}" type="presParOf" srcId="{407B4F83-3796-4579-822E-6A8F5D467BF4}" destId="{19A51DFD-EFE0-4055-B00E-1F9238EA1D75}" srcOrd="0" destOrd="0" presId="urn:microsoft.com/office/officeart/2005/8/layout/orgChart1"/>
    <dgm:cxn modelId="{4E4933BA-AE2C-4537-9E34-673CDA713CF2}" type="presParOf" srcId="{407B4F83-3796-4579-822E-6A8F5D467BF4}" destId="{03DF7725-815F-4F72-96F9-B49AA4EFA4B0}" srcOrd="1" destOrd="0" presId="urn:microsoft.com/office/officeart/2005/8/layout/orgChart1"/>
    <dgm:cxn modelId="{D7D3D6A7-56FD-4498-AA73-4DD66808DCFB}" type="presParOf" srcId="{03DF7725-815F-4F72-96F9-B49AA4EFA4B0}" destId="{DE9EC57E-8E9A-4A3C-85CC-CE74742CB119}" srcOrd="0" destOrd="0" presId="urn:microsoft.com/office/officeart/2005/8/layout/orgChart1"/>
    <dgm:cxn modelId="{AFFB92C9-CECE-4F73-AC28-EEAF3E2C16FD}" type="presParOf" srcId="{DE9EC57E-8E9A-4A3C-85CC-CE74742CB119}" destId="{8FD89E23-4E31-4880-A75B-F974BF2B4E02}" srcOrd="0" destOrd="0" presId="urn:microsoft.com/office/officeart/2005/8/layout/orgChart1"/>
    <dgm:cxn modelId="{05FA0B89-DABA-4C7C-8342-C96E6057F373}" type="presParOf" srcId="{DE9EC57E-8E9A-4A3C-85CC-CE74742CB119}" destId="{DD972C80-F3CB-41F4-880F-542539AFA731}" srcOrd="1" destOrd="0" presId="urn:microsoft.com/office/officeart/2005/8/layout/orgChart1"/>
    <dgm:cxn modelId="{AC66A13B-69AA-4CE1-B2A8-6EB66BD6366A}" type="presParOf" srcId="{03DF7725-815F-4F72-96F9-B49AA4EFA4B0}" destId="{5922E33D-9590-45A4-B324-074E92F42880}" srcOrd="1" destOrd="0" presId="urn:microsoft.com/office/officeart/2005/8/layout/orgChart1"/>
    <dgm:cxn modelId="{E938A60E-1B0C-4090-A6E3-7408246ACC8F}" type="presParOf" srcId="{5922E33D-9590-45A4-B324-074E92F42880}" destId="{6112E6BF-059C-4F88-996D-9879E91DD226}" srcOrd="0" destOrd="0" presId="urn:microsoft.com/office/officeart/2005/8/layout/orgChart1"/>
    <dgm:cxn modelId="{3B778F53-C536-4CE6-B111-ED01A268724F}" type="presParOf" srcId="{5922E33D-9590-45A4-B324-074E92F42880}" destId="{2B323574-F2B9-40D3-9F53-FF53348E7510}" srcOrd="1" destOrd="0" presId="urn:microsoft.com/office/officeart/2005/8/layout/orgChart1"/>
    <dgm:cxn modelId="{B2C5F166-9563-41AE-A6BE-1B8C054113B7}" type="presParOf" srcId="{2B323574-F2B9-40D3-9F53-FF53348E7510}" destId="{26F3F4CE-2109-4585-B7DC-F4C798C451CE}" srcOrd="0" destOrd="0" presId="urn:microsoft.com/office/officeart/2005/8/layout/orgChart1"/>
    <dgm:cxn modelId="{73418366-AD94-4F9F-80E4-86DA96699456}" type="presParOf" srcId="{26F3F4CE-2109-4585-B7DC-F4C798C451CE}" destId="{AEA8C4C9-2F6C-40A0-B729-D52BF60E6BAF}" srcOrd="0" destOrd="0" presId="urn:microsoft.com/office/officeart/2005/8/layout/orgChart1"/>
    <dgm:cxn modelId="{E0B316FE-C0A5-453D-86F4-B121447AC476}" type="presParOf" srcId="{26F3F4CE-2109-4585-B7DC-F4C798C451CE}" destId="{443B1185-06EA-448A-ABCD-59FAC1EAB958}" srcOrd="1" destOrd="0" presId="urn:microsoft.com/office/officeart/2005/8/layout/orgChart1"/>
    <dgm:cxn modelId="{C1D7A48C-DCBF-42CB-84BA-5DB28A363D88}" type="presParOf" srcId="{2B323574-F2B9-40D3-9F53-FF53348E7510}" destId="{E7AAD4C9-3466-4DA0-9FF0-25267B32D405}" srcOrd="1" destOrd="0" presId="urn:microsoft.com/office/officeart/2005/8/layout/orgChart1"/>
    <dgm:cxn modelId="{1644B400-3887-45F1-9455-70D826F2728F}" type="presParOf" srcId="{2B323574-F2B9-40D3-9F53-FF53348E7510}" destId="{C1A419C9-12B6-4967-9375-73EA0781A986}" srcOrd="2" destOrd="0" presId="urn:microsoft.com/office/officeart/2005/8/layout/orgChart1"/>
    <dgm:cxn modelId="{D1C99971-E96A-4FF5-AB20-77FA213AE29D}" type="presParOf" srcId="{5922E33D-9590-45A4-B324-074E92F42880}" destId="{EF34F004-3CF4-41D8-A5EF-313974E7B078}" srcOrd="2" destOrd="0" presId="urn:microsoft.com/office/officeart/2005/8/layout/orgChart1"/>
    <dgm:cxn modelId="{96F3D0B5-2F32-49F7-8A19-783261F0248A}" type="presParOf" srcId="{5922E33D-9590-45A4-B324-074E92F42880}" destId="{D9CECF72-F8B4-49F8-B651-3C2CB78BDDE5}" srcOrd="3" destOrd="0" presId="urn:microsoft.com/office/officeart/2005/8/layout/orgChart1"/>
    <dgm:cxn modelId="{46DE1A74-FEF1-4F9B-87A7-70787009D02C}" type="presParOf" srcId="{D9CECF72-F8B4-49F8-B651-3C2CB78BDDE5}" destId="{D6B7F0B6-61F6-469D-804E-A590113971E3}" srcOrd="0" destOrd="0" presId="urn:microsoft.com/office/officeart/2005/8/layout/orgChart1"/>
    <dgm:cxn modelId="{BE19C251-C893-470C-84C7-8980C5D6775D}" type="presParOf" srcId="{D6B7F0B6-61F6-469D-804E-A590113971E3}" destId="{C9C48485-3CB6-47AC-9498-BA3292775D88}" srcOrd="0" destOrd="0" presId="urn:microsoft.com/office/officeart/2005/8/layout/orgChart1"/>
    <dgm:cxn modelId="{280F2CF5-8A17-4D49-B006-C6FD55AA4AEE}" type="presParOf" srcId="{D6B7F0B6-61F6-469D-804E-A590113971E3}" destId="{EEBF40AA-0CD1-4BA1-841A-010E65FA423D}" srcOrd="1" destOrd="0" presId="urn:microsoft.com/office/officeart/2005/8/layout/orgChart1"/>
    <dgm:cxn modelId="{EFABCF53-AEF4-4B7A-91F1-62A2ED93706C}" type="presParOf" srcId="{D9CECF72-F8B4-49F8-B651-3C2CB78BDDE5}" destId="{05C97CE5-7E0C-49B2-A390-D49D66E13439}" srcOrd="1" destOrd="0" presId="urn:microsoft.com/office/officeart/2005/8/layout/orgChart1"/>
    <dgm:cxn modelId="{8559AA6D-C6C7-4810-B5D8-9F4506108829}" type="presParOf" srcId="{D9CECF72-F8B4-49F8-B651-3C2CB78BDDE5}" destId="{EA052DFD-9FA3-4072-A732-CDA3DA64876B}" srcOrd="2" destOrd="0" presId="urn:microsoft.com/office/officeart/2005/8/layout/orgChart1"/>
    <dgm:cxn modelId="{C9AF25E4-3E35-4CF7-BAA9-C12BB07840FB}" type="presParOf" srcId="{03DF7725-815F-4F72-96F9-B49AA4EFA4B0}" destId="{6AE6BAD6-92ED-4214-9A80-B1086D414594}" srcOrd="2" destOrd="0" presId="urn:microsoft.com/office/officeart/2005/8/layout/orgChart1"/>
    <dgm:cxn modelId="{5CFD2353-26AC-4E0C-AF1E-F5F47936A745}" type="presParOf" srcId="{407B4F83-3796-4579-822E-6A8F5D467BF4}" destId="{FDE9D61F-7F13-4428-A52A-50672D317D00}" srcOrd="2" destOrd="0" presId="urn:microsoft.com/office/officeart/2005/8/layout/orgChart1"/>
    <dgm:cxn modelId="{95C97D39-1B52-4E35-B190-E3B09FDB61C0}" type="presParOf" srcId="{407B4F83-3796-4579-822E-6A8F5D467BF4}" destId="{4889D611-B71F-43F0-99C2-DC43C3EC57E9}" srcOrd="3" destOrd="0" presId="urn:microsoft.com/office/officeart/2005/8/layout/orgChart1"/>
    <dgm:cxn modelId="{CA72078F-5CFD-4CB2-BC0E-14E671789488}" type="presParOf" srcId="{4889D611-B71F-43F0-99C2-DC43C3EC57E9}" destId="{5BC45C36-85D7-4123-B96B-E55A9E006D8B}" srcOrd="0" destOrd="0" presId="urn:microsoft.com/office/officeart/2005/8/layout/orgChart1"/>
    <dgm:cxn modelId="{5E9C85FE-DCA7-469A-87E7-EE1363435D03}" type="presParOf" srcId="{5BC45C36-85D7-4123-B96B-E55A9E006D8B}" destId="{C7D1D0D4-FDB4-4C4F-8AB7-305F509851DE}" srcOrd="0" destOrd="0" presId="urn:microsoft.com/office/officeart/2005/8/layout/orgChart1"/>
    <dgm:cxn modelId="{CBDB9A04-2417-45A1-9612-FD1003B42872}" type="presParOf" srcId="{5BC45C36-85D7-4123-B96B-E55A9E006D8B}" destId="{4B48EA9E-C6D5-4693-B116-DE2494C23224}" srcOrd="1" destOrd="0" presId="urn:microsoft.com/office/officeart/2005/8/layout/orgChart1"/>
    <dgm:cxn modelId="{A4ECC4CA-BCA8-46D8-89B7-25DCE7C543D4}" type="presParOf" srcId="{4889D611-B71F-43F0-99C2-DC43C3EC57E9}" destId="{D3562F29-F705-4277-92DB-07BC50C62690}" srcOrd="1" destOrd="0" presId="urn:microsoft.com/office/officeart/2005/8/layout/orgChart1"/>
    <dgm:cxn modelId="{5BFC7CB5-405E-4301-8E55-43474465732B}" type="presParOf" srcId="{D3562F29-F705-4277-92DB-07BC50C62690}" destId="{245C5B4F-C6D8-4261-8941-94F43487380C}" srcOrd="0" destOrd="0" presId="urn:microsoft.com/office/officeart/2005/8/layout/orgChart1"/>
    <dgm:cxn modelId="{EA2345D5-3E07-4C93-ACDE-411BF466455E}" type="presParOf" srcId="{D3562F29-F705-4277-92DB-07BC50C62690}" destId="{200A058D-E1DA-4F9B-98D0-54B3DE5FE6DA}" srcOrd="1" destOrd="0" presId="urn:microsoft.com/office/officeart/2005/8/layout/orgChart1"/>
    <dgm:cxn modelId="{E8C121F6-DD30-4698-9FA7-ED59B3CCBE32}" type="presParOf" srcId="{200A058D-E1DA-4F9B-98D0-54B3DE5FE6DA}" destId="{736A9BC1-66A0-4BFA-B1D5-AAB7091D0663}" srcOrd="0" destOrd="0" presId="urn:microsoft.com/office/officeart/2005/8/layout/orgChart1"/>
    <dgm:cxn modelId="{A597678A-2507-4B44-960A-39A8FBED5C33}" type="presParOf" srcId="{736A9BC1-66A0-4BFA-B1D5-AAB7091D0663}" destId="{A67981F4-B425-4CB6-853F-ED1D1E942695}" srcOrd="0" destOrd="0" presId="urn:microsoft.com/office/officeart/2005/8/layout/orgChart1"/>
    <dgm:cxn modelId="{CFC09147-41F2-40E0-A2D4-B4085AD7738D}" type="presParOf" srcId="{736A9BC1-66A0-4BFA-B1D5-AAB7091D0663}" destId="{22B28627-4209-47FA-AA79-3EE35976D1FB}" srcOrd="1" destOrd="0" presId="urn:microsoft.com/office/officeart/2005/8/layout/orgChart1"/>
    <dgm:cxn modelId="{4A7D5944-D371-419C-B91F-60A727D2D306}" type="presParOf" srcId="{200A058D-E1DA-4F9B-98D0-54B3DE5FE6DA}" destId="{73185C31-E985-4131-8401-7F6B057E0C97}" srcOrd="1" destOrd="0" presId="urn:microsoft.com/office/officeart/2005/8/layout/orgChart1"/>
    <dgm:cxn modelId="{95EC833F-F55F-4A0C-A3FB-22C7D0CD8CF1}" type="presParOf" srcId="{200A058D-E1DA-4F9B-98D0-54B3DE5FE6DA}" destId="{1DCAED2E-C2B6-4452-A92F-4300E611A936}" srcOrd="2" destOrd="0" presId="urn:microsoft.com/office/officeart/2005/8/layout/orgChart1"/>
    <dgm:cxn modelId="{C35E9849-65FC-48E6-87E3-729806F9ADB6}" type="presParOf" srcId="{D3562F29-F705-4277-92DB-07BC50C62690}" destId="{3A50889B-1ECF-4C6A-B674-3B822BDE329C}" srcOrd="2" destOrd="0" presId="urn:microsoft.com/office/officeart/2005/8/layout/orgChart1"/>
    <dgm:cxn modelId="{4E66E95A-4CD2-4D01-A626-4A69C693E071}" type="presParOf" srcId="{D3562F29-F705-4277-92DB-07BC50C62690}" destId="{1BFC8364-1160-4CEF-9730-4AEB86D883E2}" srcOrd="3" destOrd="0" presId="urn:microsoft.com/office/officeart/2005/8/layout/orgChart1"/>
    <dgm:cxn modelId="{81A53569-F703-4FEC-A51C-340CEC134610}" type="presParOf" srcId="{1BFC8364-1160-4CEF-9730-4AEB86D883E2}" destId="{E7A285C4-50B6-4D0C-A9C9-32ECEF253D8F}" srcOrd="0" destOrd="0" presId="urn:microsoft.com/office/officeart/2005/8/layout/orgChart1"/>
    <dgm:cxn modelId="{0CBD81B9-05FB-43C9-9D78-D731745D06E1}" type="presParOf" srcId="{E7A285C4-50B6-4D0C-A9C9-32ECEF253D8F}" destId="{4274AA66-11EA-4F8B-8953-3B64F3470627}" srcOrd="0" destOrd="0" presId="urn:microsoft.com/office/officeart/2005/8/layout/orgChart1"/>
    <dgm:cxn modelId="{D12F4237-FAA0-47B8-BF40-F9E3BF144CFE}" type="presParOf" srcId="{E7A285C4-50B6-4D0C-A9C9-32ECEF253D8F}" destId="{B20B10E9-7DCC-4B10-A754-4B633DC7718B}" srcOrd="1" destOrd="0" presId="urn:microsoft.com/office/officeart/2005/8/layout/orgChart1"/>
    <dgm:cxn modelId="{D4145CF5-42D5-408A-AC2F-AD78AA1AE7E1}" type="presParOf" srcId="{1BFC8364-1160-4CEF-9730-4AEB86D883E2}" destId="{D9250E1C-81AB-4C76-B8A8-878600E719E5}" srcOrd="1" destOrd="0" presId="urn:microsoft.com/office/officeart/2005/8/layout/orgChart1"/>
    <dgm:cxn modelId="{31D6FAB7-8B23-45CD-8163-438E05159B92}" type="presParOf" srcId="{1BFC8364-1160-4CEF-9730-4AEB86D883E2}" destId="{A92B746E-54EB-4D0B-BDFB-4F0E8A19828E}" srcOrd="2" destOrd="0" presId="urn:microsoft.com/office/officeart/2005/8/layout/orgChart1"/>
    <dgm:cxn modelId="{DE844725-9318-439A-9E6F-BB645FF6AE39}" type="presParOf" srcId="{4889D611-B71F-43F0-99C2-DC43C3EC57E9}" destId="{A21BA6F0-C87D-4B86-A6E6-AF80918FFCFD}" srcOrd="2" destOrd="0" presId="urn:microsoft.com/office/officeart/2005/8/layout/orgChart1"/>
    <dgm:cxn modelId="{12F7CBA5-1012-4E81-B1EB-2B0B0E87B1DC}" type="presParOf" srcId="{C0A34DBF-4204-444F-9D83-BB2EF19E7119}" destId="{BA47F8FF-0C24-49AD-AC10-8780249A47C1}" srcOrd="2" destOrd="0" presId="urn:microsoft.com/office/officeart/2005/8/layout/orgChart1"/>
    <dgm:cxn modelId="{6EED1076-7EDB-446F-9532-8423E54CB7F9}" type="presParOf" srcId="{40DCFE2D-794A-47D6-88BD-6EF8AC95F311}" destId="{64692854-869F-4848-BB99-9D9BAF6F8DCD}" srcOrd="6" destOrd="0" presId="urn:microsoft.com/office/officeart/2005/8/layout/orgChart1"/>
    <dgm:cxn modelId="{33911548-598B-4966-AD48-42D5E4554953}" type="presParOf" srcId="{40DCFE2D-794A-47D6-88BD-6EF8AC95F311}" destId="{2DC4B480-7FD6-4891-834A-26045AE44762}" srcOrd="7" destOrd="0" presId="urn:microsoft.com/office/officeart/2005/8/layout/orgChart1"/>
    <dgm:cxn modelId="{E3C78D5D-D33D-4A37-BE42-4C6099CD0BDA}" type="presParOf" srcId="{2DC4B480-7FD6-4891-834A-26045AE44762}" destId="{4D083B3D-D21D-4BDD-A961-99EACE5A6DF6}" srcOrd="0" destOrd="0" presId="urn:microsoft.com/office/officeart/2005/8/layout/orgChart1"/>
    <dgm:cxn modelId="{AAB5F9D1-51AB-4B77-8F25-43D49413E804}" type="presParOf" srcId="{4D083B3D-D21D-4BDD-A961-99EACE5A6DF6}" destId="{6945FA21-6563-4C11-83FE-51D0A0D02B26}" srcOrd="0" destOrd="0" presId="urn:microsoft.com/office/officeart/2005/8/layout/orgChart1"/>
    <dgm:cxn modelId="{90BEE1B4-CA55-45CD-A679-6B68B038C57D}" type="presParOf" srcId="{4D083B3D-D21D-4BDD-A961-99EACE5A6DF6}" destId="{43A81C31-8288-4F1E-9DF9-32C139B2CDA4}" srcOrd="1" destOrd="0" presId="urn:microsoft.com/office/officeart/2005/8/layout/orgChart1"/>
    <dgm:cxn modelId="{C0F9FB86-8AFC-467F-A23D-4A6C8E78F88F}" type="presParOf" srcId="{2DC4B480-7FD6-4891-834A-26045AE44762}" destId="{40EE7EFD-A7B5-48D5-9B39-6D3EAF26BCC4}" srcOrd="1" destOrd="0" presId="urn:microsoft.com/office/officeart/2005/8/layout/orgChart1"/>
    <dgm:cxn modelId="{C8E6FEAA-B922-4E1F-A704-55C4469E3D7E}" type="presParOf" srcId="{2DC4B480-7FD6-4891-834A-26045AE44762}" destId="{6591A768-719B-481C-B09E-DE6167DB5343}" srcOrd="2" destOrd="0" presId="urn:microsoft.com/office/officeart/2005/8/layout/orgChart1"/>
    <dgm:cxn modelId="{7007D0B4-FFEB-4C23-8DC5-6C0D9FE99EF4}" type="presParOf" srcId="{40DCFE2D-794A-47D6-88BD-6EF8AC95F311}" destId="{25A6FA5D-7FF7-4850-A8FD-5313E0970B1E}" srcOrd="8" destOrd="0" presId="urn:microsoft.com/office/officeart/2005/8/layout/orgChart1"/>
    <dgm:cxn modelId="{5972EC74-5C3F-4F7D-BDF7-350EC0E3E994}" type="presParOf" srcId="{40DCFE2D-794A-47D6-88BD-6EF8AC95F311}" destId="{A0861767-BF73-4E90-A3A2-91BA60AEEF0B}" srcOrd="9" destOrd="0" presId="urn:microsoft.com/office/officeart/2005/8/layout/orgChart1"/>
    <dgm:cxn modelId="{961361B4-7812-417A-AA3C-019F533E6398}" type="presParOf" srcId="{A0861767-BF73-4E90-A3A2-91BA60AEEF0B}" destId="{6AAF2AC5-3D4B-4383-98CD-72BB986F9F6A}" srcOrd="0" destOrd="0" presId="urn:microsoft.com/office/officeart/2005/8/layout/orgChart1"/>
    <dgm:cxn modelId="{F92D4C27-2288-4A47-A358-466F81EA9971}" type="presParOf" srcId="{6AAF2AC5-3D4B-4383-98CD-72BB986F9F6A}" destId="{B2BC809E-466C-4BFD-A589-EA79DC90DAF3}" srcOrd="0" destOrd="0" presId="urn:microsoft.com/office/officeart/2005/8/layout/orgChart1"/>
    <dgm:cxn modelId="{15DD1CB3-EEC9-4F55-ADA2-735E1E4BDC24}" type="presParOf" srcId="{6AAF2AC5-3D4B-4383-98CD-72BB986F9F6A}" destId="{8C2337C9-E81F-4B96-9ECD-FDF6D53F2CE1}" srcOrd="1" destOrd="0" presId="urn:microsoft.com/office/officeart/2005/8/layout/orgChart1"/>
    <dgm:cxn modelId="{51A53AE1-69AB-4D8C-A289-AE9F21B26F44}" type="presParOf" srcId="{A0861767-BF73-4E90-A3A2-91BA60AEEF0B}" destId="{EA24D025-C9D3-4D24-B705-3ED7A48AB5A5}" srcOrd="1" destOrd="0" presId="urn:microsoft.com/office/officeart/2005/8/layout/orgChart1"/>
    <dgm:cxn modelId="{6BE8848C-C0E4-49B9-AC0F-D09550C73E37}" type="presParOf" srcId="{A0861767-BF73-4E90-A3A2-91BA60AEEF0B}" destId="{5D2134F3-42AD-4E5F-BE43-E665A0CC6064}" srcOrd="2" destOrd="0" presId="urn:microsoft.com/office/officeart/2005/8/layout/orgChart1"/>
    <dgm:cxn modelId="{60E0A177-1519-4427-B600-F5050AD192DE}" type="presParOf" srcId="{40DCFE2D-794A-47D6-88BD-6EF8AC95F311}" destId="{0BFBF339-9E60-44AB-A1A8-D70F29D415DB}" srcOrd="10" destOrd="0" presId="urn:microsoft.com/office/officeart/2005/8/layout/orgChart1"/>
    <dgm:cxn modelId="{A778FDED-EC2E-4276-8ECB-18ED6D1102C7}" type="presParOf" srcId="{40DCFE2D-794A-47D6-88BD-6EF8AC95F311}" destId="{CF1321C6-05B4-4903-A4DA-D973563E06EA}" srcOrd="11" destOrd="0" presId="urn:microsoft.com/office/officeart/2005/8/layout/orgChart1"/>
    <dgm:cxn modelId="{37BADDEF-5FE5-49B6-88BF-1F6B0C0EA584}" type="presParOf" srcId="{CF1321C6-05B4-4903-A4DA-D973563E06EA}" destId="{0CE00A86-82C1-4FA9-AEC3-FE2972A79A08}" srcOrd="0" destOrd="0" presId="urn:microsoft.com/office/officeart/2005/8/layout/orgChart1"/>
    <dgm:cxn modelId="{8BA1CAC4-1E4B-4E66-8D5C-F9E008D297EE}" type="presParOf" srcId="{0CE00A86-82C1-4FA9-AEC3-FE2972A79A08}" destId="{02EFD032-99B0-4E1A-A6E0-3906385AF09A}" srcOrd="0" destOrd="0" presId="urn:microsoft.com/office/officeart/2005/8/layout/orgChart1"/>
    <dgm:cxn modelId="{BB53E1E7-6120-4156-B7CD-C92F30EDF185}" type="presParOf" srcId="{0CE00A86-82C1-4FA9-AEC3-FE2972A79A08}" destId="{D60DCB71-3B3D-477D-B22A-FFD0C6324148}" srcOrd="1" destOrd="0" presId="urn:microsoft.com/office/officeart/2005/8/layout/orgChart1"/>
    <dgm:cxn modelId="{4394D766-2C18-4582-AFA6-8AD4ED0612AF}" type="presParOf" srcId="{CF1321C6-05B4-4903-A4DA-D973563E06EA}" destId="{2992A9D9-B4B9-4D51-80AE-4BE7C8CC2FF8}" srcOrd="1" destOrd="0" presId="urn:microsoft.com/office/officeart/2005/8/layout/orgChart1"/>
    <dgm:cxn modelId="{3CC6069B-C823-47F2-B92E-AE7C7FB9442E}" type="presParOf" srcId="{CF1321C6-05B4-4903-A4DA-D973563E06EA}" destId="{3C26B03A-80AF-475C-9DA3-5A9D2C93A710}" srcOrd="2" destOrd="0" presId="urn:microsoft.com/office/officeart/2005/8/layout/orgChart1"/>
    <dgm:cxn modelId="{875ED1AE-E147-4256-B455-57DC56B88EF2}" type="presParOf" srcId="{A1C94215-96A3-4CA5-8021-10142D81C8B6}" destId="{BB7F2EEA-23D0-401C-AA5D-6DF07B39424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F247BE-7839-48FF-8064-75A2C1A08074}" type="doc">
      <dgm:prSet loTypeId="urn:microsoft.com/office/officeart/2005/8/layout/orgChart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GB"/>
        </a:p>
      </dgm:t>
    </dgm:pt>
    <dgm:pt modelId="{DF14FC84-03B4-4B81-AFDA-4CC9D25E1279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GB" dirty="0">
              <a:solidFill>
                <a:schemeClr val="tx1"/>
              </a:solidFill>
            </a:rPr>
            <a:t>Logistics </a:t>
          </a:r>
          <a:r>
            <a:rPr lang="en-GB" dirty="0" smtClean="0">
              <a:solidFill>
                <a:schemeClr val="tx1"/>
              </a:solidFill>
            </a:rPr>
            <a:t>function</a:t>
          </a:r>
          <a:endParaRPr lang="en-GB" dirty="0">
            <a:solidFill>
              <a:schemeClr val="tx1"/>
            </a:solidFill>
          </a:endParaRPr>
        </a:p>
      </dgm:t>
    </dgm:pt>
    <dgm:pt modelId="{BAAC6DF0-6A2F-4CB6-8C97-4C88A8602C3E}" type="parTrans" cxnId="{E5C3C4B7-967D-4FA0-9527-4369CCD7B4FA}">
      <dgm:prSet/>
      <dgm:spPr/>
      <dgm:t>
        <a:bodyPr/>
        <a:lstStyle/>
        <a:p>
          <a:endParaRPr lang="en-GB"/>
        </a:p>
      </dgm:t>
    </dgm:pt>
    <dgm:pt modelId="{B3544E98-68D4-4C1A-82AD-BCC1D99FB92B}" type="sibTrans" cxnId="{E5C3C4B7-967D-4FA0-9527-4369CCD7B4FA}">
      <dgm:prSet/>
      <dgm:spPr/>
      <dgm:t>
        <a:bodyPr/>
        <a:lstStyle/>
        <a:p>
          <a:endParaRPr lang="en-GB"/>
        </a:p>
      </dgm:t>
    </dgm:pt>
    <dgm:pt modelId="{87DCB8E9-6540-43C7-9C71-7545A5795EA8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GB" dirty="0">
              <a:solidFill>
                <a:schemeClr val="tx1"/>
              </a:solidFill>
            </a:rPr>
            <a:t>Supply</a:t>
          </a:r>
        </a:p>
      </dgm:t>
    </dgm:pt>
    <dgm:pt modelId="{6185B01B-BF73-4138-B431-1DE13335E17A}" type="parTrans" cxnId="{F06E82A9-5516-4691-8225-CF685930820D}">
      <dgm:prSet/>
      <dgm:spPr/>
      <dgm:t>
        <a:bodyPr/>
        <a:lstStyle/>
        <a:p>
          <a:endParaRPr lang="en-GB"/>
        </a:p>
      </dgm:t>
    </dgm:pt>
    <dgm:pt modelId="{110D9992-50CA-4F39-9855-74ACAB1782C8}" type="sibTrans" cxnId="{F06E82A9-5516-4691-8225-CF685930820D}">
      <dgm:prSet/>
      <dgm:spPr/>
      <dgm:t>
        <a:bodyPr/>
        <a:lstStyle/>
        <a:p>
          <a:endParaRPr lang="en-GB"/>
        </a:p>
      </dgm:t>
    </dgm:pt>
    <dgm:pt modelId="{722CA201-37B1-467D-8070-247A9C09EF29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GB" dirty="0">
              <a:solidFill>
                <a:schemeClr val="tx1"/>
              </a:solidFill>
            </a:rPr>
            <a:t>Communications </a:t>
          </a:r>
          <a:r>
            <a:rPr lang="en-GB" dirty="0" smtClean="0">
              <a:solidFill>
                <a:schemeClr val="tx1"/>
              </a:solidFill>
            </a:rPr>
            <a:t>support</a:t>
          </a:r>
          <a:endParaRPr lang="en-GB" dirty="0">
            <a:solidFill>
              <a:schemeClr val="tx1"/>
            </a:solidFill>
          </a:endParaRPr>
        </a:p>
      </dgm:t>
    </dgm:pt>
    <dgm:pt modelId="{7E67FB73-22B2-48AE-89DB-821DAE918A6C}" type="parTrans" cxnId="{B9916B31-3C02-457B-90C2-2C2A045FE12D}">
      <dgm:prSet/>
      <dgm:spPr/>
      <dgm:t>
        <a:bodyPr/>
        <a:lstStyle/>
        <a:p>
          <a:endParaRPr lang="en-GB"/>
        </a:p>
      </dgm:t>
    </dgm:pt>
    <dgm:pt modelId="{9FFF77D0-C117-4F99-B895-FDF1DC3D7A4D}" type="sibTrans" cxnId="{B9916B31-3C02-457B-90C2-2C2A045FE12D}">
      <dgm:prSet/>
      <dgm:spPr/>
      <dgm:t>
        <a:bodyPr/>
        <a:lstStyle/>
        <a:p>
          <a:endParaRPr lang="en-GB"/>
        </a:p>
      </dgm:t>
    </dgm:pt>
    <dgm:pt modelId="{ED75DC08-BDA1-4D67-A58B-73F096F7793F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GB" dirty="0">
              <a:solidFill>
                <a:schemeClr val="tx1"/>
              </a:solidFill>
            </a:rPr>
            <a:t>Facilities </a:t>
          </a:r>
          <a:r>
            <a:rPr lang="en-GB" dirty="0" smtClean="0">
              <a:solidFill>
                <a:schemeClr val="tx1"/>
              </a:solidFill>
            </a:rPr>
            <a:t>support</a:t>
          </a:r>
          <a:endParaRPr lang="en-GB" dirty="0">
            <a:solidFill>
              <a:schemeClr val="tx1"/>
            </a:solidFill>
          </a:endParaRPr>
        </a:p>
      </dgm:t>
    </dgm:pt>
    <dgm:pt modelId="{C44A29E3-1910-4425-83FD-E26B23AF42DC}" type="parTrans" cxnId="{D87C69BB-2622-401F-9189-9DB176F2FD57}">
      <dgm:prSet/>
      <dgm:spPr/>
      <dgm:t>
        <a:bodyPr/>
        <a:lstStyle/>
        <a:p>
          <a:endParaRPr lang="en-GB"/>
        </a:p>
      </dgm:t>
    </dgm:pt>
    <dgm:pt modelId="{39E0490E-CAFC-4B50-9064-1225AAE5FEF9}" type="sibTrans" cxnId="{D87C69BB-2622-401F-9189-9DB176F2FD57}">
      <dgm:prSet/>
      <dgm:spPr/>
      <dgm:t>
        <a:bodyPr/>
        <a:lstStyle/>
        <a:p>
          <a:endParaRPr lang="en-GB"/>
        </a:p>
      </dgm:t>
    </dgm:pt>
    <dgm:pt modelId="{AE2D4087-1497-43DA-ABF1-22BFF85A200A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GB" dirty="0">
              <a:solidFill>
                <a:schemeClr val="tx1"/>
              </a:solidFill>
            </a:rPr>
            <a:t>Transport </a:t>
          </a:r>
          <a:r>
            <a:rPr lang="en-GB" dirty="0" smtClean="0">
              <a:solidFill>
                <a:schemeClr val="tx1"/>
              </a:solidFill>
            </a:rPr>
            <a:t>support</a:t>
          </a:r>
          <a:endParaRPr lang="en-GB" dirty="0">
            <a:solidFill>
              <a:schemeClr val="tx1"/>
            </a:solidFill>
          </a:endParaRPr>
        </a:p>
      </dgm:t>
    </dgm:pt>
    <dgm:pt modelId="{FF61689F-8EA4-4E07-A40B-18DA2BC814A7}" type="parTrans" cxnId="{4A6F46D2-FFE6-44FF-8C6D-2B83BDF2A99E}">
      <dgm:prSet/>
      <dgm:spPr/>
      <dgm:t>
        <a:bodyPr/>
        <a:lstStyle/>
        <a:p>
          <a:endParaRPr lang="en-GB"/>
        </a:p>
      </dgm:t>
    </dgm:pt>
    <dgm:pt modelId="{A900D5D1-9D67-480A-8730-1A70C5DC441E}" type="sibTrans" cxnId="{4A6F46D2-FFE6-44FF-8C6D-2B83BDF2A99E}">
      <dgm:prSet/>
      <dgm:spPr/>
      <dgm:t>
        <a:bodyPr/>
        <a:lstStyle/>
        <a:p>
          <a:endParaRPr lang="en-GB"/>
        </a:p>
      </dgm:t>
    </dgm:pt>
    <dgm:pt modelId="{183F4B67-3002-49B2-99AC-70289FBC5B4E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GB" dirty="0">
              <a:solidFill>
                <a:schemeClr val="tx1"/>
              </a:solidFill>
            </a:rPr>
            <a:t>Subsistence</a:t>
          </a:r>
        </a:p>
      </dgm:t>
    </dgm:pt>
    <dgm:pt modelId="{21DB28F4-6377-41E1-AE96-AEAECF16649C}" type="parTrans" cxnId="{4BD88C58-FCA0-4276-A91F-15400CBE0D78}">
      <dgm:prSet/>
      <dgm:spPr/>
      <dgm:t>
        <a:bodyPr/>
        <a:lstStyle/>
        <a:p>
          <a:endParaRPr lang="en-GB"/>
        </a:p>
      </dgm:t>
    </dgm:pt>
    <dgm:pt modelId="{2A8FBEA2-4433-4612-9A94-FF6AD0147BB7}" type="sibTrans" cxnId="{4BD88C58-FCA0-4276-A91F-15400CBE0D78}">
      <dgm:prSet/>
      <dgm:spPr/>
      <dgm:t>
        <a:bodyPr/>
        <a:lstStyle/>
        <a:p>
          <a:endParaRPr lang="en-GB"/>
        </a:p>
      </dgm:t>
    </dgm:pt>
    <dgm:pt modelId="{C59293C7-D033-40AE-9561-9F34FE447DFB}" type="pres">
      <dgm:prSet presAssocID="{B7F247BE-7839-48FF-8064-75A2C1A0807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BECA4109-E550-44BF-B1DC-4EC3D20BF3F4}" type="pres">
      <dgm:prSet presAssocID="{DF14FC84-03B4-4B81-AFDA-4CC9D25E1279}" presName="hierRoot1" presStyleCnt="0">
        <dgm:presLayoutVars>
          <dgm:hierBranch val="r"/>
        </dgm:presLayoutVars>
      </dgm:prSet>
      <dgm:spPr/>
    </dgm:pt>
    <dgm:pt modelId="{A3753128-40FA-4B20-A190-A6C9043AB799}" type="pres">
      <dgm:prSet presAssocID="{DF14FC84-03B4-4B81-AFDA-4CC9D25E1279}" presName="rootComposite1" presStyleCnt="0"/>
      <dgm:spPr/>
    </dgm:pt>
    <dgm:pt modelId="{76058210-62F9-48A2-BC62-D9D057160AE0}" type="pres">
      <dgm:prSet presAssocID="{DF14FC84-03B4-4B81-AFDA-4CC9D25E1279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2FC70431-E9E0-4F5C-94D8-1D807119BEE0}" type="pres">
      <dgm:prSet presAssocID="{DF14FC84-03B4-4B81-AFDA-4CC9D25E1279}" presName="rootConnector1" presStyleLbl="node1" presStyleIdx="0" presStyleCnt="0"/>
      <dgm:spPr/>
      <dgm:t>
        <a:bodyPr/>
        <a:lstStyle/>
        <a:p>
          <a:endParaRPr lang="en-GB"/>
        </a:p>
      </dgm:t>
    </dgm:pt>
    <dgm:pt modelId="{B2B33B9C-E60B-4A36-A800-14BDF4995544}" type="pres">
      <dgm:prSet presAssocID="{DF14FC84-03B4-4B81-AFDA-4CC9D25E1279}" presName="hierChild2" presStyleCnt="0"/>
      <dgm:spPr/>
    </dgm:pt>
    <dgm:pt modelId="{1251B6B4-B762-4F3F-8875-4EB71C49AD1D}" type="pres">
      <dgm:prSet presAssocID="{6185B01B-BF73-4138-B431-1DE13335E17A}" presName="Name50" presStyleLbl="parChTrans1D2" presStyleIdx="0" presStyleCnt="5"/>
      <dgm:spPr/>
      <dgm:t>
        <a:bodyPr/>
        <a:lstStyle/>
        <a:p>
          <a:endParaRPr lang="en-GB"/>
        </a:p>
      </dgm:t>
    </dgm:pt>
    <dgm:pt modelId="{603F8386-B236-4265-B844-C0280761E4B6}" type="pres">
      <dgm:prSet presAssocID="{87DCB8E9-6540-43C7-9C71-7545A5795EA8}" presName="hierRoot2" presStyleCnt="0">
        <dgm:presLayoutVars>
          <dgm:hierBranch val="init"/>
        </dgm:presLayoutVars>
      </dgm:prSet>
      <dgm:spPr/>
    </dgm:pt>
    <dgm:pt modelId="{53B0B53D-960E-44F6-ABEC-4EF6B71E67D8}" type="pres">
      <dgm:prSet presAssocID="{87DCB8E9-6540-43C7-9C71-7545A5795EA8}" presName="rootComposite" presStyleCnt="0"/>
      <dgm:spPr/>
    </dgm:pt>
    <dgm:pt modelId="{D3566592-D53B-4943-8C3D-B07667EC24AD}" type="pres">
      <dgm:prSet presAssocID="{87DCB8E9-6540-43C7-9C71-7545A5795EA8}" presName="rootText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1A91001-7E56-43DD-B773-73DB1CE45C7B}" type="pres">
      <dgm:prSet presAssocID="{87DCB8E9-6540-43C7-9C71-7545A5795EA8}" presName="rootConnector" presStyleLbl="node2" presStyleIdx="0" presStyleCnt="5"/>
      <dgm:spPr/>
      <dgm:t>
        <a:bodyPr/>
        <a:lstStyle/>
        <a:p>
          <a:endParaRPr lang="en-GB"/>
        </a:p>
      </dgm:t>
    </dgm:pt>
    <dgm:pt modelId="{6E708BC8-9705-4B88-B81C-77B710981556}" type="pres">
      <dgm:prSet presAssocID="{87DCB8E9-6540-43C7-9C71-7545A5795EA8}" presName="hierChild4" presStyleCnt="0"/>
      <dgm:spPr/>
    </dgm:pt>
    <dgm:pt modelId="{BAF9FDEC-24BD-4B1D-8F2B-2823C61BE3CE}" type="pres">
      <dgm:prSet presAssocID="{87DCB8E9-6540-43C7-9C71-7545A5795EA8}" presName="hierChild5" presStyleCnt="0"/>
      <dgm:spPr/>
    </dgm:pt>
    <dgm:pt modelId="{95D06FCA-A92B-4C9D-BD0E-5A1EEAAB2A79}" type="pres">
      <dgm:prSet presAssocID="{7E67FB73-22B2-48AE-89DB-821DAE918A6C}" presName="Name50" presStyleLbl="parChTrans1D2" presStyleIdx="1" presStyleCnt="5"/>
      <dgm:spPr/>
      <dgm:t>
        <a:bodyPr/>
        <a:lstStyle/>
        <a:p>
          <a:endParaRPr lang="en-GB"/>
        </a:p>
      </dgm:t>
    </dgm:pt>
    <dgm:pt modelId="{B24E2934-B495-4DBC-8145-BF9CD542C0EB}" type="pres">
      <dgm:prSet presAssocID="{722CA201-37B1-467D-8070-247A9C09EF29}" presName="hierRoot2" presStyleCnt="0">
        <dgm:presLayoutVars>
          <dgm:hierBranch val="init"/>
        </dgm:presLayoutVars>
      </dgm:prSet>
      <dgm:spPr/>
    </dgm:pt>
    <dgm:pt modelId="{B981E725-B3F9-4128-A85B-2F48AA8D0AB2}" type="pres">
      <dgm:prSet presAssocID="{722CA201-37B1-467D-8070-247A9C09EF29}" presName="rootComposite" presStyleCnt="0"/>
      <dgm:spPr/>
    </dgm:pt>
    <dgm:pt modelId="{65A89826-C00F-4214-9FC8-6EF008E24B96}" type="pres">
      <dgm:prSet presAssocID="{722CA201-37B1-467D-8070-247A9C09EF29}" presName="rootText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7620C79-2FDA-4012-8EEF-A145A88E5A61}" type="pres">
      <dgm:prSet presAssocID="{722CA201-37B1-467D-8070-247A9C09EF29}" presName="rootConnector" presStyleLbl="node2" presStyleIdx="1" presStyleCnt="5"/>
      <dgm:spPr/>
      <dgm:t>
        <a:bodyPr/>
        <a:lstStyle/>
        <a:p>
          <a:endParaRPr lang="en-GB"/>
        </a:p>
      </dgm:t>
    </dgm:pt>
    <dgm:pt modelId="{9901B7A8-36B6-4206-B735-100948ED2B97}" type="pres">
      <dgm:prSet presAssocID="{722CA201-37B1-467D-8070-247A9C09EF29}" presName="hierChild4" presStyleCnt="0"/>
      <dgm:spPr/>
    </dgm:pt>
    <dgm:pt modelId="{B6CF125E-D795-4974-B228-1A93E34484A3}" type="pres">
      <dgm:prSet presAssocID="{722CA201-37B1-467D-8070-247A9C09EF29}" presName="hierChild5" presStyleCnt="0"/>
      <dgm:spPr/>
    </dgm:pt>
    <dgm:pt modelId="{ED7850AA-E82C-4016-B5E2-1F75AFFE3FA7}" type="pres">
      <dgm:prSet presAssocID="{C44A29E3-1910-4425-83FD-E26B23AF42DC}" presName="Name50" presStyleLbl="parChTrans1D2" presStyleIdx="2" presStyleCnt="5"/>
      <dgm:spPr/>
      <dgm:t>
        <a:bodyPr/>
        <a:lstStyle/>
        <a:p>
          <a:endParaRPr lang="en-GB"/>
        </a:p>
      </dgm:t>
    </dgm:pt>
    <dgm:pt modelId="{C31810AD-D016-49DF-A3A4-5EF9305B8736}" type="pres">
      <dgm:prSet presAssocID="{ED75DC08-BDA1-4D67-A58B-73F096F7793F}" presName="hierRoot2" presStyleCnt="0">
        <dgm:presLayoutVars>
          <dgm:hierBranch val="init"/>
        </dgm:presLayoutVars>
      </dgm:prSet>
      <dgm:spPr/>
    </dgm:pt>
    <dgm:pt modelId="{5FBCA801-DC90-44E9-AAFF-FF13888E6C67}" type="pres">
      <dgm:prSet presAssocID="{ED75DC08-BDA1-4D67-A58B-73F096F7793F}" presName="rootComposite" presStyleCnt="0"/>
      <dgm:spPr/>
    </dgm:pt>
    <dgm:pt modelId="{03EAC650-F825-4B91-B188-54526D6050E6}" type="pres">
      <dgm:prSet presAssocID="{ED75DC08-BDA1-4D67-A58B-73F096F7793F}" presName="rootText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C4D464E-021B-4ADA-AF9D-D21CA3999685}" type="pres">
      <dgm:prSet presAssocID="{ED75DC08-BDA1-4D67-A58B-73F096F7793F}" presName="rootConnector" presStyleLbl="node2" presStyleIdx="2" presStyleCnt="5"/>
      <dgm:spPr/>
      <dgm:t>
        <a:bodyPr/>
        <a:lstStyle/>
        <a:p>
          <a:endParaRPr lang="en-GB"/>
        </a:p>
      </dgm:t>
    </dgm:pt>
    <dgm:pt modelId="{413D7E85-7562-4CAE-A0F7-AF30C803F467}" type="pres">
      <dgm:prSet presAssocID="{ED75DC08-BDA1-4D67-A58B-73F096F7793F}" presName="hierChild4" presStyleCnt="0"/>
      <dgm:spPr/>
    </dgm:pt>
    <dgm:pt modelId="{26E9810B-F8E1-4DAD-9B1F-C06485D861CD}" type="pres">
      <dgm:prSet presAssocID="{ED75DC08-BDA1-4D67-A58B-73F096F7793F}" presName="hierChild5" presStyleCnt="0"/>
      <dgm:spPr/>
    </dgm:pt>
    <dgm:pt modelId="{4CA96751-9CE3-41EF-85BB-9033EFEA1B30}" type="pres">
      <dgm:prSet presAssocID="{FF61689F-8EA4-4E07-A40B-18DA2BC814A7}" presName="Name50" presStyleLbl="parChTrans1D2" presStyleIdx="3" presStyleCnt="5"/>
      <dgm:spPr/>
      <dgm:t>
        <a:bodyPr/>
        <a:lstStyle/>
        <a:p>
          <a:endParaRPr lang="en-GB"/>
        </a:p>
      </dgm:t>
    </dgm:pt>
    <dgm:pt modelId="{9FF661F3-CAD4-4C2C-B802-FBBC1AA1A660}" type="pres">
      <dgm:prSet presAssocID="{AE2D4087-1497-43DA-ABF1-22BFF85A200A}" presName="hierRoot2" presStyleCnt="0">
        <dgm:presLayoutVars>
          <dgm:hierBranch val="init"/>
        </dgm:presLayoutVars>
      </dgm:prSet>
      <dgm:spPr/>
    </dgm:pt>
    <dgm:pt modelId="{E29F8A9C-034F-479A-AE42-4797BC04ABB7}" type="pres">
      <dgm:prSet presAssocID="{AE2D4087-1497-43DA-ABF1-22BFF85A200A}" presName="rootComposite" presStyleCnt="0"/>
      <dgm:spPr/>
    </dgm:pt>
    <dgm:pt modelId="{7E8059F3-3FF2-48A6-8CF8-88558406E338}" type="pres">
      <dgm:prSet presAssocID="{AE2D4087-1497-43DA-ABF1-22BFF85A200A}" presName="rootText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A364F4C-3D00-4C29-A1CA-26DEB05B4FC9}" type="pres">
      <dgm:prSet presAssocID="{AE2D4087-1497-43DA-ABF1-22BFF85A200A}" presName="rootConnector" presStyleLbl="node2" presStyleIdx="3" presStyleCnt="5"/>
      <dgm:spPr/>
      <dgm:t>
        <a:bodyPr/>
        <a:lstStyle/>
        <a:p>
          <a:endParaRPr lang="en-GB"/>
        </a:p>
      </dgm:t>
    </dgm:pt>
    <dgm:pt modelId="{26AEF747-5D5D-4F1F-8CA3-300F72CC83B3}" type="pres">
      <dgm:prSet presAssocID="{AE2D4087-1497-43DA-ABF1-22BFF85A200A}" presName="hierChild4" presStyleCnt="0"/>
      <dgm:spPr/>
    </dgm:pt>
    <dgm:pt modelId="{22EF6433-86A8-42E5-AD18-3E6B78A54259}" type="pres">
      <dgm:prSet presAssocID="{AE2D4087-1497-43DA-ABF1-22BFF85A200A}" presName="hierChild5" presStyleCnt="0"/>
      <dgm:spPr/>
    </dgm:pt>
    <dgm:pt modelId="{147D01D0-621B-4B36-AF66-934511A0B3CD}" type="pres">
      <dgm:prSet presAssocID="{21DB28F4-6377-41E1-AE96-AEAECF16649C}" presName="Name50" presStyleLbl="parChTrans1D2" presStyleIdx="4" presStyleCnt="5"/>
      <dgm:spPr/>
      <dgm:t>
        <a:bodyPr/>
        <a:lstStyle/>
        <a:p>
          <a:endParaRPr lang="en-GB"/>
        </a:p>
      </dgm:t>
    </dgm:pt>
    <dgm:pt modelId="{F852E23E-4917-4B94-BCBB-3570828C14CE}" type="pres">
      <dgm:prSet presAssocID="{183F4B67-3002-49B2-99AC-70289FBC5B4E}" presName="hierRoot2" presStyleCnt="0">
        <dgm:presLayoutVars>
          <dgm:hierBranch val="init"/>
        </dgm:presLayoutVars>
      </dgm:prSet>
      <dgm:spPr/>
    </dgm:pt>
    <dgm:pt modelId="{8DFC43DF-A1A2-4A51-999B-4B74AC0FA8BA}" type="pres">
      <dgm:prSet presAssocID="{183F4B67-3002-49B2-99AC-70289FBC5B4E}" presName="rootComposite" presStyleCnt="0"/>
      <dgm:spPr/>
    </dgm:pt>
    <dgm:pt modelId="{193ADE3D-EA13-4250-B297-DF6F6EF6B6A2}" type="pres">
      <dgm:prSet presAssocID="{183F4B67-3002-49B2-99AC-70289FBC5B4E}" presName="rootText" presStyleLbl="node2" presStyleIdx="4" presStyleCnt="5" custLinFactNeighborX="-2945" custLinFactNeighborY="-1687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24A41CC-6CDE-4C22-87B1-5CBC37A37B75}" type="pres">
      <dgm:prSet presAssocID="{183F4B67-3002-49B2-99AC-70289FBC5B4E}" presName="rootConnector" presStyleLbl="node2" presStyleIdx="4" presStyleCnt="5"/>
      <dgm:spPr/>
      <dgm:t>
        <a:bodyPr/>
        <a:lstStyle/>
        <a:p>
          <a:endParaRPr lang="en-GB"/>
        </a:p>
      </dgm:t>
    </dgm:pt>
    <dgm:pt modelId="{F8CB3F04-13A1-4E18-8FD8-922444E15F87}" type="pres">
      <dgm:prSet presAssocID="{183F4B67-3002-49B2-99AC-70289FBC5B4E}" presName="hierChild4" presStyleCnt="0"/>
      <dgm:spPr/>
    </dgm:pt>
    <dgm:pt modelId="{555413E3-F2A5-48A9-878A-1299F2D37288}" type="pres">
      <dgm:prSet presAssocID="{183F4B67-3002-49B2-99AC-70289FBC5B4E}" presName="hierChild5" presStyleCnt="0"/>
      <dgm:spPr/>
    </dgm:pt>
    <dgm:pt modelId="{49C36F78-5CA3-454E-8FD7-F36CDFC71101}" type="pres">
      <dgm:prSet presAssocID="{DF14FC84-03B4-4B81-AFDA-4CC9D25E1279}" presName="hierChild3" presStyleCnt="0"/>
      <dgm:spPr/>
    </dgm:pt>
  </dgm:ptLst>
  <dgm:cxnLst>
    <dgm:cxn modelId="{EE5848A2-AEBC-4291-ABC6-CC9B59C5533D}" type="presOf" srcId="{722CA201-37B1-467D-8070-247A9C09EF29}" destId="{A7620C79-2FDA-4012-8EEF-A145A88E5A61}" srcOrd="1" destOrd="0" presId="urn:microsoft.com/office/officeart/2005/8/layout/orgChart1"/>
    <dgm:cxn modelId="{CC1C29AA-9FDA-4746-99A6-8EAD9D476F3E}" type="presOf" srcId="{183F4B67-3002-49B2-99AC-70289FBC5B4E}" destId="{924A41CC-6CDE-4C22-87B1-5CBC37A37B75}" srcOrd="1" destOrd="0" presId="urn:microsoft.com/office/officeart/2005/8/layout/orgChart1"/>
    <dgm:cxn modelId="{9561E762-2487-4448-9257-804EA91F420D}" type="presOf" srcId="{87DCB8E9-6540-43C7-9C71-7545A5795EA8}" destId="{D3566592-D53B-4943-8C3D-B07667EC24AD}" srcOrd="0" destOrd="0" presId="urn:microsoft.com/office/officeart/2005/8/layout/orgChart1"/>
    <dgm:cxn modelId="{B6D616D9-4873-4255-820C-62A1DE8B7FD0}" type="presOf" srcId="{21DB28F4-6377-41E1-AE96-AEAECF16649C}" destId="{147D01D0-621B-4B36-AF66-934511A0B3CD}" srcOrd="0" destOrd="0" presId="urn:microsoft.com/office/officeart/2005/8/layout/orgChart1"/>
    <dgm:cxn modelId="{49596950-ECA6-4AA6-BDD7-CF77355EBF27}" type="presOf" srcId="{183F4B67-3002-49B2-99AC-70289FBC5B4E}" destId="{193ADE3D-EA13-4250-B297-DF6F6EF6B6A2}" srcOrd="0" destOrd="0" presId="urn:microsoft.com/office/officeart/2005/8/layout/orgChart1"/>
    <dgm:cxn modelId="{B0CA5252-120A-4529-8C54-42DCA481C14F}" type="presOf" srcId="{DF14FC84-03B4-4B81-AFDA-4CC9D25E1279}" destId="{76058210-62F9-48A2-BC62-D9D057160AE0}" srcOrd="0" destOrd="0" presId="urn:microsoft.com/office/officeart/2005/8/layout/orgChart1"/>
    <dgm:cxn modelId="{3453BC14-11F5-4097-BF0D-710C4135AD99}" type="presOf" srcId="{722CA201-37B1-467D-8070-247A9C09EF29}" destId="{65A89826-C00F-4214-9FC8-6EF008E24B96}" srcOrd="0" destOrd="0" presId="urn:microsoft.com/office/officeart/2005/8/layout/orgChart1"/>
    <dgm:cxn modelId="{81B72CAF-16E4-4F9A-8A5F-972BB58ED17B}" type="presOf" srcId="{B7F247BE-7839-48FF-8064-75A2C1A08074}" destId="{C59293C7-D033-40AE-9561-9F34FE447DFB}" srcOrd="0" destOrd="0" presId="urn:microsoft.com/office/officeart/2005/8/layout/orgChart1"/>
    <dgm:cxn modelId="{23590DDB-BF87-4530-BF49-56830307583D}" type="presOf" srcId="{DF14FC84-03B4-4B81-AFDA-4CC9D25E1279}" destId="{2FC70431-E9E0-4F5C-94D8-1D807119BEE0}" srcOrd="1" destOrd="0" presId="urn:microsoft.com/office/officeart/2005/8/layout/orgChart1"/>
    <dgm:cxn modelId="{507A6534-AC4B-4661-A6E1-A26862477451}" type="presOf" srcId="{6185B01B-BF73-4138-B431-1DE13335E17A}" destId="{1251B6B4-B762-4F3F-8875-4EB71C49AD1D}" srcOrd="0" destOrd="0" presId="urn:microsoft.com/office/officeart/2005/8/layout/orgChart1"/>
    <dgm:cxn modelId="{4BD88C58-FCA0-4276-A91F-15400CBE0D78}" srcId="{DF14FC84-03B4-4B81-AFDA-4CC9D25E1279}" destId="{183F4B67-3002-49B2-99AC-70289FBC5B4E}" srcOrd="4" destOrd="0" parTransId="{21DB28F4-6377-41E1-AE96-AEAECF16649C}" sibTransId="{2A8FBEA2-4433-4612-9A94-FF6AD0147BB7}"/>
    <dgm:cxn modelId="{4A6F46D2-FFE6-44FF-8C6D-2B83BDF2A99E}" srcId="{DF14FC84-03B4-4B81-AFDA-4CC9D25E1279}" destId="{AE2D4087-1497-43DA-ABF1-22BFF85A200A}" srcOrd="3" destOrd="0" parTransId="{FF61689F-8EA4-4E07-A40B-18DA2BC814A7}" sibTransId="{A900D5D1-9D67-480A-8730-1A70C5DC441E}"/>
    <dgm:cxn modelId="{B4BA49AD-626A-42AE-83E1-4F9EBE241E5B}" type="presOf" srcId="{AE2D4087-1497-43DA-ABF1-22BFF85A200A}" destId="{7E8059F3-3FF2-48A6-8CF8-88558406E338}" srcOrd="0" destOrd="0" presId="urn:microsoft.com/office/officeart/2005/8/layout/orgChart1"/>
    <dgm:cxn modelId="{B0034468-575F-4AD5-A045-D007B6E82F34}" type="presOf" srcId="{87DCB8E9-6540-43C7-9C71-7545A5795EA8}" destId="{A1A91001-7E56-43DD-B773-73DB1CE45C7B}" srcOrd="1" destOrd="0" presId="urn:microsoft.com/office/officeart/2005/8/layout/orgChart1"/>
    <dgm:cxn modelId="{6C38CD3B-270F-4C65-AE40-9A02041E3F0C}" type="presOf" srcId="{FF61689F-8EA4-4E07-A40B-18DA2BC814A7}" destId="{4CA96751-9CE3-41EF-85BB-9033EFEA1B30}" srcOrd="0" destOrd="0" presId="urn:microsoft.com/office/officeart/2005/8/layout/orgChart1"/>
    <dgm:cxn modelId="{E5C3C4B7-967D-4FA0-9527-4369CCD7B4FA}" srcId="{B7F247BE-7839-48FF-8064-75A2C1A08074}" destId="{DF14FC84-03B4-4B81-AFDA-4CC9D25E1279}" srcOrd="0" destOrd="0" parTransId="{BAAC6DF0-6A2F-4CB6-8C97-4C88A8602C3E}" sibTransId="{B3544E98-68D4-4C1A-82AD-BCC1D99FB92B}"/>
    <dgm:cxn modelId="{4BC36D97-44EE-41DD-B1B4-3B661C7F2DD5}" type="presOf" srcId="{C44A29E3-1910-4425-83FD-E26B23AF42DC}" destId="{ED7850AA-E82C-4016-B5E2-1F75AFFE3FA7}" srcOrd="0" destOrd="0" presId="urn:microsoft.com/office/officeart/2005/8/layout/orgChart1"/>
    <dgm:cxn modelId="{3A810D47-E96F-4CD4-AF69-DD6A66B12C8C}" type="presOf" srcId="{AE2D4087-1497-43DA-ABF1-22BFF85A200A}" destId="{6A364F4C-3D00-4C29-A1CA-26DEB05B4FC9}" srcOrd="1" destOrd="0" presId="urn:microsoft.com/office/officeart/2005/8/layout/orgChart1"/>
    <dgm:cxn modelId="{905F330D-5847-4B60-AC44-B36C1BD736A3}" type="presOf" srcId="{7E67FB73-22B2-48AE-89DB-821DAE918A6C}" destId="{95D06FCA-A92B-4C9D-BD0E-5A1EEAAB2A79}" srcOrd="0" destOrd="0" presId="urn:microsoft.com/office/officeart/2005/8/layout/orgChart1"/>
    <dgm:cxn modelId="{B9916B31-3C02-457B-90C2-2C2A045FE12D}" srcId="{DF14FC84-03B4-4B81-AFDA-4CC9D25E1279}" destId="{722CA201-37B1-467D-8070-247A9C09EF29}" srcOrd="1" destOrd="0" parTransId="{7E67FB73-22B2-48AE-89DB-821DAE918A6C}" sibTransId="{9FFF77D0-C117-4F99-B895-FDF1DC3D7A4D}"/>
    <dgm:cxn modelId="{119258AC-F5C9-4D28-AEB4-E1B600600E7D}" type="presOf" srcId="{ED75DC08-BDA1-4D67-A58B-73F096F7793F}" destId="{CC4D464E-021B-4ADA-AF9D-D21CA3999685}" srcOrd="1" destOrd="0" presId="urn:microsoft.com/office/officeart/2005/8/layout/orgChart1"/>
    <dgm:cxn modelId="{F06E82A9-5516-4691-8225-CF685930820D}" srcId="{DF14FC84-03B4-4B81-AFDA-4CC9D25E1279}" destId="{87DCB8E9-6540-43C7-9C71-7545A5795EA8}" srcOrd="0" destOrd="0" parTransId="{6185B01B-BF73-4138-B431-1DE13335E17A}" sibTransId="{110D9992-50CA-4F39-9855-74ACAB1782C8}"/>
    <dgm:cxn modelId="{D87C69BB-2622-401F-9189-9DB176F2FD57}" srcId="{DF14FC84-03B4-4B81-AFDA-4CC9D25E1279}" destId="{ED75DC08-BDA1-4D67-A58B-73F096F7793F}" srcOrd="2" destOrd="0" parTransId="{C44A29E3-1910-4425-83FD-E26B23AF42DC}" sibTransId="{39E0490E-CAFC-4B50-9064-1225AAE5FEF9}"/>
    <dgm:cxn modelId="{876F688E-5FC0-4F66-9969-1A232797CF96}" type="presOf" srcId="{ED75DC08-BDA1-4D67-A58B-73F096F7793F}" destId="{03EAC650-F825-4B91-B188-54526D6050E6}" srcOrd="0" destOrd="0" presId="urn:microsoft.com/office/officeart/2005/8/layout/orgChart1"/>
    <dgm:cxn modelId="{283E65EA-3FAF-4306-BA77-9D1A29A715EE}" type="presParOf" srcId="{C59293C7-D033-40AE-9561-9F34FE447DFB}" destId="{BECA4109-E550-44BF-B1DC-4EC3D20BF3F4}" srcOrd="0" destOrd="0" presId="urn:microsoft.com/office/officeart/2005/8/layout/orgChart1"/>
    <dgm:cxn modelId="{B959A1E6-4B39-4417-9D0B-7EC93E96CEEC}" type="presParOf" srcId="{BECA4109-E550-44BF-B1DC-4EC3D20BF3F4}" destId="{A3753128-40FA-4B20-A190-A6C9043AB799}" srcOrd="0" destOrd="0" presId="urn:microsoft.com/office/officeart/2005/8/layout/orgChart1"/>
    <dgm:cxn modelId="{E1F0B22A-8CD4-4804-8A98-248B8357C3F5}" type="presParOf" srcId="{A3753128-40FA-4B20-A190-A6C9043AB799}" destId="{76058210-62F9-48A2-BC62-D9D057160AE0}" srcOrd="0" destOrd="0" presId="urn:microsoft.com/office/officeart/2005/8/layout/orgChart1"/>
    <dgm:cxn modelId="{32A6868C-4C39-443E-A4E7-67FBBB8B43D6}" type="presParOf" srcId="{A3753128-40FA-4B20-A190-A6C9043AB799}" destId="{2FC70431-E9E0-4F5C-94D8-1D807119BEE0}" srcOrd="1" destOrd="0" presId="urn:microsoft.com/office/officeart/2005/8/layout/orgChart1"/>
    <dgm:cxn modelId="{5919D3FA-A0E4-4B1C-B534-4017192A0AF0}" type="presParOf" srcId="{BECA4109-E550-44BF-B1DC-4EC3D20BF3F4}" destId="{B2B33B9C-E60B-4A36-A800-14BDF4995544}" srcOrd="1" destOrd="0" presId="urn:microsoft.com/office/officeart/2005/8/layout/orgChart1"/>
    <dgm:cxn modelId="{969CCBE1-0ADC-45E2-8061-0F61420D0136}" type="presParOf" srcId="{B2B33B9C-E60B-4A36-A800-14BDF4995544}" destId="{1251B6B4-B762-4F3F-8875-4EB71C49AD1D}" srcOrd="0" destOrd="0" presId="urn:microsoft.com/office/officeart/2005/8/layout/orgChart1"/>
    <dgm:cxn modelId="{C9B35890-F4C2-4E03-97BD-8938FE0D27E9}" type="presParOf" srcId="{B2B33B9C-E60B-4A36-A800-14BDF4995544}" destId="{603F8386-B236-4265-B844-C0280761E4B6}" srcOrd="1" destOrd="0" presId="urn:microsoft.com/office/officeart/2005/8/layout/orgChart1"/>
    <dgm:cxn modelId="{BDBF22FB-24D2-4E03-93D3-88C080D6FF0D}" type="presParOf" srcId="{603F8386-B236-4265-B844-C0280761E4B6}" destId="{53B0B53D-960E-44F6-ABEC-4EF6B71E67D8}" srcOrd="0" destOrd="0" presId="urn:microsoft.com/office/officeart/2005/8/layout/orgChart1"/>
    <dgm:cxn modelId="{25577C6C-48BC-4730-B152-5130FFA09302}" type="presParOf" srcId="{53B0B53D-960E-44F6-ABEC-4EF6B71E67D8}" destId="{D3566592-D53B-4943-8C3D-B07667EC24AD}" srcOrd="0" destOrd="0" presId="urn:microsoft.com/office/officeart/2005/8/layout/orgChart1"/>
    <dgm:cxn modelId="{B8ACE61A-71A8-4536-82AA-265975C3E1B6}" type="presParOf" srcId="{53B0B53D-960E-44F6-ABEC-4EF6B71E67D8}" destId="{A1A91001-7E56-43DD-B773-73DB1CE45C7B}" srcOrd="1" destOrd="0" presId="urn:microsoft.com/office/officeart/2005/8/layout/orgChart1"/>
    <dgm:cxn modelId="{A8AE99FC-4676-47AD-ACFB-08F39ECF100F}" type="presParOf" srcId="{603F8386-B236-4265-B844-C0280761E4B6}" destId="{6E708BC8-9705-4B88-B81C-77B710981556}" srcOrd="1" destOrd="0" presId="urn:microsoft.com/office/officeart/2005/8/layout/orgChart1"/>
    <dgm:cxn modelId="{4160AD48-712E-4337-9629-A6A09F5C3B0B}" type="presParOf" srcId="{603F8386-B236-4265-B844-C0280761E4B6}" destId="{BAF9FDEC-24BD-4B1D-8F2B-2823C61BE3CE}" srcOrd="2" destOrd="0" presId="urn:microsoft.com/office/officeart/2005/8/layout/orgChart1"/>
    <dgm:cxn modelId="{E9E812E7-9DBA-4D4E-9B74-5436E7BDB399}" type="presParOf" srcId="{B2B33B9C-E60B-4A36-A800-14BDF4995544}" destId="{95D06FCA-A92B-4C9D-BD0E-5A1EEAAB2A79}" srcOrd="2" destOrd="0" presId="urn:microsoft.com/office/officeart/2005/8/layout/orgChart1"/>
    <dgm:cxn modelId="{299BEB5F-44B6-4C9E-9A96-0E1446AFA7F1}" type="presParOf" srcId="{B2B33B9C-E60B-4A36-A800-14BDF4995544}" destId="{B24E2934-B495-4DBC-8145-BF9CD542C0EB}" srcOrd="3" destOrd="0" presId="urn:microsoft.com/office/officeart/2005/8/layout/orgChart1"/>
    <dgm:cxn modelId="{39A53574-84D1-4A3E-B5BE-263F7A7A64C9}" type="presParOf" srcId="{B24E2934-B495-4DBC-8145-BF9CD542C0EB}" destId="{B981E725-B3F9-4128-A85B-2F48AA8D0AB2}" srcOrd="0" destOrd="0" presId="urn:microsoft.com/office/officeart/2005/8/layout/orgChart1"/>
    <dgm:cxn modelId="{4D1F3D01-7C23-4A18-B2E6-5E46A64B998C}" type="presParOf" srcId="{B981E725-B3F9-4128-A85B-2F48AA8D0AB2}" destId="{65A89826-C00F-4214-9FC8-6EF008E24B96}" srcOrd="0" destOrd="0" presId="urn:microsoft.com/office/officeart/2005/8/layout/orgChart1"/>
    <dgm:cxn modelId="{EC7EF103-E937-4C53-B9B5-8E87B9962C4E}" type="presParOf" srcId="{B981E725-B3F9-4128-A85B-2F48AA8D0AB2}" destId="{A7620C79-2FDA-4012-8EEF-A145A88E5A61}" srcOrd="1" destOrd="0" presId="urn:microsoft.com/office/officeart/2005/8/layout/orgChart1"/>
    <dgm:cxn modelId="{50E00B7B-E13E-49B8-BED1-0E8395B2A944}" type="presParOf" srcId="{B24E2934-B495-4DBC-8145-BF9CD542C0EB}" destId="{9901B7A8-36B6-4206-B735-100948ED2B97}" srcOrd="1" destOrd="0" presId="urn:microsoft.com/office/officeart/2005/8/layout/orgChart1"/>
    <dgm:cxn modelId="{AD78DE17-9D88-41F5-A9AB-03E7F584B7FC}" type="presParOf" srcId="{B24E2934-B495-4DBC-8145-BF9CD542C0EB}" destId="{B6CF125E-D795-4974-B228-1A93E34484A3}" srcOrd="2" destOrd="0" presId="urn:microsoft.com/office/officeart/2005/8/layout/orgChart1"/>
    <dgm:cxn modelId="{A782988F-414F-4288-BBD9-CEC732C8E5FF}" type="presParOf" srcId="{B2B33B9C-E60B-4A36-A800-14BDF4995544}" destId="{ED7850AA-E82C-4016-B5E2-1F75AFFE3FA7}" srcOrd="4" destOrd="0" presId="urn:microsoft.com/office/officeart/2005/8/layout/orgChart1"/>
    <dgm:cxn modelId="{97C0AD98-1230-42EF-8C5D-587F909CBB9B}" type="presParOf" srcId="{B2B33B9C-E60B-4A36-A800-14BDF4995544}" destId="{C31810AD-D016-49DF-A3A4-5EF9305B8736}" srcOrd="5" destOrd="0" presId="urn:microsoft.com/office/officeart/2005/8/layout/orgChart1"/>
    <dgm:cxn modelId="{671E5056-0F46-42EA-90FB-2EFCB72F328B}" type="presParOf" srcId="{C31810AD-D016-49DF-A3A4-5EF9305B8736}" destId="{5FBCA801-DC90-44E9-AAFF-FF13888E6C67}" srcOrd="0" destOrd="0" presId="urn:microsoft.com/office/officeart/2005/8/layout/orgChart1"/>
    <dgm:cxn modelId="{C907E491-CCB4-4778-811A-835B40E058D4}" type="presParOf" srcId="{5FBCA801-DC90-44E9-AAFF-FF13888E6C67}" destId="{03EAC650-F825-4B91-B188-54526D6050E6}" srcOrd="0" destOrd="0" presId="urn:microsoft.com/office/officeart/2005/8/layout/orgChart1"/>
    <dgm:cxn modelId="{5E22CADD-2856-4976-B005-831E27496D22}" type="presParOf" srcId="{5FBCA801-DC90-44E9-AAFF-FF13888E6C67}" destId="{CC4D464E-021B-4ADA-AF9D-D21CA3999685}" srcOrd="1" destOrd="0" presId="urn:microsoft.com/office/officeart/2005/8/layout/orgChart1"/>
    <dgm:cxn modelId="{355F2835-49E5-49E4-9104-BE6FC68658CB}" type="presParOf" srcId="{C31810AD-D016-49DF-A3A4-5EF9305B8736}" destId="{413D7E85-7562-4CAE-A0F7-AF30C803F467}" srcOrd="1" destOrd="0" presId="urn:microsoft.com/office/officeart/2005/8/layout/orgChart1"/>
    <dgm:cxn modelId="{573F6755-CECB-4210-B79E-9E9C2875D5F4}" type="presParOf" srcId="{C31810AD-D016-49DF-A3A4-5EF9305B8736}" destId="{26E9810B-F8E1-4DAD-9B1F-C06485D861CD}" srcOrd="2" destOrd="0" presId="urn:microsoft.com/office/officeart/2005/8/layout/orgChart1"/>
    <dgm:cxn modelId="{3A4728A5-60C1-429A-91B0-5F6C664BE9AB}" type="presParOf" srcId="{B2B33B9C-E60B-4A36-A800-14BDF4995544}" destId="{4CA96751-9CE3-41EF-85BB-9033EFEA1B30}" srcOrd="6" destOrd="0" presId="urn:microsoft.com/office/officeart/2005/8/layout/orgChart1"/>
    <dgm:cxn modelId="{D374452C-80BD-4BCB-9399-5DD87B40AB3B}" type="presParOf" srcId="{B2B33B9C-E60B-4A36-A800-14BDF4995544}" destId="{9FF661F3-CAD4-4C2C-B802-FBBC1AA1A660}" srcOrd="7" destOrd="0" presId="urn:microsoft.com/office/officeart/2005/8/layout/orgChart1"/>
    <dgm:cxn modelId="{9F8D8BF7-5D11-4CDD-A12B-89B2D43FA2F7}" type="presParOf" srcId="{9FF661F3-CAD4-4C2C-B802-FBBC1AA1A660}" destId="{E29F8A9C-034F-479A-AE42-4797BC04ABB7}" srcOrd="0" destOrd="0" presId="urn:microsoft.com/office/officeart/2005/8/layout/orgChart1"/>
    <dgm:cxn modelId="{67F8AD66-63A3-4481-B459-8475E692A32D}" type="presParOf" srcId="{E29F8A9C-034F-479A-AE42-4797BC04ABB7}" destId="{7E8059F3-3FF2-48A6-8CF8-88558406E338}" srcOrd="0" destOrd="0" presId="urn:microsoft.com/office/officeart/2005/8/layout/orgChart1"/>
    <dgm:cxn modelId="{1C00827A-1B0C-4BA9-A2A9-81F5189F2B1D}" type="presParOf" srcId="{E29F8A9C-034F-479A-AE42-4797BC04ABB7}" destId="{6A364F4C-3D00-4C29-A1CA-26DEB05B4FC9}" srcOrd="1" destOrd="0" presId="urn:microsoft.com/office/officeart/2005/8/layout/orgChart1"/>
    <dgm:cxn modelId="{0DD27925-4697-4B20-8E26-0E6AA6C8498F}" type="presParOf" srcId="{9FF661F3-CAD4-4C2C-B802-FBBC1AA1A660}" destId="{26AEF747-5D5D-4F1F-8CA3-300F72CC83B3}" srcOrd="1" destOrd="0" presId="urn:microsoft.com/office/officeart/2005/8/layout/orgChart1"/>
    <dgm:cxn modelId="{D1999BA3-178B-4DCA-8207-F98DF697A7C0}" type="presParOf" srcId="{9FF661F3-CAD4-4C2C-B802-FBBC1AA1A660}" destId="{22EF6433-86A8-42E5-AD18-3E6B78A54259}" srcOrd="2" destOrd="0" presId="urn:microsoft.com/office/officeart/2005/8/layout/orgChart1"/>
    <dgm:cxn modelId="{B46C31B0-D758-4A7A-9128-0BCAD337CD65}" type="presParOf" srcId="{B2B33B9C-E60B-4A36-A800-14BDF4995544}" destId="{147D01D0-621B-4B36-AF66-934511A0B3CD}" srcOrd="8" destOrd="0" presId="urn:microsoft.com/office/officeart/2005/8/layout/orgChart1"/>
    <dgm:cxn modelId="{EF753D76-C7C1-46F4-85BF-790DB30E2F82}" type="presParOf" srcId="{B2B33B9C-E60B-4A36-A800-14BDF4995544}" destId="{F852E23E-4917-4B94-BCBB-3570828C14CE}" srcOrd="9" destOrd="0" presId="urn:microsoft.com/office/officeart/2005/8/layout/orgChart1"/>
    <dgm:cxn modelId="{571F0DEE-C61A-4441-B0A9-B51769004E75}" type="presParOf" srcId="{F852E23E-4917-4B94-BCBB-3570828C14CE}" destId="{8DFC43DF-A1A2-4A51-999B-4B74AC0FA8BA}" srcOrd="0" destOrd="0" presId="urn:microsoft.com/office/officeart/2005/8/layout/orgChart1"/>
    <dgm:cxn modelId="{79F5134B-1274-40AA-986F-ED9246478FFD}" type="presParOf" srcId="{8DFC43DF-A1A2-4A51-999B-4B74AC0FA8BA}" destId="{193ADE3D-EA13-4250-B297-DF6F6EF6B6A2}" srcOrd="0" destOrd="0" presId="urn:microsoft.com/office/officeart/2005/8/layout/orgChart1"/>
    <dgm:cxn modelId="{D526DBAD-B5E6-4888-98E1-A7DE7446A8C6}" type="presParOf" srcId="{8DFC43DF-A1A2-4A51-999B-4B74AC0FA8BA}" destId="{924A41CC-6CDE-4C22-87B1-5CBC37A37B75}" srcOrd="1" destOrd="0" presId="urn:microsoft.com/office/officeart/2005/8/layout/orgChart1"/>
    <dgm:cxn modelId="{39A432C5-9159-442E-AA67-01D3BD0E5C26}" type="presParOf" srcId="{F852E23E-4917-4B94-BCBB-3570828C14CE}" destId="{F8CB3F04-13A1-4E18-8FD8-922444E15F87}" srcOrd="1" destOrd="0" presId="urn:microsoft.com/office/officeart/2005/8/layout/orgChart1"/>
    <dgm:cxn modelId="{AE24FE60-70A7-457F-BEF9-0CCFD65D54B2}" type="presParOf" srcId="{F852E23E-4917-4B94-BCBB-3570828C14CE}" destId="{555413E3-F2A5-48A9-878A-1299F2D37288}" srcOrd="2" destOrd="0" presId="urn:microsoft.com/office/officeart/2005/8/layout/orgChart1"/>
    <dgm:cxn modelId="{3D154E2C-5549-41E4-932E-AA3CEFFABDD9}" type="presParOf" srcId="{BECA4109-E550-44BF-B1DC-4EC3D20BF3F4}" destId="{49C36F78-5CA3-454E-8FD7-F36CDFC7110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4382AB-F392-284A-991F-8E16EDA05FF8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CF4CBF0-8078-9247-96E3-206D6703E4C1}">
      <dgm:prSet phldrT="[Texte]"/>
      <dgm:spPr/>
      <dgm:t>
        <a:bodyPr/>
        <a:lstStyle/>
        <a:p>
          <a:r>
            <a:rPr lang="en-GB" noProof="0" dirty="0">
              <a:solidFill>
                <a:schemeClr val="tx1"/>
              </a:solidFill>
            </a:rPr>
            <a:t>Finances</a:t>
          </a:r>
        </a:p>
      </dgm:t>
    </dgm:pt>
    <dgm:pt modelId="{48564FB8-3DEE-B249-9768-55586B01CEF9}" type="parTrans" cxnId="{E073FA54-DFB2-4745-ABFD-D273862F795E}">
      <dgm:prSet/>
      <dgm:spPr/>
      <dgm:t>
        <a:bodyPr/>
        <a:lstStyle/>
        <a:p>
          <a:endParaRPr lang="fr-FR"/>
        </a:p>
      </dgm:t>
    </dgm:pt>
    <dgm:pt modelId="{22D6A68E-CAD0-DE4B-92DB-EA58C7AD15C7}" type="sibTrans" cxnId="{E073FA54-DFB2-4745-ABFD-D273862F795E}">
      <dgm:prSet/>
      <dgm:spPr/>
      <dgm:t>
        <a:bodyPr/>
        <a:lstStyle/>
        <a:p>
          <a:endParaRPr lang="fr-FR"/>
        </a:p>
      </dgm:t>
    </dgm:pt>
    <dgm:pt modelId="{54663D35-7EE7-D641-A6BD-B3AD71415180}">
      <dgm:prSet phldrT="[Texte]"/>
      <dgm:spPr/>
      <dgm:t>
        <a:bodyPr/>
        <a:lstStyle/>
        <a:p>
          <a:r>
            <a:rPr lang="en-GB" noProof="0" dirty="0">
              <a:solidFill>
                <a:schemeClr val="tx1"/>
              </a:solidFill>
            </a:rPr>
            <a:t>Accounts</a:t>
          </a:r>
        </a:p>
      </dgm:t>
    </dgm:pt>
    <dgm:pt modelId="{7876B74B-46A9-FD4E-B044-90EE1FC0A481}" type="parTrans" cxnId="{4F1425A7-CCE1-6842-B453-5B47FE6CDDF1}">
      <dgm:prSet/>
      <dgm:spPr/>
      <dgm:t>
        <a:bodyPr/>
        <a:lstStyle/>
        <a:p>
          <a:endParaRPr lang="fr-FR"/>
        </a:p>
      </dgm:t>
    </dgm:pt>
    <dgm:pt modelId="{46C2315C-2A20-8340-9B91-707FF147E686}" type="sibTrans" cxnId="{4F1425A7-CCE1-6842-B453-5B47FE6CDDF1}">
      <dgm:prSet/>
      <dgm:spPr/>
      <dgm:t>
        <a:bodyPr/>
        <a:lstStyle/>
        <a:p>
          <a:endParaRPr lang="fr-FR"/>
        </a:p>
      </dgm:t>
    </dgm:pt>
    <dgm:pt modelId="{7BB17A23-11DD-414C-AC76-8C2C37DB7841}">
      <dgm:prSet phldrT="[Texte]"/>
      <dgm:spPr/>
      <dgm:t>
        <a:bodyPr/>
        <a:lstStyle/>
        <a:p>
          <a:r>
            <a:rPr lang="en-GB" noProof="0" dirty="0">
              <a:solidFill>
                <a:schemeClr val="tx1"/>
              </a:solidFill>
            </a:rPr>
            <a:t>Insurance/Compensation</a:t>
          </a:r>
        </a:p>
      </dgm:t>
    </dgm:pt>
    <dgm:pt modelId="{D1B44294-A087-7D45-AFBC-CACE000DBAF4}" type="parTrans" cxnId="{AB5EB936-14F5-E043-8BF1-AF131B40CB4D}">
      <dgm:prSet/>
      <dgm:spPr/>
      <dgm:t>
        <a:bodyPr/>
        <a:lstStyle/>
        <a:p>
          <a:endParaRPr lang="fr-FR"/>
        </a:p>
      </dgm:t>
    </dgm:pt>
    <dgm:pt modelId="{64DE297A-18EC-A44E-8E8E-8C1912D293F4}" type="sibTrans" cxnId="{AB5EB936-14F5-E043-8BF1-AF131B40CB4D}">
      <dgm:prSet/>
      <dgm:spPr/>
      <dgm:t>
        <a:bodyPr/>
        <a:lstStyle/>
        <a:p>
          <a:endParaRPr lang="fr-FR"/>
        </a:p>
      </dgm:t>
    </dgm:pt>
    <dgm:pt modelId="{51CB6A86-0A0E-F44E-9827-31849F377BF1}">
      <dgm:prSet phldrT="[Texte]"/>
      <dgm:spPr/>
      <dgm:t>
        <a:bodyPr/>
        <a:lstStyle/>
        <a:p>
          <a:r>
            <a:rPr lang="en-GB" noProof="0" dirty="0">
              <a:solidFill>
                <a:schemeClr val="tx1"/>
              </a:solidFill>
            </a:rPr>
            <a:t>Cost </a:t>
          </a:r>
          <a:r>
            <a:rPr lang="en-GB" noProof="0" dirty="0" smtClean="0">
              <a:solidFill>
                <a:schemeClr val="tx1"/>
              </a:solidFill>
            </a:rPr>
            <a:t>recovery</a:t>
          </a:r>
          <a:endParaRPr lang="en-GB" noProof="0" dirty="0">
            <a:solidFill>
              <a:schemeClr val="tx1"/>
            </a:solidFill>
          </a:endParaRPr>
        </a:p>
      </dgm:t>
    </dgm:pt>
    <dgm:pt modelId="{B3D065B1-86CA-4C46-89E9-FFCB24485A54}" type="parTrans" cxnId="{873FA59C-DCE4-3F4B-BD5C-DFC5FDFF1500}">
      <dgm:prSet/>
      <dgm:spPr/>
      <dgm:t>
        <a:bodyPr/>
        <a:lstStyle/>
        <a:p>
          <a:endParaRPr lang="fr-FR"/>
        </a:p>
      </dgm:t>
    </dgm:pt>
    <dgm:pt modelId="{DE7E7CCF-0F9E-644B-945E-328FFF84A593}" type="sibTrans" cxnId="{873FA59C-DCE4-3F4B-BD5C-DFC5FDFF1500}">
      <dgm:prSet/>
      <dgm:spPr/>
      <dgm:t>
        <a:bodyPr/>
        <a:lstStyle/>
        <a:p>
          <a:endParaRPr lang="fr-FR"/>
        </a:p>
      </dgm:t>
    </dgm:pt>
    <dgm:pt modelId="{B632724A-4E74-624D-833B-8B3C4181465C}" type="pres">
      <dgm:prSet presAssocID="{7B4382AB-F392-284A-991F-8E16EDA05F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F899E57D-69F5-3743-9B2A-504F07B545BE}" type="pres">
      <dgm:prSet presAssocID="{CCF4CBF0-8078-9247-96E3-206D6703E4C1}" presName="hierRoot1" presStyleCnt="0">
        <dgm:presLayoutVars>
          <dgm:hierBranch val="init"/>
        </dgm:presLayoutVars>
      </dgm:prSet>
      <dgm:spPr/>
    </dgm:pt>
    <dgm:pt modelId="{7D7308B3-C87C-0442-8090-14539518CE93}" type="pres">
      <dgm:prSet presAssocID="{CCF4CBF0-8078-9247-96E3-206D6703E4C1}" presName="rootComposite1" presStyleCnt="0"/>
      <dgm:spPr/>
    </dgm:pt>
    <dgm:pt modelId="{8E2D68F6-7872-FB4A-9CFE-0A8A6D09F884}" type="pres">
      <dgm:prSet presAssocID="{CCF4CBF0-8078-9247-96E3-206D6703E4C1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7D811B1-DE9B-5B4B-9D37-29FF4C5ABD41}" type="pres">
      <dgm:prSet presAssocID="{CCF4CBF0-8078-9247-96E3-206D6703E4C1}" presName="rootConnector1" presStyleLbl="node1" presStyleIdx="0" presStyleCnt="0"/>
      <dgm:spPr/>
      <dgm:t>
        <a:bodyPr/>
        <a:lstStyle/>
        <a:p>
          <a:endParaRPr lang="en-GB"/>
        </a:p>
      </dgm:t>
    </dgm:pt>
    <dgm:pt modelId="{E7CB925D-7139-DD40-89EC-7DC59AFFF579}" type="pres">
      <dgm:prSet presAssocID="{CCF4CBF0-8078-9247-96E3-206D6703E4C1}" presName="hierChild2" presStyleCnt="0"/>
      <dgm:spPr/>
    </dgm:pt>
    <dgm:pt modelId="{58FF5DC8-EE97-1345-95CA-2FCBCD072D5F}" type="pres">
      <dgm:prSet presAssocID="{7876B74B-46A9-FD4E-B044-90EE1FC0A481}" presName="Name37" presStyleLbl="parChTrans1D2" presStyleIdx="0" presStyleCnt="3"/>
      <dgm:spPr/>
      <dgm:t>
        <a:bodyPr/>
        <a:lstStyle/>
        <a:p>
          <a:endParaRPr lang="en-GB"/>
        </a:p>
      </dgm:t>
    </dgm:pt>
    <dgm:pt modelId="{15F10B36-EE33-5F41-B64A-125DA9985B91}" type="pres">
      <dgm:prSet presAssocID="{54663D35-7EE7-D641-A6BD-B3AD71415180}" presName="hierRoot2" presStyleCnt="0">
        <dgm:presLayoutVars>
          <dgm:hierBranch val="init"/>
        </dgm:presLayoutVars>
      </dgm:prSet>
      <dgm:spPr/>
    </dgm:pt>
    <dgm:pt modelId="{E265CE33-7AFB-7944-8ABE-4A12CAC1F187}" type="pres">
      <dgm:prSet presAssocID="{54663D35-7EE7-D641-A6BD-B3AD71415180}" presName="rootComposite" presStyleCnt="0"/>
      <dgm:spPr/>
    </dgm:pt>
    <dgm:pt modelId="{13BF0048-A743-D44C-8FFD-9C162B2F7B7C}" type="pres">
      <dgm:prSet presAssocID="{54663D35-7EE7-D641-A6BD-B3AD71415180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228D3CDE-C2E3-3545-ABF1-423202072A0C}" type="pres">
      <dgm:prSet presAssocID="{54663D35-7EE7-D641-A6BD-B3AD71415180}" presName="rootConnector" presStyleLbl="node2" presStyleIdx="0" presStyleCnt="3"/>
      <dgm:spPr/>
      <dgm:t>
        <a:bodyPr/>
        <a:lstStyle/>
        <a:p>
          <a:endParaRPr lang="en-GB"/>
        </a:p>
      </dgm:t>
    </dgm:pt>
    <dgm:pt modelId="{39B0AE54-910B-804E-81C4-1D92885C9197}" type="pres">
      <dgm:prSet presAssocID="{54663D35-7EE7-D641-A6BD-B3AD71415180}" presName="hierChild4" presStyleCnt="0"/>
      <dgm:spPr/>
    </dgm:pt>
    <dgm:pt modelId="{66F75B34-3466-2E4F-A556-4ECFE0B6612F}" type="pres">
      <dgm:prSet presAssocID="{54663D35-7EE7-D641-A6BD-B3AD71415180}" presName="hierChild5" presStyleCnt="0"/>
      <dgm:spPr/>
    </dgm:pt>
    <dgm:pt modelId="{9286EF54-BBE5-6148-8FB3-EF9D47CD51BE}" type="pres">
      <dgm:prSet presAssocID="{D1B44294-A087-7D45-AFBC-CACE000DBAF4}" presName="Name37" presStyleLbl="parChTrans1D2" presStyleIdx="1" presStyleCnt="3"/>
      <dgm:spPr/>
      <dgm:t>
        <a:bodyPr/>
        <a:lstStyle/>
        <a:p>
          <a:endParaRPr lang="en-GB"/>
        </a:p>
      </dgm:t>
    </dgm:pt>
    <dgm:pt modelId="{FFA6B269-AF18-5C4B-B318-4D70AF872F5E}" type="pres">
      <dgm:prSet presAssocID="{7BB17A23-11DD-414C-AC76-8C2C37DB7841}" presName="hierRoot2" presStyleCnt="0">
        <dgm:presLayoutVars>
          <dgm:hierBranch val="init"/>
        </dgm:presLayoutVars>
      </dgm:prSet>
      <dgm:spPr/>
    </dgm:pt>
    <dgm:pt modelId="{40C04DC3-74FA-DA46-9DA3-990EDC563051}" type="pres">
      <dgm:prSet presAssocID="{7BB17A23-11DD-414C-AC76-8C2C37DB7841}" presName="rootComposite" presStyleCnt="0"/>
      <dgm:spPr/>
    </dgm:pt>
    <dgm:pt modelId="{4CE826A1-210F-E24A-9B53-48F950F441DC}" type="pres">
      <dgm:prSet presAssocID="{7BB17A23-11DD-414C-AC76-8C2C37DB7841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7BB775F7-11C4-1444-AC9D-3A6118C85471}" type="pres">
      <dgm:prSet presAssocID="{7BB17A23-11DD-414C-AC76-8C2C37DB7841}" presName="rootConnector" presStyleLbl="node2" presStyleIdx="1" presStyleCnt="3"/>
      <dgm:spPr/>
      <dgm:t>
        <a:bodyPr/>
        <a:lstStyle/>
        <a:p>
          <a:endParaRPr lang="en-GB"/>
        </a:p>
      </dgm:t>
    </dgm:pt>
    <dgm:pt modelId="{A91743DA-3EAF-4C45-ADEA-C4E41090CA4D}" type="pres">
      <dgm:prSet presAssocID="{7BB17A23-11DD-414C-AC76-8C2C37DB7841}" presName="hierChild4" presStyleCnt="0"/>
      <dgm:spPr/>
    </dgm:pt>
    <dgm:pt modelId="{AEEC6BB7-6186-CC48-A1D6-F374C42BEB95}" type="pres">
      <dgm:prSet presAssocID="{7BB17A23-11DD-414C-AC76-8C2C37DB7841}" presName="hierChild5" presStyleCnt="0"/>
      <dgm:spPr/>
    </dgm:pt>
    <dgm:pt modelId="{D81C5D05-BE05-8040-B947-31180FCBD119}" type="pres">
      <dgm:prSet presAssocID="{B3D065B1-86CA-4C46-89E9-FFCB24485A54}" presName="Name37" presStyleLbl="parChTrans1D2" presStyleIdx="2" presStyleCnt="3"/>
      <dgm:spPr/>
      <dgm:t>
        <a:bodyPr/>
        <a:lstStyle/>
        <a:p>
          <a:endParaRPr lang="en-GB"/>
        </a:p>
      </dgm:t>
    </dgm:pt>
    <dgm:pt modelId="{F21BB627-A078-C340-8346-10C532E3018E}" type="pres">
      <dgm:prSet presAssocID="{51CB6A86-0A0E-F44E-9827-31849F377BF1}" presName="hierRoot2" presStyleCnt="0">
        <dgm:presLayoutVars>
          <dgm:hierBranch val="init"/>
        </dgm:presLayoutVars>
      </dgm:prSet>
      <dgm:spPr/>
    </dgm:pt>
    <dgm:pt modelId="{5F96F5FC-5401-0A4B-AB22-104D43331F8E}" type="pres">
      <dgm:prSet presAssocID="{51CB6A86-0A0E-F44E-9827-31849F377BF1}" presName="rootComposite" presStyleCnt="0"/>
      <dgm:spPr/>
    </dgm:pt>
    <dgm:pt modelId="{90DF9068-402E-A24B-B434-B93FB01277CC}" type="pres">
      <dgm:prSet presAssocID="{51CB6A86-0A0E-F44E-9827-31849F377BF1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28B74FDF-7C5C-994F-9D0C-53BC77458E5D}" type="pres">
      <dgm:prSet presAssocID="{51CB6A86-0A0E-F44E-9827-31849F377BF1}" presName="rootConnector" presStyleLbl="node2" presStyleIdx="2" presStyleCnt="3"/>
      <dgm:spPr/>
      <dgm:t>
        <a:bodyPr/>
        <a:lstStyle/>
        <a:p>
          <a:endParaRPr lang="en-GB"/>
        </a:p>
      </dgm:t>
    </dgm:pt>
    <dgm:pt modelId="{143FF04A-108B-454C-BC49-7CCACA06980F}" type="pres">
      <dgm:prSet presAssocID="{51CB6A86-0A0E-F44E-9827-31849F377BF1}" presName="hierChild4" presStyleCnt="0"/>
      <dgm:spPr/>
    </dgm:pt>
    <dgm:pt modelId="{9F454E1D-88A8-CF4C-B836-D08C37CE4D92}" type="pres">
      <dgm:prSet presAssocID="{51CB6A86-0A0E-F44E-9827-31849F377BF1}" presName="hierChild5" presStyleCnt="0"/>
      <dgm:spPr/>
    </dgm:pt>
    <dgm:pt modelId="{4F616F36-D78E-284C-81D2-67C70C885203}" type="pres">
      <dgm:prSet presAssocID="{CCF4CBF0-8078-9247-96E3-206D6703E4C1}" presName="hierChild3" presStyleCnt="0"/>
      <dgm:spPr/>
    </dgm:pt>
  </dgm:ptLst>
  <dgm:cxnLst>
    <dgm:cxn modelId="{873FA59C-DCE4-3F4B-BD5C-DFC5FDFF1500}" srcId="{CCF4CBF0-8078-9247-96E3-206D6703E4C1}" destId="{51CB6A86-0A0E-F44E-9827-31849F377BF1}" srcOrd="2" destOrd="0" parTransId="{B3D065B1-86CA-4C46-89E9-FFCB24485A54}" sibTransId="{DE7E7CCF-0F9E-644B-945E-328FFF84A593}"/>
    <dgm:cxn modelId="{752E4DD3-0263-4184-8C6D-714442B63578}" type="presOf" srcId="{B3D065B1-86CA-4C46-89E9-FFCB24485A54}" destId="{D81C5D05-BE05-8040-B947-31180FCBD119}" srcOrd="0" destOrd="0" presId="urn:microsoft.com/office/officeart/2005/8/layout/orgChart1"/>
    <dgm:cxn modelId="{4F1425A7-CCE1-6842-B453-5B47FE6CDDF1}" srcId="{CCF4CBF0-8078-9247-96E3-206D6703E4C1}" destId="{54663D35-7EE7-D641-A6BD-B3AD71415180}" srcOrd="0" destOrd="0" parTransId="{7876B74B-46A9-FD4E-B044-90EE1FC0A481}" sibTransId="{46C2315C-2A20-8340-9B91-707FF147E686}"/>
    <dgm:cxn modelId="{BFB4962F-6560-4A99-9876-201884F00FE4}" type="presOf" srcId="{51CB6A86-0A0E-F44E-9827-31849F377BF1}" destId="{90DF9068-402E-A24B-B434-B93FB01277CC}" srcOrd="0" destOrd="0" presId="urn:microsoft.com/office/officeart/2005/8/layout/orgChart1"/>
    <dgm:cxn modelId="{2A67839B-41CB-4961-B750-E7644D7E86A6}" type="presOf" srcId="{51CB6A86-0A0E-F44E-9827-31849F377BF1}" destId="{28B74FDF-7C5C-994F-9D0C-53BC77458E5D}" srcOrd="1" destOrd="0" presId="urn:microsoft.com/office/officeart/2005/8/layout/orgChart1"/>
    <dgm:cxn modelId="{9801008D-DB48-4DA8-9A7F-6BB00E5E44B4}" type="presOf" srcId="{7876B74B-46A9-FD4E-B044-90EE1FC0A481}" destId="{58FF5DC8-EE97-1345-95CA-2FCBCD072D5F}" srcOrd="0" destOrd="0" presId="urn:microsoft.com/office/officeart/2005/8/layout/orgChart1"/>
    <dgm:cxn modelId="{4B81BF84-546F-4D7B-821C-D9CEB900459E}" type="presOf" srcId="{7B4382AB-F392-284A-991F-8E16EDA05FF8}" destId="{B632724A-4E74-624D-833B-8B3C4181465C}" srcOrd="0" destOrd="0" presId="urn:microsoft.com/office/officeart/2005/8/layout/orgChart1"/>
    <dgm:cxn modelId="{E073FA54-DFB2-4745-ABFD-D273862F795E}" srcId="{7B4382AB-F392-284A-991F-8E16EDA05FF8}" destId="{CCF4CBF0-8078-9247-96E3-206D6703E4C1}" srcOrd="0" destOrd="0" parTransId="{48564FB8-3DEE-B249-9768-55586B01CEF9}" sibTransId="{22D6A68E-CAD0-DE4B-92DB-EA58C7AD15C7}"/>
    <dgm:cxn modelId="{8BFAC4BB-9E6D-465C-A5EA-6F3556A2672C}" type="presOf" srcId="{54663D35-7EE7-D641-A6BD-B3AD71415180}" destId="{228D3CDE-C2E3-3545-ABF1-423202072A0C}" srcOrd="1" destOrd="0" presId="urn:microsoft.com/office/officeart/2005/8/layout/orgChart1"/>
    <dgm:cxn modelId="{AB5EB936-14F5-E043-8BF1-AF131B40CB4D}" srcId="{CCF4CBF0-8078-9247-96E3-206D6703E4C1}" destId="{7BB17A23-11DD-414C-AC76-8C2C37DB7841}" srcOrd="1" destOrd="0" parTransId="{D1B44294-A087-7D45-AFBC-CACE000DBAF4}" sibTransId="{64DE297A-18EC-A44E-8E8E-8C1912D293F4}"/>
    <dgm:cxn modelId="{F0388E0D-A2D8-4EC8-8720-3039B217A29A}" type="presOf" srcId="{54663D35-7EE7-D641-A6BD-B3AD71415180}" destId="{13BF0048-A743-D44C-8FFD-9C162B2F7B7C}" srcOrd="0" destOrd="0" presId="urn:microsoft.com/office/officeart/2005/8/layout/orgChart1"/>
    <dgm:cxn modelId="{EF4BE0FC-6550-4DB4-9A39-4AE34DEBA653}" type="presOf" srcId="{7BB17A23-11DD-414C-AC76-8C2C37DB7841}" destId="{7BB775F7-11C4-1444-AC9D-3A6118C85471}" srcOrd="1" destOrd="0" presId="urn:microsoft.com/office/officeart/2005/8/layout/orgChart1"/>
    <dgm:cxn modelId="{352835B6-F7A5-4C7E-AAEE-1CC01C606C9A}" type="presOf" srcId="{CCF4CBF0-8078-9247-96E3-206D6703E4C1}" destId="{07D811B1-DE9B-5B4B-9D37-29FF4C5ABD41}" srcOrd="1" destOrd="0" presId="urn:microsoft.com/office/officeart/2005/8/layout/orgChart1"/>
    <dgm:cxn modelId="{2A8735B7-08CE-400F-A867-8E43412C26BD}" type="presOf" srcId="{CCF4CBF0-8078-9247-96E3-206D6703E4C1}" destId="{8E2D68F6-7872-FB4A-9CFE-0A8A6D09F884}" srcOrd="0" destOrd="0" presId="urn:microsoft.com/office/officeart/2005/8/layout/orgChart1"/>
    <dgm:cxn modelId="{ADD9C239-216C-4853-BC39-142111682EE5}" type="presOf" srcId="{D1B44294-A087-7D45-AFBC-CACE000DBAF4}" destId="{9286EF54-BBE5-6148-8FB3-EF9D47CD51BE}" srcOrd="0" destOrd="0" presId="urn:microsoft.com/office/officeart/2005/8/layout/orgChart1"/>
    <dgm:cxn modelId="{BA1D318D-0243-4793-8A21-7959FA7A05D2}" type="presOf" srcId="{7BB17A23-11DD-414C-AC76-8C2C37DB7841}" destId="{4CE826A1-210F-E24A-9B53-48F950F441DC}" srcOrd="0" destOrd="0" presId="urn:microsoft.com/office/officeart/2005/8/layout/orgChart1"/>
    <dgm:cxn modelId="{5B8813C6-365D-4F87-8305-18FC7AD548AB}" type="presParOf" srcId="{B632724A-4E74-624D-833B-8B3C4181465C}" destId="{F899E57D-69F5-3743-9B2A-504F07B545BE}" srcOrd="0" destOrd="0" presId="urn:microsoft.com/office/officeart/2005/8/layout/orgChart1"/>
    <dgm:cxn modelId="{08066D36-8DAC-47FD-8C4F-5810884CDCBD}" type="presParOf" srcId="{F899E57D-69F5-3743-9B2A-504F07B545BE}" destId="{7D7308B3-C87C-0442-8090-14539518CE93}" srcOrd="0" destOrd="0" presId="urn:microsoft.com/office/officeart/2005/8/layout/orgChart1"/>
    <dgm:cxn modelId="{7457643D-0B85-4A95-A853-631A6F732EEC}" type="presParOf" srcId="{7D7308B3-C87C-0442-8090-14539518CE93}" destId="{8E2D68F6-7872-FB4A-9CFE-0A8A6D09F884}" srcOrd="0" destOrd="0" presId="urn:microsoft.com/office/officeart/2005/8/layout/orgChart1"/>
    <dgm:cxn modelId="{4D472FB4-EB5D-43AD-8557-7CA43C194317}" type="presParOf" srcId="{7D7308B3-C87C-0442-8090-14539518CE93}" destId="{07D811B1-DE9B-5B4B-9D37-29FF4C5ABD41}" srcOrd="1" destOrd="0" presId="urn:microsoft.com/office/officeart/2005/8/layout/orgChart1"/>
    <dgm:cxn modelId="{3BD994B0-8204-4EB2-8D40-4BCD1D5AA4D4}" type="presParOf" srcId="{F899E57D-69F5-3743-9B2A-504F07B545BE}" destId="{E7CB925D-7139-DD40-89EC-7DC59AFFF579}" srcOrd="1" destOrd="0" presId="urn:microsoft.com/office/officeart/2005/8/layout/orgChart1"/>
    <dgm:cxn modelId="{0BE6AB0D-1CC5-4D59-91EC-7D694456A61B}" type="presParOf" srcId="{E7CB925D-7139-DD40-89EC-7DC59AFFF579}" destId="{58FF5DC8-EE97-1345-95CA-2FCBCD072D5F}" srcOrd="0" destOrd="0" presId="urn:microsoft.com/office/officeart/2005/8/layout/orgChart1"/>
    <dgm:cxn modelId="{F9F2AF13-0DC8-45C4-89E6-7402C7B0B20E}" type="presParOf" srcId="{E7CB925D-7139-DD40-89EC-7DC59AFFF579}" destId="{15F10B36-EE33-5F41-B64A-125DA9985B91}" srcOrd="1" destOrd="0" presId="urn:microsoft.com/office/officeart/2005/8/layout/orgChart1"/>
    <dgm:cxn modelId="{FBD1F3C1-86D7-45C2-A3C8-8E12700FF25C}" type="presParOf" srcId="{15F10B36-EE33-5F41-B64A-125DA9985B91}" destId="{E265CE33-7AFB-7944-8ABE-4A12CAC1F187}" srcOrd="0" destOrd="0" presId="urn:microsoft.com/office/officeart/2005/8/layout/orgChart1"/>
    <dgm:cxn modelId="{EF9E88DC-8F84-4303-80AE-EFA3126C7C19}" type="presParOf" srcId="{E265CE33-7AFB-7944-8ABE-4A12CAC1F187}" destId="{13BF0048-A743-D44C-8FFD-9C162B2F7B7C}" srcOrd="0" destOrd="0" presId="urn:microsoft.com/office/officeart/2005/8/layout/orgChart1"/>
    <dgm:cxn modelId="{C6311948-6927-4030-B705-6EEC62FAE26E}" type="presParOf" srcId="{E265CE33-7AFB-7944-8ABE-4A12CAC1F187}" destId="{228D3CDE-C2E3-3545-ABF1-423202072A0C}" srcOrd="1" destOrd="0" presId="urn:microsoft.com/office/officeart/2005/8/layout/orgChart1"/>
    <dgm:cxn modelId="{3B23A904-B142-4C6E-B2DC-001BC8A651B3}" type="presParOf" srcId="{15F10B36-EE33-5F41-B64A-125DA9985B91}" destId="{39B0AE54-910B-804E-81C4-1D92885C9197}" srcOrd="1" destOrd="0" presId="urn:microsoft.com/office/officeart/2005/8/layout/orgChart1"/>
    <dgm:cxn modelId="{1D2AAD6D-C596-4D3F-9854-8B495D9C38FE}" type="presParOf" srcId="{15F10B36-EE33-5F41-B64A-125DA9985B91}" destId="{66F75B34-3466-2E4F-A556-4ECFE0B6612F}" srcOrd="2" destOrd="0" presId="urn:microsoft.com/office/officeart/2005/8/layout/orgChart1"/>
    <dgm:cxn modelId="{09D6BA23-D5DF-44BF-A3D7-DAFDC0E8EEA6}" type="presParOf" srcId="{E7CB925D-7139-DD40-89EC-7DC59AFFF579}" destId="{9286EF54-BBE5-6148-8FB3-EF9D47CD51BE}" srcOrd="2" destOrd="0" presId="urn:microsoft.com/office/officeart/2005/8/layout/orgChart1"/>
    <dgm:cxn modelId="{67EAC2E4-E0B5-4104-925D-B34C009F6DFA}" type="presParOf" srcId="{E7CB925D-7139-DD40-89EC-7DC59AFFF579}" destId="{FFA6B269-AF18-5C4B-B318-4D70AF872F5E}" srcOrd="3" destOrd="0" presId="urn:microsoft.com/office/officeart/2005/8/layout/orgChart1"/>
    <dgm:cxn modelId="{221BAEAC-6C9E-401E-928A-7051A8A82CD2}" type="presParOf" srcId="{FFA6B269-AF18-5C4B-B318-4D70AF872F5E}" destId="{40C04DC3-74FA-DA46-9DA3-990EDC563051}" srcOrd="0" destOrd="0" presId="urn:microsoft.com/office/officeart/2005/8/layout/orgChart1"/>
    <dgm:cxn modelId="{D560C078-59F7-40DF-BDCF-EBA213A313BF}" type="presParOf" srcId="{40C04DC3-74FA-DA46-9DA3-990EDC563051}" destId="{4CE826A1-210F-E24A-9B53-48F950F441DC}" srcOrd="0" destOrd="0" presId="urn:microsoft.com/office/officeart/2005/8/layout/orgChart1"/>
    <dgm:cxn modelId="{EE89968B-97E0-42ED-AD3A-985D0E7C4419}" type="presParOf" srcId="{40C04DC3-74FA-DA46-9DA3-990EDC563051}" destId="{7BB775F7-11C4-1444-AC9D-3A6118C85471}" srcOrd="1" destOrd="0" presId="urn:microsoft.com/office/officeart/2005/8/layout/orgChart1"/>
    <dgm:cxn modelId="{81AD79D2-3644-43C5-8B6A-2249E60FBAC2}" type="presParOf" srcId="{FFA6B269-AF18-5C4B-B318-4D70AF872F5E}" destId="{A91743DA-3EAF-4C45-ADEA-C4E41090CA4D}" srcOrd="1" destOrd="0" presId="urn:microsoft.com/office/officeart/2005/8/layout/orgChart1"/>
    <dgm:cxn modelId="{327144AA-3847-4799-BF72-058B5B470FDF}" type="presParOf" srcId="{FFA6B269-AF18-5C4B-B318-4D70AF872F5E}" destId="{AEEC6BB7-6186-CC48-A1D6-F374C42BEB95}" srcOrd="2" destOrd="0" presId="urn:microsoft.com/office/officeart/2005/8/layout/orgChart1"/>
    <dgm:cxn modelId="{2B14506A-50AA-47DA-8E7A-3EB1F7FF6F47}" type="presParOf" srcId="{E7CB925D-7139-DD40-89EC-7DC59AFFF579}" destId="{D81C5D05-BE05-8040-B947-31180FCBD119}" srcOrd="4" destOrd="0" presId="urn:microsoft.com/office/officeart/2005/8/layout/orgChart1"/>
    <dgm:cxn modelId="{5A7809AE-D141-47F4-B4F4-80ECD2409094}" type="presParOf" srcId="{E7CB925D-7139-DD40-89EC-7DC59AFFF579}" destId="{F21BB627-A078-C340-8346-10C532E3018E}" srcOrd="5" destOrd="0" presId="urn:microsoft.com/office/officeart/2005/8/layout/orgChart1"/>
    <dgm:cxn modelId="{5F8D5A1B-BC88-4B18-B291-50E972EE4EEE}" type="presParOf" srcId="{F21BB627-A078-C340-8346-10C532E3018E}" destId="{5F96F5FC-5401-0A4B-AB22-104D43331F8E}" srcOrd="0" destOrd="0" presId="urn:microsoft.com/office/officeart/2005/8/layout/orgChart1"/>
    <dgm:cxn modelId="{3B0C8D6C-A4FC-4801-ABDC-99CB3CC3169C}" type="presParOf" srcId="{5F96F5FC-5401-0A4B-AB22-104D43331F8E}" destId="{90DF9068-402E-A24B-B434-B93FB01277CC}" srcOrd="0" destOrd="0" presId="urn:microsoft.com/office/officeart/2005/8/layout/orgChart1"/>
    <dgm:cxn modelId="{EC97BCD1-D08E-45A6-88A1-C65B914B450A}" type="presParOf" srcId="{5F96F5FC-5401-0A4B-AB22-104D43331F8E}" destId="{28B74FDF-7C5C-994F-9D0C-53BC77458E5D}" srcOrd="1" destOrd="0" presId="urn:microsoft.com/office/officeart/2005/8/layout/orgChart1"/>
    <dgm:cxn modelId="{36EF6F0F-E387-47ED-B068-AFDD63BC55EE}" type="presParOf" srcId="{F21BB627-A078-C340-8346-10C532E3018E}" destId="{143FF04A-108B-454C-BC49-7CCACA06980F}" srcOrd="1" destOrd="0" presId="urn:microsoft.com/office/officeart/2005/8/layout/orgChart1"/>
    <dgm:cxn modelId="{FF1A58E9-9A97-4C47-BE37-E42050AA1D65}" type="presParOf" srcId="{F21BB627-A078-C340-8346-10C532E3018E}" destId="{9F454E1D-88A8-CF4C-B836-D08C37CE4D92}" srcOrd="2" destOrd="0" presId="urn:microsoft.com/office/officeart/2005/8/layout/orgChart1"/>
    <dgm:cxn modelId="{8377548B-362E-439A-9BD0-37CCDC7CF66F}" type="presParOf" srcId="{F899E57D-69F5-3743-9B2A-504F07B545BE}" destId="{4F616F36-D78E-284C-81D2-67C70C88520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5E3A9-FAD7-8C4D-A361-4321CA338066}">
      <dsp:nvSpPr>
        <dsp:cNvPr id="0" name=""/>
        <dsp:cNvSpPr/>
      </dsp:nvSpPr>
      <dsp:spPr>
        <a:xfrm>
          <a:off x="4193466" y="1160097"/>
          <a:ext cx="199021" cy="871902"/>
        </a:xfrm>
        <a:custGeom>
          <a:avLst/>
          <a:gdLst/>
          <a:ahLst/>
          <a:cxnLst/>
          <a:rect l="0" t="0" r="0" b="0"/>
          <a:pathLst>
            <a:path>
              <a:moveTo>
                <a:pt x="199021" y="0"/>
              </a:moveTo>
              <a:lnTo>
                <a:pt x="199021" y="871902"/>
              </a:lnTo>
              <a:lnTo>
                <a:pt x="0" y="871902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B32729-57CD-FA41-9CA0-9002624EC70F}">
      <dsp:nvSpPr>
        <dsp:cNvPr id="0" name=""/>
        <dsp:cNvSpPr/>
      </dsp:nvSpPr>
      <dsp:spPr>
        <a:xfrm>
          <a:off x="4392488" y="1160097"/>
          <a:ext cx="3440223" cy="1743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783"/>
              </a:lnTo>
              <a:lnTo>
                <a:pt x="3440223" y="1544783"/>
              </a:lnTo>
              <a:lnTo>
                <a:pt x="3440223" y="1743804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76E3B3-8DA3-A443-AE79-B395C4D55E94}">
      <dsp:nvSpPr>
        <dsp:cNvPr id="0" name=""/>
        <dsp:cNvSpPr/>
      </dsp:nvSpPr>
      <dsp:spPr>
        <a:xfrm>
          <a:off x="4392488" y="1160097"/>
          <a:ext cx="1146741" cy="1743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783"/>
              </a:lnTo>
              <a:lnTo>
                <a:pt x="1146741" y="1544783"/>
              </a:lnTo>
              <a:lnTo>
                <a:pt x="1146741" y="1743804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26103B-6E13-6145-B153-D572C1E8B510}">
      <dsp:nvSpPr>
        <dsp:cNvPr id="0" name=""/>
        <dsp:cNvSpPr/>
      </dsp:nvSpPr>
      <dsp:spPr>
        <a:xfrm>
          <a:off x="3245746" y="1160097"/>
          <a:ext cx="1146741" cy="1743804"/>
        </a:xfrm>
        <a:custGeom>
          <a:avLst/>
          <a:gdLst/>
          <a:ahLst/>
          <a:cxnLst/>
          <a:rect l="0" t="0" r="0" b="0"/>
          <a:pathLst>
            <a:path>
              <a:moveTo>
                <a:pt x="1146741" y="0"/>
              </a:moveTo>
              <a:lnTo>
                <a:pt x="1146741" y="1544783"/>
              </a:lnTo>
              <a:lnTo>
                <a:pt x="0" y="1544783"/>
              </a:lnTo>
              <a:lnTo>
                <a:pt x="0" y="1743804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C65C6A-C7E9-6043-AE5C-CB558C7216CA}">
      <dsp:nvSpPr>
        <dsp:cNvPr id="0" name=""/>
        <dsp:cNvSpPr/>
      </dsp:nvSpPr>
      <dsp:spPr>
        <a:xfrm>
          <a:off x="952264" y="1160097"/>
          <a:ext cx="3440223" cy="1743804"/>
        </a:xfrm>
        <a:custGeom>
          <a:avLst/>
          <a:gdLst/>
          <a:ahLst/>
          <a:cxnLst/>
          <a:rect l="0" t="0" r="0" b="0"/>
          <a:pathLst>
            <a:path>
              <a:moveTo>
                <a:pt x="3440223" y="0"/>
              </a:moveTo>
              <a:lnTo>
                <a:pt x="3440223" y="1544783"/>
              </a:lnTo>
              <a:lnTo>
                <a:pt x="0" y="1544783"/>
              </a:lnTo>
              <a:lnTo>
                <a:pt x="0" y="1743804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0BB546-0FDE-684F-B1F1-C6DF14E13977}">
      <dsp:nvSpPr>
        <dsp:cNvPr id="0" name=""/>
        <dsp:cNvSpPr/>
      </dsp:nvSpPr>
      <dsp:spPr>
        <a:xfrm>
          <a:off x="3444767" y="212377"/>
          <a:ext cx="1895440" cy="9477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700" kern="1200" dirty="0"/>
            <a:t>Incident Commander</a:t>
          </a:r>
        </a:p>
      </dsp:txBody>
      <dsp:txXfrm>
        <a:off x="3444767" y="212377"/>
        <a:ext cx="1895440" cy="947720"/>
      </dsp:txXfrm>
    </dsp:sp>
    <dsp:sp modelId="{9F3F516D-C2A4-FE45-93A1-941EC4E1F399}">
      <dsp:nvSpPr>
        <dsp:cNvPr id="0" name=""/>
        <dsp:cNvSpPr/>
      </dsp:nvSpPr>
      <dsp:spPr>
        <a:xfrm>
          <a:off x="4544" y="2903902"/>
          <a:ext cx="1895440" cy="9477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700" kern="1200" dirty="0"/>
            <a:t>Planning</a:t>
          </a:r>
        </a:p>
      </dsp:txBody>
      <dsp:txXfrm>
        <a:off x="4544" y="2903902"/>
        <a:ext cx="1895440" cy="947720"/>
      </dsp:txXfrm>
    </dsp:sp>
    <dsp:sp modelId="{4223EC9E-229A-7E4E-8B4B-7FA8A54910B6}">
      <dsp:nvSpPr>
        <dsp:cNvPr id="0" name=""/>
        <dsp:cNvSpPr/>
      </dsp:nvSpPr>
      <dsp:spPr>
        <a:xfrm>
          <a:off x="2298026" y="2903902"/>
          <a:ext cx="1895440" cy="9477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700" kern="1200" dirty="0"/>
            <a:t>Operations</a:t>
          </a:r>
        </a:p>
      </dsp:txBody>
      <dsp:txXfrm>
        <a:off x="2298026" y="2903902"/>
        <a:ext cx="1895440" cy="947720"/>
      </dsp:txXfrm>
    </dsp:sp>
    <dsp:sp modelId="{A96BA067-BDC4-9B4B-930E-0CD015C3BC32}">
      <dsp:nvSpPr>
        <dsp:cNvPr id="0" name=""/>
        <dsp:cNvSpPr/>
      </dsp:nvSpPr>
      <dsp:spPr>
        <a:xfrm>
          <a:off x="4591509" y="2903902"/>
          <a:ext cx="1895440" cy="9477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 noProof="0" dirty="0"/>
            <a:t>Logistics</a:t>
          </a:r>
        </a:p>
      </dsp:txBody>
      <dsp:txXfrm>
        <a:off x="4591509" y="2903902"/>
        <a:ext cx="1895440" cy="947720"/>
      </dsp:txXfrm>
    </dsp:sp>
    <dsp:sp modelId="{D33763D3-BB7E-054D-ACCF-00C98C7AA994}">
      <dsp:nvSpPr>
        <dsp:cNvPr id="0" name=""/>
        <dsp:cNvSpPr/>
      </dsp:nvSpPr>
      <dsp:spPr>
        <a:xfrm>
          <a:off x="6884991" y="2903902"/>
          <a:ext cx="1895440" cy="9477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700" kern="1200" dirty="0"/>
            <a:t>Finances</a:t>
          </a:r>
        </a:p>
      </dsp:txBody>
      <dsp:txXfrm>
        <a:off x="6884991" y="2903902"/>
        <a:ext cx="1895440" cy="947720"/>
      </dsp:txXfrm>
    </dsp:sp>
    <dsp:sp modelId="{43E90D00-C52B-464F-B0A6-61FCD285FFF3}">
      <dsp:nvSpPr>
        <dsp:cNvPr id="0" name=""/>
        <dsp:cNvSpPr/>
      </dsp:nvSpPr>
      <dsp:spPr>
        <a:xfrm>
          <a:off x="2298026" y="1558139"/>
          <a:ext cx="1895440" cy="9477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700" kern="1200" noProof="0" dirty="0"/>
            <a:t>Advisor</a:t>
          </a:r>
        </a:p>
      </dsp:txBody>
      <dsp:txXfrm>
        <a:off x="2298026" y="1558139"/>
        <a:ext cx="1895440" cy="9477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9C5EF-0646-4C9D-84E3-1E43EFDA0E5F}">
      <dsp:nvSpPr>
        <dsp:cNvPr id="0" name=""/>
        <dsp:cNvSpPr/>
      </dsp:nvSpPr>
      <dsp:spPr>
        <a:xfrm>
          <a:off x="1579868" y="644267"/>
          <a:ext cx="516029" cy="42516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51675"/>
              </a:lnTo>
              <a:lnTo>
                <a:pt x="516029" y="4251675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34166-A733-4926-A008-9C836FC78DF4}">
      <dsp:nvSpPr>
        <dsp:cNvPr id="0" name=""/>
        <dsp:cNvSpPr/>
      </dsp:nvSpPr>
      <dsp:spPr>
        <a:xfrm>
          <a:off x="1579868" y="644267"/>
          <a:ext cx="516029" cy="3336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6920"/>
              </a:lnTo>
              <a:lnTo>
                <a:pt x="516029" y="333692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55494F-696E-4BD1-8784-210408B790CD}">
      <dsp:nvSpPr>
        <dsp:cNvPr id="0" name=""/>
        <dsp:cNvSpPr/>
      </dsp:nvSpPr>
      <dsp:spPr>
        <a:xfrm>
          <a:off x="1579868" y="644267"/>
          <a:ext cx="516029" cy="2422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2166"/>
              </a:lnTo>
              <a:lnTo>
                <a:pt x="516029" y="242216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A1A659-8356-4C4D-B82B-E30A640F8D4F}">
      <dsp:nvSpPr>
        <dsp:cNvPr id="0" name=""/>
        <dsp:cNvSpPr/>
      </dsp:nvSpPr>
      <dsp:spPr>
        <a:xfrm>
          <a:off x="1579868" y="644267"/>
          <a:ext cx="498945" cy="1507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7412"/>
              </a:lnTo>
              <a:lnTo>
                <a:pt x="498945" y="150741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12D7CE-2518-4B4C-AF21-20F9FB73B459}">
      <dsp:nvSpPr>
        <dsp:cNvPr id="0" name=""/>
        <dsp:cNvSpPr/>
      </dsp:nvSpPr>
      <dsp:spPr>
        <a:xfrm>
          <a:off x="1579868" y="644267"/>
          <a:ext cx="498945" cy="5926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2657"/>
              </a:lnTo>
              <a:lnTo>
                <a:pt x="498945" y="592657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4370FC-46A4-4D27-8306-D61B9E7FB8C6}">
      <dsp:nvSpPr>
        <dsp:cNvPr id="0" name=""/>
        <dsp:cNvSpPr/>
      </dsp:nvSpPr>
      <dsp:spPr>
        <a:xfrm>
          <a:off x="1247238" y="73"/>
          <a:ext cx="3326304" cy="6441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300" kern="1200" dirty="0">
              <a:solidFill>
                <a:schemeClr val="tx1"/>
              </a:solidFill>
            </a:rPr>
            <a:t>Planning </a:t>
          </a:r>
          <a:r>
            <a:rPr lang="en-GB" sz="3300" kern="1200" dirty="0" smtClean="0">
              <a:solidFill>
                <a:schemeClr val="tx1"/>
              </a:solidFill>
            </a:rPr>
            <a:t>function</a:t>
          </a:r>
          <a:endParaRPr lang="en-GB" sz="3300" kern="1200" dirty="0">
            <a:solidFill>
              <a:schemeClr val="tx1"/>
            </a:solidFill>
          </a:endParaRPr>
        </a:p>
      </dsp:txBody>
      <dsp:txXfrm>
        <a:off x="1247238" y="73"/>
        <a:ext cx="3326304" cy="644193"/>
      </dsp:txXfrm>
    </dsp:sp>
    <dsp:sp modelId="{B601C8B8-4906-46F5-AAE5-BAFA2D4747EA}">
      <dsp:nvSpPr>
        <dsp:cNvPr id="0" name=""/>
        <dsp:cNvSpPr/>
      </dsp:nvSpPr>
      <dsp:spPr>
        <a:xfrm>
          <a:off x="2078814" y="914828"/>
          <a:ext cx="4835417" cy="6441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300" kern="1200" dirty="0">
              <a:solidFill>
                <a:schemeClr val="tx1"/>
              </a:solidFill>
            </a:rPr>
            <a:t>Situation/Intelligence</a:t>
          </a:r>
        </a:p>
      </dsp:txBody>
      <dsp:txXfrm>
        <a:off x="2078814" y="914828"/>
        <a:ext cx="4835417" cy="644193"/>
      </dsp:txXfrm>
    </dsp:sp>
    <dsp:sp modelId="{C98D82BC-5D69-41F0-BF45-97DC6FADBBEF}">
      <dsp:nvSpPr>
        <dsp:cNvPr id="0" name=""/>
        <dsp:cNvSpPr/>
      </dsp:nvSpPr>
      <dsp:spPr>
        <a:xfrm>
          <a:off x="2078814" y="1829582"/>
          <a:ext cx="4839682" cy="6441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300" kern="1200" dirty="0">
              <a:solidFill>
                <a:schemeClr val="tx1"/>
              </a:solidFill>
            </a:rPr>
            <a:t>Environment</a:t>
          </a:r>
        </a:p>
      </dsp:txBody>
      <dsp:txXfrm>
        <a:off x="2078814" y="1829582"/>
        <a:ext cx="4839682" cy="644193"/>
      </dsp:txXfrm>
    </dsp:sp>
    <dsp:sp modelId="{6CBC03E1-792B-4F31-8AA5-4DE7BEE586E1}">
      <dsp:nvSpPr>
        <dsp:cNvPr id="0" name=""/>
        <dsp:cNvSpPr/>
      </dsp:nvSpPr>
      <dsp:spPr>
        <a:xfrm>
          <a:off x="2095898" y="2744337"/>
          <a:ext cx="4809997" cy="6441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300" kern="1200" dirty="0">
              <a:solidFill>
                <a:schemeClr val="tx1"/>
              </a:solidFill>
            </a:rPr>
            <a:t>Resource </a:t>
          </a:r>
          <a:r>
            <a:rPr lang="en-GB" sz="3300" kern="1200" dirty="0" smtClean="0">
              <a:solidFill>
                <a:schemeClr val="tx1"/>
              </a:solidFill>
            </a:rPr>
            <a:t>deployment</a:t>
          </a:r>
          <a:endParaRPr lang="en-GB" sz="3300" kern="1200" dirty="0">
            <a:solidFill>
              <a:schemeClr val="tx1"/>
            </a:solidFill>
          </a:endParaRPr>
        </a:p>
      </dsp:txBody>
      <dsp:txXfrm>
        <a:off x="2095898" y="2744337"/>
        <a:ext cx="4809997" cy="644193"/>
      </dsp:txXfrm>
    </dsp:sp>
    <dsp:sp modelId="{617E7583-3C4F-47C3-9163-5CD2D621B3D2}">
      <dsp:nvSpPr>
        <dsp:cNvPr id="0" name=""/>
        <dsp:cNvSpPr/>
      </dsp:nvSpPr>
      <dsp:spPr>
        <a:xfrm>
          <a:off x="2095898" y="3659091"/>
          <a:ext cx="4869379" cy="6441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300" kern="1200" dirty="0">
              <a:solidFill>
                <a:schemeClr val="tx1"/>
              </a:solidFill>
            </a:rPr>
            <a:t>Response </a:t>
          </a:r>
          <a:r>
            <a:rPr lang="en-GB" sz="3300" kern="1200" dirty="0" smtClean="0">
              <a:solidFill>
                <a:schemeClr val="tx1"/>
              </a:solidFill>
            </a:rPr>
            <a:t>planning</a:t>
          </a:r>
          <a:endParaRPr lang="en-GB" sz="3300" kern="1200" dirty="0">
            <a:solidFill>
              <a:schemeClr val="tx1"/>
            </a:solidFill>
          </a:endParaRPr>
        </a:p>
      </dsp:txBody>
      <dsp:txXfrm>
        <a:off x="2095898" y="3659091"/>
        <a:ext cx="4869379" cy="644193"/>
      </dsp:txXfrm>
    </dsp:sp>
    <dsp:sp modelId="{79B51835-9678-48C6-8267-1E887FDA3C84}">
      <dsp:nvSpPr>
        <dsp:cNvPr id="0" name=""/>
        <dsp:cNvSpPr/>
      </dsp:nvSpPr>
      <dsp:spPr>
        <a:xfrm>
          <a:off x="2095898" y="4573845"/>
          <a:ext cx="4859999" cy="6441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300" kern="1200" dirty="0">
              <a:solidFill>
                <a:schemeClr val="tx1"/>
              </a:solidFill>
            </a:rPr>
            <a:t>Technical </a:t>
          </a:r>
          <a:r>
            <a:rPr lang="en-GB" sz="3300" kern="1200" dirty="0" smtClean="0">
              <a:solidFill>
                <a:schemeClr val="tx1"/>
              </a:solidFill>
            </a:rPr>
            <a:t>support</a:t>
          </a:r>
          <a:endParaRPr lang="en-GB" sz="3300" kern="1200" dirty="0">
            <a:solidFill>
              <a:schemeClr val="tx1"/>
            </a:solidFill>
          </a:endParaRPr>
        </a:p>
      </dsp:txBody>
      <dsp:txXfrm>
        <a:off x="2095898" y="4573845"/>
        <a:ext cx="4859999" cy="6441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FBF339-9E60-44AB-A1A8-D70F29D415DB}">
      <dsp:nvSpPr>
        <dsp:cNvPr id="0" name=""/>
        <dsp:cNvSpPr/>
      </dsp:nvSpPr>
      <dsp:spPr>
        <a:xfrm>
          <a:off x="4446240" y="877701"/>
          <a:ext cx="3883570" cy="236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110"/>
              </a:lnTo>
              <a:lnTo>
                <a:pt x="3883570" y="118110"/>
              </a:lnTo>
              <a:lnTo>
                <a:pt x="3883570" y="2362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A6FA5D-7FF7-4850-A8FD-5313E0970B1E}">
      <dsp:nvSpPr>
        <dsp:cNvPr id="0" name=""/>
        <dsp:cNvSpPr/>
      </dsp:nvSpPr>
      <dsp:spPr>
        <a:xfrm>
          <a:off x="4446240" y="877701"/>
          <a:ext cx="2522492" cy="236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110"/>
              </a:lnTo>
              <a:lnTo>
                <a:pt x="2522492" y="118110"/>
              </a:lnTo>
              <a:lnTo>
                <a:pt x="2522492" y="2362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692854-869F-4848-BB99-9D9BAF6F8DCD}">
      <dsp:nvSpPr>
        <dsp:cNvPr id="0" name=""/>
        <dsp:cNvSpPr/>
      </dsp:nvSpPr>
      <dsp:spPr>
        <a:xfrm>
          <a:off x="4446240" y="877701"/>
          <a:ext cx="1161415" cy="236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110"/>
              </a:lnTo>
              <a:lnTo>
                <a:pt x="1161415" y="118110"/>
              </a:lnTo>
              <a:lnTo>
                <a:pt x="1161415" y="2362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50889B-1ECF-4C6A-B674-3B822BDE329C}">
      <dsp:nvSpPr>
        <dsp:cNvPr id="0" name=""/>
        <dsp:cNvSpPr/>
      </dsp:nvSpPr>
      <dsp:spPr>
        <a:xfrm>
          <a:off x="4477173" y="2474998"/>
          <a:ext cx="168728" cy="13160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6083"/>
              </a:lnTo>
              <a:lnTo>
                <a:pt x="168728" y="131608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5C5B4F-C6D8-4261-8941-94F43487380C}">
      <dsp:nvSpPr>
        <dsp:cNvPr id="0" name=""/>
        <dsp:cNvSpPr/>
      </dsp:nvSpPr>
      <dsp:spPr>
        <a:xfrm>
          <a:off x="4477173" y="2474998"/>
          <a:ext cx="168728" cy="5174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7434"/>
              </a:lnTo>
              <a:lnTo>
                <a:pt x="168728" y="517434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E9D61F-7F13-4428-A52A-50672D317D00}">
      <dsp:nvSpPr>
        <dsp:cNvPr id="0" name=""/>
        <dsp:cNvSpPr/>
      </dsp:nvSpPr>
      <dsp:spPr>
        <a:xfrm>
          <a:off x="4246577" y="1676350"/>
          <a:ext cx="680538" cy="236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110"/>
              </a:lnTo>
              <a:lnTo>
                <a:pt x="680538" y="118110"/>
              </a:lnTo>
              <a:lnTo>
                <a:pt x="680538" y="2362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34F004-3CF4-41D8-A5EF-313974E7B078}">
      <dsp:nvSpPr>
        <dsp:cNvPr id="0" name=""/>
        <dsp:cNvSpPr/>
      </dsp:nvSpPr>
      <dsp:spPr>
        <a:xfrm>
          <a:off x="3116096" y="2474998"/>
          <a:ext cx="168728" cy="13160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6083"/>
              </a:lnTo>
              <a:lnTo>
                <a:pt x="168728" y="131608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12E6BF-059C-4F88-996D-9879E91DD226}">
      <dsp:nvSpPr>
        <dsp:cNvPr id="0" name=""/>
        <dsp:cNvSpPr/>
      </dsp:nvSpPr>
      <dsp:spPr>
        <a:xfrm>
          <a:off x="3116096" y="2474998"/>
          <a:ext cx="168728" cy="5174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7434"/>
              </a:lnTo>
              <a:lnTo>
                <a:pt x="168728" y="517434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A51DFD-EFE0-4055-B00E-1F9238EA1D75}">
      <dsp:nvSpPr>
        <dsp:cNvPr id="0" name=""/>
        <dsp:cNvSpPr/>
      </dsp:nvSpPr>
      <dsp:spPr>
        <a:xfrm>
          <a:off x="3566039" y="1676350"/>
          <a:ext cx="680538" cy="236220"/>
        </a:xfrm>
        <a:custGeom>
          <a:avLst/>
          <a:gdLst/>
          <a:ahLst/>
          <a:cxnLst/>
          <a:rect l="0" t="0" r="0" b="0"/>
          <a:pathLst>
            <a:path>
              <a:moveTo>
                <a:pt x="680538" y="0"/>
              </a:moveTo>
              <a:lnTo>
                <a:pt x="680538" y="118110"/>
              </a:lnTo>
              <a:lnTo>
                <a:pt x="0" y="118110"/>
              </a:lnTo>
              <a:lnTo>
                <a:pt x="0" y="23622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FC671C-59A2-49B8-BB38-83AF32C80D0C}">
      <dsp:nvSpPr>
        <dsp:cNvPr id="0" name=""/>
        <dsp:cNvSpPr/>
      </dsp:nvSpPr>
      <dsp:spPr>
        <a:xfrm>
          <a:off x="4246577" y="877701"/>
          <a:ext cx="199662" cy="236220"/>
        </a:xfrm>
        <a:custGeom>
          <a:avLst/>
          <a:gdLst/>
          <a:ahLst/>
          <a:cxnLst/>
          <a:rect l="0" t="0" r="0" b="0"/>
          <a:pathLst>
            <a:path>
              <a:moveTo>
                <a:pt x="199662" y="0"/>
              </a:moveTo>
              <a:lnTo>
                <a:pt x="199662" y="118110"/>
              </a:lnTo>
              <a:lnTo>
                <a:pt x="0" y="118110"/>
              </a:lnTo>
              <a:lnTo>
                <a:pt x="0" y="2362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548D8-26F1-4101-AD14-4743C721E772}">
      <dsp:nvSpPr>
        <dsp:cNvPr id="0" name=""/>
        <dsp:cNvSpPr/>
      </dsp:nvSpPr>
      <dsp:spPr>
        <a:xfrm>
          <a:off x="1473804" y="1676350"/>
          <a:ext cx="168728" cy="13160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6083"/>
              </a:lnTo>
              <a:lnTo>
                <a:pt x="168728" y="131608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67841B-48E1-47AF-868B-A06BAF5A7DE7}">
      <dsp:nvSpPr>
        <dsp:cNvPr id="0" name=""/>
        <dsp:cNvSpPr/>
      </dsp:nvSpPr>
      <dsp:spPr>
        <a:xfrm>
          <a:off x="1473804" y="1676350"/>
          <a:ext cx="168728" cy="5174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7434"/>
              </a:lnTo>
              <a:lnTo>
                <a:pt x="168728" y="517434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DBEA9B-B86D-4034-9ADA-63061BB8ADEF}">
      <dsp:nvSpPr>
        <dsp:cNvPr id="0" name=""/>
        <dsp:cNvSpPr/>
      </dsp:nvSpPr>
      <dsp:spPr>
        <a:xfrm>
          <a:off x="1923747" y="877701"/>
          <a:ext cx="2522492" cy="236220"/>
        </a:xfrm>
        <a:custGeom>
          <a:avLst/>
          <a:gdLst/>
          <a:ahLst/>
          <a:cxnLst/>
          <a:rect l="0" t="0" r="0" b="0"/>
          <a:pathLst>
            <a:path>
              <a:moveTo>
                <a:pt x="2522492" y="0"/>
              </a:moveTo>
              <a:lnTo>
                <a:pt x="2522492" y="118110"/>
              </a:lnTo>
              <a:lnTo>
                <a:pt x="0" y="118110"/>
              </a:lnTo>
              <a:lnTo>
                <a:pt x="0" y="2362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B6D777-BDCB-464A-8D73-DF85B33C6FE1}">
      <dsp:nvSpPr>
        <dsp:cNvPr id="0" name=""/>
        <dsp:cNvSpPr/>
      </dsp:nvSpPr>
      <dsp:spPr>
        <a:xfrm>
          <a:off x="112726" y="1676350"/>
          <a:ext cx="168728" cy="13160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6083"/>
              </a:lnTo>
              <a:lnTo>
                <a:pt x="168728" y="1316083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EFA834-019C-417E-9C57-5443CAF940F1}">
      <dsp:nvSpPr>
        <dsp:cNvPr id="0" name=""/>
        <dsp:cNvSpPr/>
      </dsp:nvSpPr>
      <dsp:spPr>
        <a:xfrm>
          <a:off x="112726" y="1676350"/>
          <a:ext cx="168728" cy="5174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7434"/>
              </a:lnTo>
              <a:lnTo>
                <a:pt x="168728" y="517434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5DC41C-F6DA-4B51-B076-C035AAED9D7F}">
      <dsp:nvSpPr>
        <dsp:cNvPr id="0" name=""/>
        <dsp:cNvSpPr/>
      </dsp:nvSpPr>
      <dsp:spPr>
        <a:xfrm>
          <a:off x="562669" y="877701"/>
          <a:ext cx="3883570" cy="236220"/>
        </a:xfrm>
        <a:custGeom>
          <a:avLst/>
          <a:gdLst/>
          <a:ahLst/>
          <a:cxnLst/>
          <a:rect l="0" t="0" r="0" b="0"/>
          <a:pathLst>
            <a:path>
              <a:moveTo>
                <a:pt x="3883570" y="0"/>
              </a:moveTo>
              <a:lnTo>
                <a:pt x="3883570" y="118110"/>
              </a:lnTo>
              <a:lnTo>
                <a:pt x="0" y="118110"/>
              </a:lnTo>
              <a:lnTo>
                <a:pt x="0" y="2362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270071-2B3C-4B23-A46A-74ADD9AD167D}">
      <dsp:nvSpPr>
        <dsp:cNvPr id="0" name=""/>
        <dsp:cNvSpPr/>
      </dsp:nvSpPr>
      <dsp:spPr>
        <a:xfrm>
          <a:off x="3883811" y="315272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Operations Function</a:t>
          </a:r>
        </a:p>
      </dsp:txBody>
      <dsp:txXfrm>
        <a:off x="3883811" y="315272"/>
        <a:ext cx="1124857" cy="562428"/>
      </dsp:txXfrm>
    </dsp:sp>
    <dsp:sp modelId="{DEF812C3-CD12-45D7-BA19-720E4821AB68}">
      <dsp:nvSpPr>
        <dsp:cNvPr id="0" name=""/>
        <dsp:cNvSpPr/>
      </dsp:nvSpPr>
      <dsp:spPr>
        <a:xfrm>
          <a:off x="240" y="1113921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Aviation Division</a:t>
          </a:r>
        </a:p>
      </dsp:txBody>
      <dsp:txXfrm>
        <a:off x="240" y="1113921"/>
        <a:ext cx="1124857" cy="562428"/>
      </dsp:txXfrm>
    </dsp:sp>
    <dsp:sp modelId="{059433F2-F7B5-4119-9FAA-BFD40E493667}">
      <dsp:nvSpPr>
        <dsp:cNvPr id="0" name=""/>
        <dsp:cNvSpPr/>
      </dsp:nvSpPr>
      <dsp:spPr>
        <a:xfrm>
          <a:off x="281455" y="1912570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Aerial Dispersants</a:t>
          </a:r>
        </a:p>
      </dsp:txBody>
      <dsp:txXfrm>
        <a:off x="281455" y="1912570"/>
        <a:ext cx="1124857" cy="562428"/>
      </dsp:txXfrm>
    </dsp:sp>
    <dsp:sp modelId="{E566A124-1F46-4151-90AA-5F8DF2366EEB}">
      <dsp:nvSpPr>
        <dsp:cNvPr id="0" name=""/>
        <dsp:cNvSpPr/>
      </dsp:nvSpPr>
      <dsp:spPr>
        <a:xfrm>
          <a:off x="281455" y="2711218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Aerial Surveillance</a:t>
          </a:r>
        </a:p>
      </dsp:txBody>
      <dsp:txXfrm>
        <a:off x="281455" y="2711218"/>
        <a:ext cx="1124857" cy="562428"/>
      </dsp:txXfrm>
    </dsp:sp>
    <dsp:sp modelId="{2D766E93-0D13-40CA-B54C-325BECF68AD6}">
      <dsp:nvSpPr>
        <dsp:cNvPr id="0" name=""/>
        <dsp:cNvSpPr/>
      </dsp:nvSpPr>
      <dsp:spPr>
        <a:xfrm>
          <a:off x="1361318" y="1113921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Marine Division</a:t>
          </a:r>
        </a:p>
      </dsp:txBody>
      <dsp:txXfrm>
        <a:off x="1361318" y="1113921"/>
        <a:ext cx="1124857" cy="562428"/>
      </dsp:txXfrm>
    </dsp:sp>
    <dsp:sp modelId="{32BE3E58-EB02-4FDE-878F-5AB6EE6FBE11}">
      <dsp:nvSpPr>
        <dsp:cNvPr id="0" name=""/>
        <dsp:cNvSpPr/>
      </dsp:nvSpPr>
      <dsp:spPr>
        <a:xfrm>
          <a:off x="1642532" y="1912570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Marine Containment &amp; Recovery</a:t>
          </a:r>
        </a:p>
      </dsp:txBody>
      <dsp:txXfrm>
        <a:off x="1642532" y="1912570"/>
        <a:ext cx="1124857" cy="562428"/>
      </dsp:txXfrm>
    </dsp:sp>
    <dsp:sp modelId="{F9E3F07B-9269-4E3D-A1CE-21B76ED32246}">
      <dsp:nvSpPr>
        <dsp:cNvPr id="0" name=""/>
        <dsp:cNvSpPr/>
      </dsp:nvSpPr>
      <dsp:spPr>
        <a:xfrm>
          <a:off x="1642532" y="2711218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Marine Dispersants</a:t>
          </a:r>
        </a:p>
      </dsp:txBody>
      <dsp:txXfrm>
        <a:off x="1642532" y="2711218"/>
        <a:ext cx="1124857" cy="562428"/>
      </dsp:txXfrm>
    </dsp:sp>
    <dsp:sp modelId="{42CF8CD8-0FCB-451B-AFB7-E02CB31B9136}">
      <dsp:nvSpPr>
        <dsp:cNvPr id="0" name=""/>
        <dsp:cNvSpPr/>
      </dsp:nvSpPr>
      <dsp:spPr>
        <a:xfrm>
          <a:off x="3684149" y="1113921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Shoreline Division</a:t>
          </a:r>
        </a:p>
      </dsp:txBody>
      <dsp:txXfrm>
        <a:off x="3684149" y="1113921"/>
        <a:ext cx="1124857" cy="562428"/>
      </dsp:txXfrm>
    </dsp:sp>
    <dsp:sp modelId="{8FD89E23-4E31-4880-A75B-F974BF2B4E02}">
      <dsp:nvSpPr>
        <dsp:cNvPr id="0" name=""/>
        <dsp:cNvSpPr/>
      </dsp:nvSpPr>
      <dsp:spPr>
        <a:xfrm>
          <a:off x="3003610" y="1912570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Sector A</a:t>
          </a:r>
        </a:p>
      </dsp:txBody>
      <dsp:txXfrm>
        <a:off x="3003610" y="1912570"/>
        <a:ext cx="1124857" cy="562428"/>
      </dsp:txXfrm>
    </dsp:sp>
    <dsp:sp modelId="{AEA8C4C9-2F6C-40A0-B729-D52BF60E6BAF}">
      <dsp:nvSpPr>
        <dsp:cNvPr id="0" name=""/>
        <dsp:cNvSpPr/>
      </dsp:nvSpPr>
      <dsp:spPr>
        <a:xfrm>
          <a:off x="3284824" y="2711218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Response Team A</a:t>
          </a:r>
        </a:p>
      </dsp:txBody>
      <dsp:txXfrm>
        <a:off x="3284824" y="2711218"/>
        <a:ext cx="1124857" cy="562428"/>
      </dsp:txXfrm>
    </dsp:sp>
    <dsp:sp modelId="{C9C48485-3CB6-47AC-9498-BA3292775D88}">
      <dsp:nvSpPr>
        <dsp:cNvPr id="0" name=""/>
        <dsp:cNvSpPr/>
      </dsp:nvSpPr>
      <dsp:spPr>
        <a:xfrm>
          <a:off x="3284824" y="3509867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Response Team B</a:t>
          </a:r>
        </a:p>
      </dsp:txBody>
      <dsp:txXfrm>
        <a:off x="3284824" y="3509867"/>
        <a:ext cx="1124857" cy="562428"/>
      </dsp:txXfrm>
    </dsp:sp>
    <dsp:sp modelId="{C7D1D0D4-FDB4-4C4F-8AB7-305F509851DE}">
      <dsp:nvSpPr>
        <dsp:cNvPr id="0" name=""/>
        <dsp:cNvSpPr/>
      </dsp:nvSpPr>
      <dsp:spPr>
        <a:xfrm>
          <a:off x="4364687" y="1912570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Sector B</a:t>
          </a:r>
        </a:p>
      </dsp:txBody>
      <dsp:txXfrm>
        <a:off x="4364687" y="1912570"/>
        <a:ext cx="1124857" cy="562428"/>
      </dsp:txXfrm>
    </dsp:sp>
    <dsp:sp modelId="{A67981F4-B425-4CB6-853F-ED1D1E942695}">
      <dsp:nvSpPr>
        <dsp:cNvPr id="0" name=""/>
        <dsp:cNvSpPr/>
      </dsp:nvSpPr>
      <dsp:spPr>
        <a:xfrm>
          <a:off x="4645902" y="2711218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Response Team A</a:t>
          </a:r>
        </a:p>
      </dsp:txBody>
      <dsp:txXfrm>
        <a:off x="4645902" y="2711218"/>
        <a:ext cx="1124857" cy="562428"/>
      </dsp:txXfrm>
    </dsp:sp>
    <dsp:sp modelId="{4274AA66-11EA-4F8B-8953-3B64F3470627}">
      <dsp:nvSpPr>
        <dsp:cNvPr id="0" name=""/>
        <dsp:cNvSpPr/>
      </dsp:nvSpPr>
      <dsp:spPr>
        <a:xfrm>
          <a:off x="4645902" y="3509867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Response Team B</a:t>
          </a:r>
        </a:p>
      </dsp:txBody>
      <dsp:txXfrm>
        <a:off x="4645902" y="3509867"/>
        <a:ext cx="1124857" cy="562428"/>
      </dsp:txXfrm>
    </dsp:sp>
    <dsp:sp modelId="{6945FA21-6563-4C11-83FE-51D0A0D02B26}">
      <dsp:nvSpPr>
        <dsp:cNvPr id="0" name=""/>
        <dsp:cNvSpPr/>
      </dsp:nvSpPr>
      <dsp:spPr>
        <a:xfrm>
          <a:off x="5045226" y="1113921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Wildlife Division</a:t>
          </a:r>
        </a:p>
      </dsp:txBody>
      <dsp:txXfrm>
        <a:off x="5045226" y="1113921"/>
        <a:ext cx="1124857" cy="562428"/>
      </dsp:txXfrm>
    </dsp:sp>
    <dsp:sp modelId="{B2BC809E-466C-4BFD-A589-EA79DC90DAF3}">
      <dsp:nvSpPr>
        <dsp:cNvPr id="0" name=""/>
        <dsp:cNvSpPr/>
      </dsp:nvSpPr>
      <dsp:spPr>
        <a:xfrm>
          <a:off x="6406304" y="1113921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Health &amp; Safety</a:t>
          </a:r>
        </a:p>
      </dsp:txBody>
      <dsp:txXfrm>
        <a:off x="6406304" y="1113921"/>
        <a:ext cx="1124857" cy="562428"/>
      </dsp:txXfrm>
    </dsp:sp>
    <dsp:sp modelId="{02EFD032-99B0-4E1A-A6E0-3906385AF09A}">
      <dsp:nvSpPr>
        <dsp:cNvPr id="0" name=""/>
        <dsp:cNvSpPr/>
      </dsp:nvSpPr>
      <dsp:spPr>
        <a:xfrm>
          <a:off x="7767381" y="1113921"/>
          <a:ext cx="1124857" cy="56242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/>
            <a:t>Waste Management</a:t>
          </a:r>
        </a:p>
      </dsp:txBody>
      <dsp:txXfrm>
        <a:off x="7767381" y="1113921"/>
        <a:ext cx="1124857" cy="5624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D01D0-621B-4B36-AF66-934511A0B3CD}">
      <dsp:nvSpPr>
        <dsp:cNvPr id="0" name=""/>
        <dsp:cNvSpPr/>
      </dsp:nvSpPr>
      <dsp:spPr>
        <a:xfrm>
          <a:off x="3438397" y="644267"/>
          <a:ext cx="155314" cy="4142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42993"/>
              </a:lnTo>
              <a:lnTo>
                <a:pt x="155314" y="4142993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A96751-9CE3-41EF-85BB-9033EFEA1B30}">
      <dsp:nvSpPr>
        <dsp:cNvPr id="0" name=""/>
        <dsp:cNvSpPr/>
      </dsp:nvSpPr>
      <dsp:spPr>
        <a:xfrm>
          <a:off x="3438397" y="644267"/>
          <a:ext cx="193257" cy="3336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6920"/>
              </a:lnTo>
              <a:lnTo>
                <a:pt x="193257" y="3336920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7850AA-E82C-4016-B5E2-1F75AFFE3FA7}">
      <dsp:nvSpPr>
        <dsp:cNvPr id="0" name=""/>
        <dsp:cNvSpPr/>
      </dsp:nvSpPr>
      <dsp:spPr>
        <a:xfrm>
          <a:off x="3438397" y="644267"/>
          <a:ext cx="193257" cy="2422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2166"/>
              </a:lnTo>
              <a:lnTo>
                <a:pt x="193257" y="2422166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D06FCA-A92B-4C9D-BD0E-5A1EEAAB2A79}">
      <dsp:nvSpPr>
        <dsp:cNvPr id="0" name=""/>
        <dsp:cNvSpPr/>
      </dsp:nvSpPr>
      <dsp:spPr>
        <a:xfrm>
          <a:off x="3438397" y="644267"/>
          <a:ext cx="193257" cy="15074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7412"/>
              </a:lnTo>
              <a:lnTo>
                <a:pt x="193257" y="1507412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51B6B4-B762-4F3F-8875-4EB71C49AD1D}">
      <dsp:nvSpPr>
        <dsp:cNvPr id="0" name=""/>
        <dsp:cNvSpPr/>
      </dsp:nvSpPr>
      <dsp:spPr>
        <a:xfrm>
          <a:off x="3438397" y="644267"/>
          <a:ext cx="193257" cy="5926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2657"/>
              </a:lnTo>
              <a:lnTo>
                <a:pt x="193257" y="592657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058210-62F9-48A2-BC62-D9D057160AE0}">
      <dsp:nvSpPr>
        <dsp:cNvPr id="0" name=""/>
        <dsp:cNvSpPr/>
      </dsp:nvSpPr>
      <dsp:spPr>
        <a:xfrm>
          <a:off x="3309558" y="73"/>
          <a:ext cx="1288386" cy="6441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>
              <a:solidFill>
                <a:schemeClr val="tx1"/>
              </a:solidFill>
            </a:rPr>
            <a:t>Logistics </a:t>
          </a:r>
          <a:r>
            <a:rPr lang="en-GB" sz="1300" kern="1200" dirty="0" smtClean="0">
              <a:solidFill>
                <a:schemeClr val="tx1"/>
              </a:solidFill>
            </a:rPr>
            <a:t>function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309558" y="73"/>
        <a:ext cx="1288386" cy="644193"/>
      </dsp:txXfrm>
    </dsp:sp>
    <dsp:sp modelId="{D3566592-D53B-4943-8C3D-B07667EC24AD}">
      <dsp:nvSpPr>
        <dsp:cNvPr id="0" name=""/>
        <dsp:cNvSpPr/>
      </dsp:nvSpPr>
      <dsp:spPr>
        <a:xfrm>
          <a:off x="3631655" y="914828"/>
          <a:ext cx="1288386" cy="6441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>
              <a:solidFill>
                <a:schemeClr val="tx1"/>
              </a:solidFill>
            </a:rPr>
            <a:t>Supply</a:t>
          </a:r>
        </a:p>
      </dsp:txBody>
      <dsp:txXfrm>
        <a:off x="3631655" y="914828"/>
        <a:ext cx="1288386" cy="644193"/>
      </dsp:txXfrm>
    </dsp:sp>
    <dsp:sp modelId="{65A89826-C00F-4214-9FC8-6EF008E24B96}">
      <dsp:nvSpPr>
        <dsp:cNvPr id="0" name=""/>
        <dsp:cNvSpPr/>
      </dsp:nvSpPr>
      <dsp:spPr>
        <a:xfrm>
          <a:off x="3631655" y="1829582"/>
          <a:ext cx="1288386" cy="6441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>
              <a:solidFill>
                <a:schemeClr val="tx1"/>
              </a:solidFill>
            </a:rPr>
            <a:t>Communications </a:t>
          </a:r>
          <a:r>
            <a:rPr lang="en-GB" sz="1300" kern="1200" dirty="0" smtClean="0">
              <a:solidFill>
                <a:schemeClr val="tx1"/>
              </a:solidFill>
            </a:rPr>
            <a:t>support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631655" y="1829582"/>
        <a:ext cx="1288386" cy="644193"/>
      </dsp:txXfrm>
    </dsp:sp>
    <dsp:sp modelId="{03EAC650-F825-4B91-B188-54526D6050E6}">
      <dsp:nvSpPr>
        <dsp:cNvPr id="0" name=""/>
        <dsp:cNvSpPr/>
      </dsp:nvSpPr>
      <dsp:spPr>
        <a:xfrm>
          <a:off x="3631655" y="2744337"/>
          <a:ext cx="1288386" cy="6441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>
              <a:solidFill>
                <a:schemeClr val="tx1"/>
              </a:solidFill>
            </a:rPr>
            <a:t>Facilities </a:t>
          </a:r>
          <a:r>
            <a:rPr lang="en-GB" sz="1300" kern="1200" dirty="0" smtClean="0">
              <a:solidFill>
                <a:schemeClr val="tx1"/>
              </a:solidFill>
            </a:rPr>
            <a:t>support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631655" y="2744337"/>
        <a:ext cx="1288386" cy="644193"/>
      </dsp:txXfrm>
    </dsp:sp>
    <dsp:sp modelId="{7E8059F3-3FF2-48A6-8CF8-88558406E338}">
      <dsp:nvSpPr>
        <dsp:cNvPr id="0" name=""/>
        <dsp:cNvSpPr/>
      </dsp:nvSpPr>
      <dsp:spPr>
        <a:xfrm>
          <a:off x="3631655" y="3659091"/>
          <a:ext cx="1288386" cy="6441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>
              <a:solidFill>
                <a:schemeClr val="tx1"/>
              </a:solidFill>
            </a:rPr>
            <a:t>Transport </a:t>
          </a:r>
          <a:r>
            <a:rPr lang="en-GB" sz="1300" kern="1200" dirty="0" smtClean="0">
              <a:solidFill>
                <a:schemeClr val="tx1"/>
              </a:solidFill>
            </a:rPr>
            <a:t>support</a:t>
          </a:r>
          <a:endParaRPr lang="en-GB" sz="1300" kern="1200" dirty="0">
            <a:solidFill>
              <a:schemeClr val="tx1"/>
            </a:solidFill>
          </a:endParaRPr>
        </a:p>
      </dsp:txBody>
      <dsp:txXfrm>
        <a:off x="3631655" y="3659091"/>
        <a:ext cx="1288386" cy="644193"/>
      </dsp:txXfrm>
    </dsp:sp>
    <dsp:sp modelId="{193ADE3D-EA13-4250-B297-DF6F6EF6B6A2}">
      <dsp:nvSpPr>
        <dsp:cNvPr id="0" name=""/>
        <dsp:cNvSpPr/>
      </dsp:nvSpPr>
      <dsp:spPr>
        <a:xfrm>
          <a:off x="3593712" y="4465164"/>
          <a:ext cx="1288386" cy="6441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dirty="0">
              <a:solidFill>
                <a:schemeClr val="tx1"/>
              </a:solidFill>
            </a:rPr>
            <a:t>Subsistence</a:t>
          </a:r>
        </a:p>
      </dsp:txBody>
      <dsp:txXfrm>
        <a:off x="3593712" y="4465164"/>
        <a:ext cx="1288386" cy="6441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C5D05-BE05-8040-B947-31180FCBD119}">
      <dsp:nvSpPr>
        <dsp:cNvPr id="0" name=""/>
        <dsp:cNvSpPr/>
      </dsp:nvSpPr>
      <dsp:spPr>
        <a:xfrm>
          <a:off x="4114799" y="2356427"/>
          <a:ext cx="2911251" cy="505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629"/>
              </a:lnTo>
              <a:lnTo>
                <a:pt x="2911251" y="252629"/>
              </a:lnTo>
              <a:lnTo>
                <a:pt x="2911251" y="505258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86EF54-BBE5-6148-8FB3-EF9D47CD51BE}">
      <dsp:nvSpPr>
        <dsp:cNvPr id="0" name=""/>
        <dsp:cNvSpPr/>
      </dsp:nvSpPr>
      <dsp:spPr>
        <a:xfrm>
          <a:off x="4069079" y="2356427"/>
          <a:ext cx="91440" cy="5052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5258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FF5DC8-EE97-1345-95CA-2FCBCD072D5F}">
      <dsp:nvSpPr>
        <dsp:cNvPr id="0" name=""/>
        <dsp:cNvSpPr/>
      </dsp:nvSpPr>
      <dsp:spPr>
        <a:xfrm>
          <a:off x="1203548" y="2356427"/>
          <a:ext cx="2911251" cy="505258"/>
        </a:xfrm>
        <a:custGeom>
          <a:avLst/>
          <a:gdLst/>
          <a:ahLst/>
          <a:cxnLst/>
          <a:rect l="0" t="0" r="0" b="0"/>
          <a:pathLst>
            <a:path>
              <a:moveTo>
                <a:pt x="2911251" y="0"/>
              </a:moveTo>
              <a:lnTo>
                <a:pt x="2911251" y="252629"/>
              </a:lnTo>
              <a:lnTo>
                <a:pt x="0" y="252629"/>
              </a:lnTo>
              <a:lnTo>
                <a:pt x="0" y="505258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2D68F6-7872-FB4A-9CFE-0A8A6D09F884}">
      <dsp:nvSpPr>
        <dsp:cNvPr id="0" name=""/>
        <dsp:cNvSpPr/>
      </dsp:nvSpPr>
      <dsp:spPr>
        <a:xfrm>
          <a:off x="2911803" y="1153430"/>
          <a:ext cx="2405992" cy="1202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noProof="0" dirty="0">
              <a:solidFill>
                <a:schemeClr val="tx1"/>
              </a:solidFill>
            </a:rPr>
            <a:t>Finances</a:t>
          </a:r>
        </a:p>
      </dsp:txBody>
      <dsp:txXfrm>
        <a:off x="2911803" y="1153430"/>
        <a:ext cx="2405992" cy="1202996"/>
      </dsp:txXfrm>
    </dsp:sp>
    <dsp:sp modelId="{13BF0048-A743-D44C-8FFD-9C162B2F7B7C}">
      <dsp:nvSpPr>
        <dsp:cNvPr id="0" name=""/>
        <dsp:cNvSpPr/>
      </dsp:nvSpPr>
      <dsp:spPr>
        <a:xfrm>
          <a:off x="552" y="2861685"/>
          <a:ext cx="2405992" cy="1202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noProof="0" dirty="0">
              <a:solidFill>
                <a:schemeClr val="tx1"/>
              </a:solidFill>
            </a:rPr>
            <a:t>Accounts</a:t>
          </a:r>
        </a:p>
      </dsp:txBody>
      <dsp:txXfrm>
        <a:off x="552" y="2861685"/>
        <a:ext cx="2405992" cy="1202996"/>
      </dsp:txXfrm>
    </dsp:sp>
    <dsp:sp modelId="{4CE826A1-210F-E24A-9B53-48F950F441DC}">
      <dsp:nvSpPr>
        <dsp:cNvPr id="0" name=""/>
        <dsp:cNvSpPr/>
      </dsp:nvSpPr>
      <dsp:spPr>
        <a:xfrm>
          <a:off x="2911803" y="2861685"/>
          <a:ext cx="2405992" cy="1202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noProof="0" dirty="0">
              <a:solidFill>
                <a:schemeClr val="tx1"/>
              </a:solidFill>
            </a:rPr>
            <a:t>Insurance/Compensation</a:t>
          </a:r>
        </a:p>
      </dsp:txBody>
      <dsp:txXfrm>
        <a:off x="2911803" y="2861685"/>
        <a:ext cx="2405992" cy="1202996"/>
      </dsp:txXfrm>
    </dsp:sp>
    <dsp:sp modelId="{90DF9068-402E-A24B-B434-B93FB01277CC}">
      <dsp:nvSpPr>
        <dsp:cNvPr id="0" name=""/>
        <dsp:cNvSpPr/>
      </dsp:nvSpPr>
      <dsp:spPr>
        <a:xfrm>
          <a:off x="5823054" y="2861685"/>
          <a:ext cx="2405992" cy="1202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700" kern="1200" noProof="0" dirty="0">
              <a:solidFill>
                <a:schemeClr val="tx1"/>
              </a:solidFill>
            </a:rPr>
            <a:t>Cost </a:t>
          </a:r>
          <a:r>
            <a:rPr lang="en-GB" sz="1700" kern="1200" noProof="0" dirty="0" smtClean="0">
              <a:solidFill>
                <a:schemeClr val="tx1"/>
              </a:solidFill>
            </a:rPr>
            <a:t>recovery</a:t>
          </a:r>
          <a:endParaRPr lang="en-GB" sz="1700" kern="1200" noProof="0" dirty="0">
            <a:solidFill>
              <a:schemeClr val="tx1"/>
            </a:solidFill>
          </a:endParaRPr>
        </a:p>
      </dsp:txBody>
      <dsp:txXfrm>
        <a:off x="5823054" y="2861685"/>
        <a:ext cx="2405992" cy="12029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92AE4-59D8-425C-B9BE-774C68E882B5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39D69-1317-464B-A5DB-109A91C7F6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278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25FDD9-0DFD-45D8-B912-115E8528710C}" type="slidenum">
              <a:rPr lang="en-GB" altLang="en-US" sz="1300" smtClean="0">
                <a:latin typeface="Arial" panose="020B0604020202020204" pitchFamily="34" charset="0"/>
              </a:rPr>
              <a:pPr/>
              <a:t>14</a:t>
            </a:fld>
            <a:endParaRPr lang="en-GB" altLang="en-US" sz="130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395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708571" y="1609344"/>
            <a:ext cx="10780776" cy="370617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/>
            </a:r>
            <a:br>
              <a:rPr lang="en-GB" altLang="en-US" b="1" dirty="0" smtClean="0"/>
            </a:br>
            <a:r>
              <a:rPr lang="en-GB" altLang="en-US" b="1" dirty="0" smtClean="0"/>
              <a:t>Lesson 3.13</a:t>
            </a:r>
            <a:br>
              <a:rPr lang="en-GB" altLang="en-US" b="1" dirty="0" smtClean="0"/>
            </a:br>
            <a:r>
              <a:rPr lang="en-US" altLang="en-US" b="1" dirty="0" smtClean="0"/>
              <a:t>Incident Management Systems (IMS) 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>
          <a:xfrm>
            <a:off x="1096200" y="1504168"/>
            <a:ext cx="10342943" cy="4392613"/>
          </a:xfrm>
        </p:spPr>
        <p:txBody>
          <a:bodyPr/>
          <a:lstStyle/>
          <a:p>
            <a:pPr algn="just"/>
            <a:r>
              <a:rPr lang="en-US" altLang="en-US" dirty="0" smtClean="0"/>
              <a:t>To understand the requirements for efficient management structures. </a:t>
            </a:r>
          </a:p>
          <a:p>
            <a:pPr algn="just"/>
            <a:endParaRPr lang="fr-CA" altLang="en-US" dirty="0" smtClean="0"/>
          </a:p>
          <a:p>
            <a:pPr algn="just"/>
            <a:r>
              <a:rPr lang="en-US" altLang="en-US" dirty="0" smtClean="0"/>
              <a:t>To understand the benefits and disadvantages of the various management structures.</a:t>
            </a:r>
            <a:r>
              <a:rPr lang="fr-CA" altLang="en-US" dirty="0" smtClean="0"/>
              <a:t> </a:t>
            </a:r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fr-FR" altLang="en-US" dirty="0" smtClean="0"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61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xfrm>
            <a:off x="868318" y="1304650"/>
            <a:ext cx="10443527" cy="5256212"/>
          </a:xfrm>
        </p:spPr>
        <p:txBody>
          <a:bodyPr/>
          <a:lstStyle/>
          <a:p>
            <a:pPr algn="just" eaLnBrk="1" hangingPunct="1"/>
            <a:r>
              <a:rPr lang="en-US" altLang="en-US" dirty="0" smtClean="0"/>
              <a:t>Oil spills are sudden, unexpected and rapidly evolving situations.</a:t>
            </a:r>
          </a:p>
          <a:p>
            <a:pPr algn="just" eaLnBrk="1" hangingPunct="1"/>
            <a:r>
              <a:rPr lang="en-US" altLang="en-US" dirty="0" smtClean="0"/>
              <a:t>Regardless of the size and complexity, multiple resources will be required</a:t>
            </a:r>
          </a:p>
          <a:p>
            <a:pPr marL="804863" lvl="2" indent="-539750" algn="just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Governmental agencies</a:t>
            </a:r>
          </a:p>
          <a:p>
            <a:pPr marL="804863" lvl="2" indent="-539750" algn="just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Technical experts</a:t>
            </a:r>
          </a:p>
          <a:p>
            <a:pPr marL="804863" lvl="2" indent="-539750" algn="just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Equipment</a:t>
            </a:r>
          </a:p>
          <a:p>
            <a:pPr marL="804863" lvl="2" indent="-539750" algn="just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Communications</a:t>
            </a:r>
          </a:p>
          <a:p>
            <a:pPr algn="just" eaLnBrk="1" hangingPunct="1"/>
            <a:r>
              <a:rPr lang="en-US" altLang="en-US" dirty="0" smtClean="0"/>
              <a:t>It is essential to coordinate these multiple resources.</a:t>
            </a:r>
          </a:p>
          <a:p>
            <a:pPr lvl="2"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lvl="2"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fr-FR" altLang="en-US" dirty="0" smtClean="0"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23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19458" name="Rectangle 3">
            <a:extLst/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56" y="1384300"/>
            <a:ext cx="10699559" cy="5473700"/>
          </a:xfrm>
        </p:spPr>
        <p:txBody>
          <a:bodyPr/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n-US" sz="3200" dirty="0">
                <a:ea typeface="ＭＳ Ｐゴシック" charset="0"/>
              </a:rPr>
              <a:t>An Incident Management System (IMS) is essential for an effective response</a:t>
            </a:r>
          </a:p>
          <a:p>
            <a:pPr lvl="1" indent="-420688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Ensure that all essential functions of a response are taken care of</a:t>
            </a:r>
          </a:p>
          <a:p>
            <a:pPr lvl="1" indent="-420688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Ensure control of response actions</a:t>
            </a:r>
          </a:p>
          <a:p>
            <a:pPr lvl="1" indent="-420688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Ensure coordination of resources </a:t>
            </a:r>
          </a:p>
          <a:p>
            <a:pPr lvl="1" indent="-420688" algn="just"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Ensure the development of incident action plan</a:t>
            </a:r>
          </a:p>
          <a:p>
            <a:pPr marL="0" indent="0" algn="just">
              <a:buNone/>
              <a:defRPr/>
            </a:pPr>
            <a:endParaRPr lang="en-US" sz="3600" dirty="0">
              <a:latin typeface="Arial" charset="0"/>
              <a:ea typeface="ＭＳ Ｐゴシック" charset="0"/>
            </a:endParaRPr>
          </a:p>
          <a:p>
            <a:pPr lvl="2"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8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19458" name="Rectangle 3">
            <a:extLst/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3048" y="1087162"/>
            <a:ext cx="10352087" cy="5473700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3200" dirty="0">
                <a:ea typeface="ＭＳ Ｐゴシック" charset="0"/>
              </a:rPr>
              <a:t>Incident </a:t>
            </a:r>
            <a:r>
              <a:rPr lang="en-US" sz="3200" dirty="0" smtClean="0">
                <a:ea typeface="ＭＳ Ｐゴシック" charset="0"/>
              </a:rPr>
              <a:t>action plan</a:t>
            </a:r>
            <a:endParaRPr lang="en-US" sz="3200" dirty="0">
              <a:ea typeface="ＭＳ Ｐゴシック" charset="0"/>
            </a:endParaRPr>
          </a:p>
          <a:p>
            <a:pPr marL="712788" lvl="1" indent="-530225"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Provides clear instructions to response personnel</a:t>
            </a:r>
          </a:p>
          <a:p>
            <a:pPr marL="712788" lvl="1" indent="-530225"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Describes the activities and logistical support necessary for response</a:t>
            </a:r>
          </a:p>
          <a:p>
            <a:pPr lvl="2" indent="-430213" eaLnBrk="1" hangingPunct="1"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Incident objectives</a:t>
            </a:r>
          </a:p>
          <a:p>
            <a:pPr lvl="2" indent="-430213" eaLnBrk="1" hangingPunct="1"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Strategies</a:t>
            </a:r>
          </a:p>
          <a:p>
            <a:pPr lvl="2" indent="-430213" eaLnBrk="1" hangingPunct="1"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Tactics</a:t>
            </a:r>
          </a:p>
          <a:p>
            <a:pPr marL="712788" lvl="1" indent="-530225"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Covers a specific time period (</a:t>
            </a:r>
            <a:r>
              <a:rPr lang="en-US" sz="2800" dirty="0" smtClean="0">
                <a:ea typeface="ＭＳ Ｐゴシック" charset="0"/>
              </a:rPr>
              <a:t>24 hours, </a:t>
            </a:r>
            <a:r>
              <a:rPr lang="en-US" sz="2800" dirty="0">
                <a:ea typeface="ＭＳ Ｐゴシック" charset="0"/>
              </a:rPr>
              <a:t>7 days)</a:t>
            </a:r>
          </a:p>
          <a:p>
            <a:pPr marL="712788" lvl="1" indent="-530225"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Updated throughout the response as situation and strategies change</a:t>
            </a:r>
          </a:p>
          <a:p>
            <a:pPr marL="712788" indent="-530225">
              <a:buFont typeface="Wingdings" panose="05000000000000000000" pitchFamily="2" charset="2"/>
              <a:buChar char="Ø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lvl="2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31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19458" name="Rectangle 3">
            <a:extLst/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2" y="944626"/>
            <a:ext cx="10525823" cy="5473700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3200" dirty="0">
                <a:ea typeface="ＭＳ Ｐゴシック" charset="0"/>
              </a:rPr>
              <a:t>Incident </a:t>
            </a:r>
            <a:r>
              <a:rPr lang="en-US" sz="3200" dirty="0" smtClean="0">
                <a:ea typeface="ＭＳ Ｐゴシック" charset="0"/>
              </a:rPr>
              <a:t>action plan</a:t>
            </a:r>
            <a:endParaRPr lang="en-US" sz="3200" dirty="0">
              <a:ea typeface="ＭＳ Ｐゴシック" charset="0"/>
            </a:endParaRPr>
          </a:p>
          <a:p>
            <a:pPr lvl="1" indent="-503238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Typically includes the following sections</a:t>
            </a:r>
          </a:p>
          <a:p>
            <a:pPr lvl="2" indent="-430213" eaLnBrk="1" hangingPunct="1">
              <a:buFont typeface="Wingdings" panose="05000000000000000000" pitchFamily="2" charset="2"/>
              <a:buChar char="ü"/>
              <a:defRPr/>
            </a:pPr>
            <a:r>
              <a:rPr lang="en-US" sz="2600" dirty="0">
                <a:ea typeface="ＭＳ Ｐゴシック" charset="0"/>
              </a:rPr>
              <a:t>Situation</a:t>
            </a:r>
          </a:p>
          <a:p>
            <a:pPr marL="1504950" lvl="3" indent="-342900" eaLnBrk="1" hangingPunct="1"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ea typeface="ＭＳ Ｐゴシック" charset="0"/>
              </a:rPr>
              <a:t>Area affected, sensitivities, actions taken</a:t>
            </a:r>
          </a:p>
          <a:p>
            <a:pPr lvl="2" indent="-430213" eaLnBrk="1" hangingPunct="1">
              <a:buFont typeface="Wingdings" panose="05000000000000000000" pitchFamily="2" charset="2"/>
              <a:buChar char="ü"/>
              <a:defRPr/>
            </a:pPr>
            <a:r>
              <a:rPr lang="en-US" sz="2600" dirty="0">
                <a:ea typeface="ＭＳ Ｐゴシック" charset="0"/>
              </a:rPr>
              <a:t>Objectives</a:t>
            </a:r>
          </a:p>
          <a:p>
            <a:pPr marL="1504950" lvl="3" indent="-342900" eaLnBrk="1" hangingPunct="1"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ea typeface="ＭＳ Ｐゴシック" charset="0"/>
              </a:rPr>
              <a:t>What is the response trying to achieve?</a:t>
            </a:r>
          </a:p>
          <a:p>
            <a:pPr lvl="2" indent="-430213" eaLnBrk="1" hangingPunct="1">
              <a:buFont typeface="Wingdings" panose="05000000000000000000" pitchFamily="2" charset="2"/>
              <a:buChar char="ü"/>
              <a:defRPr/>
            </a:pPr>
            <a:r>
              <a:rPr lang="en-US" sz="2600" dirty="0">
                <a:ea typeface="ＭＳ Ｐゴシック" charset="0"/>
              </a:rPr>
              <a:t>Operations</a:t>
            </a:r>
          </a:p>
          <a:p>
            <a:pPr marL="1504950" lvl="3" indent="-342900" eaLnBrk="1" hangingPunct="1"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ea typeface="ＭＳ Ｐゴシック" charset="0"/>
              </a:rPr>
              <a:t>Strategies and tactics</a:t>
            </a:r>
          </a:p>
          <a:p>
            <a:pPr marL="1504950" lvl="3" indent="-342900" eaLnBrk="1" hangingPunct="1"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ea typeface="ＭＳ Ｐゴシック" charset="0"/>
              </a:rPr>
              <a:t>Deadline for completion</a:t>
            </a:r>
          </a:p>
          <a:p>
            <a:pPr lvl="2" indent="-430213" eaLnBrk="1" hangingPunct="1">
              <a:buFont typeface="Wingdings" panose="05000000000000000000" pitchFamily="2" charset="2"/>
              <a:buChar char="ü"/>
              <a:defRPr/>
            </a:pPr>
            <a:r>
              <a:rPr lang="en-US" sz="2600" dirty="0">
                <a:ea typeface="ＭＳ Ｐゴシック" charset="0"/>
              </a:rPr>
              <a:t>Administration and logistics</a:t>
            </a:r>
          </a:p>
          <a:p>
            <a:pPr marL="1504950" lvl="3" indent="-342900" eaLnBrk="1" hangingPunct="1"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ea typeface="ＭＳ Ｐゴシック" charset="0"/>
              </a:rPr>
              <a:t>Describes elements required to support response</a:t>
            </a:r>
          </a:p>
          <a:p>
            <a:pPr lvl="2" indent="-430213" eaLnBrk="1" hangingPunct="1">
              <a:buFont typeface="Wingdings" panose="05000000000000000000" pitchFamily="2" charset="2"/>
              <a:buChar char="ü"/>
              <a:defRPr/>
            </a:pPr>
            <a:r>
              <a:rPr lang="en-US" sz="2600" dirty="0">
                <a:ea typeface="ＭＳ Ｐゴシック" charset="0"/>
              </a:rPr>
              <a:t>Reporting arrangements</a:t>
            </a:r>
          </a:p>
          <a:p>
            <a:pPr marL="0" indent="0">
              <a:buNone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lvl="2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097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19458" name="Rectangle 3">
            <a:extLst/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8728" y="1204384"/>
            <a:ext cx="10516680" cy="5256212"/>
          </a:xfrm>
        </p:spPr>
        <p:txBody>
          <a:bodyPr/>
          <a:lstStyle/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r>
              <a:rPr lang="en-GB" sz="3200" dirty="0">
                <a:ea typeface="ＭＳ Ｐゴシック" charset="0"/>
              </a:rPr>
              <a:t>Example of incident action plan:</a:t>
            </a:r>
          </a:p>
          <a:p>
            <a:pPr marL="630238" lvl="1" indent="-447675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b="1" dirty="0">
                <a:ea typeface="ＭＳ Ｐゴシック" charset="0"/>
              </a:rPr>
              <a:t>Objective:</a:t>
            </a:r>
            <a:r>
              <a:rPr lang="en-GB" dirty="0">
                <a:ea typeface="ＭＳ Ｐゴシック" charset="0"/>
              </a:rPr>
              <a:t> Prevent oiling of area X</a:t>
            </a:r>
          </a:p>
          <a:p>
            <a:pPr marL="630238" lvl="1" indent="-447675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b="1" dirty="0">
                <a:ea typeface="ＭＳ Ｐゴシック" charset="0"/>
              </a:rPr>
              <a:t>Strategy: </a:t>
            </a:r>
            <a:r>
              <a:rPr lang="en-GB" dirty="0">
                <a:ea typeface="ＭＳ Ｐゴシック" charset="0"/>
              </a:rPr>
              <a:t>Application of dispersants</a:t>
            </a:r>
          </a:p>
          <a:p>
            <a:pPr marL="630238" lvl="1" indent="-447675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b="1" dirty="0">
                <a:ea typeface="ＭＳ Ｐゴシック" charset="0"/>
              </a:rPr>
              <a:t>Tactic:</a:t>
            </a:r>
            <a:r>
              <a:rPr lang="en-GB" dirty="0">
                <a:ea typeface="ＭＳ Ｐゴシック" charset="0"/>
              </a:rPr>
              <a:t> Use a fix wing aircraft to apply dispersant at location Y</a:t>
            </a:r>
          </a:p>
          <a:p>
            <a:pPr marL="630238" lvl="1" indent="-447675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b="1" dirty="0">
                <a:ea typeface="ＭＳ Ｐゴシック" charset="0"/>
              </a:rPr>
              <a:t>Logistics:</a:t>
            </a:r>
            <a:r>
              <a:rPr lang="en-GB" dirty="0">
                <a:ea typeface="ＭＳ Ｐゴシック" charset="0"/>
              </a:rPr>
              <a:t> C130 aircraft, 10,000 litres of dispersants, support aircraft for coordination, 5 staff at refuelling bay</a:t>
            </a:r>
          </a:p>
          <a:p>
            <a:pPr marL="630238" lvl="1" indent="-447675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b="1" dirty="0">
                <a:ea typeface="ＭＳ Ｐゴシック" charset="0"/>
              </a:rPr>
              <a:t>Reporting:</a:t>
            </a:r>
            <a:r>
              <a:rPr lang="en-GB" dirty="0">
                <a:ea typeface="ＭＳ Ｐゴシック" charset="0"/>
              </a:rPr>
              <a:t> Head of operations to be informed of mission results</a:t>
            </a:r>
            <a:endParaRPr lang="en-GB" dirty="0">
              <a:latin typeface="Arial" charset="0"/>
              <a:ea typeface="ＭＳ Ｐゴシック" charset="0"/>
            </a:endParaRPr>
          </a:p>
          <a:p>
            <a:pPr marL="630238" indent="-447675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marL="630238" lvl="2" indent="-447675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60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19458" name="Rectangle 3">
            <a:extLst/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032" y="1052513"/>
            <a:ext cx="10105199" cy="409555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r>
              <a:rPr lang="en-US" sz="3200" dirty="0">
                <a:ea typeface="ＭＳ Ｐゴシック" charset="0"/>
              </a:rPr>
              <a:t>Important characteristics of IMS:</a:t>
            </a:r>
          </a:p>
          <a:p>
            <a:pPr lvl="1" indent="-420688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Must be flexible</a:t>
            </a:r>
          </a:p>
          <a:p>
            <a:pPr lvl="1" indent="-420688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Must be scalable</a:t>
            </a:r>
          </a:p>
          <a:p>
            <a:pPr lvl="1" indent="-420688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Ensure command, control and coordination of efforts</a:t>
            </a:r>
          </a:p>
          <a:p>
            <a:pPr lvl="1" indent="-420688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Is manageable (span of control) </a:t>
            </a:r>
          </a:p>
          <a:p>
            <a:pPr lvl="1" indent="-420688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Multiple agencies and stakeholders are integrated in structure according to their function</a:t>
            </a:r>
          </a:p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lvl="2"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marL="0" indent="0" algn="just">
              <a:lnSpc>
                <a:spcPct val="100000"/>
              </a:lnSpc>
              <a:buNone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lvl="2"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lnSpc>
                <a:spcPct val="100000"/>
              </a:lnSpc>
              <a:buFont typeface="Arial" charset="0"/>
              <a:buChar char="•"/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45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1992313" y="188914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19458" name="Rectangle 3">
            <a:extLst/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65562" y="939803"/>
            <a:ext cx="9849040" cy="5257800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sz="3600" dirty="0">
                <a:latin typeface="Arial" charset="0"/>
                <a:ea typeface="ＭＳ Ｐゴシック" charset="0"/>
              </a:rPr>
              <a:t> </a:t>
            </a:r>
            <a:r>
              <a:rPr lang="en-US" sz="3200" dirty="0">
                <a:ea typeface="ＭＳ Ｐゴシック" charset="0"/>
              </a:rPr>
              <a:t>Key functions of IMS</a:t>
            </a:r>
          </a:p>
          <a:p>
            <a:pPr lvl="1" indent="-328613"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Command</a:t>
            </a:r>
          </a:p>
          <a:p>
            <a:pPr lvl="2" indent="-430213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Management/coordination of the overall response</a:t>
            </a:r>
          </a:p>
          <a:p>
            <a:pPr lvl="1" indent="-328613"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Planning</a:t>
            </a:r>
          </a:p>
          <a:p>
            <a:pPr lvl="2" indent="-430213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Planning of future operations based on knowledge of situation</a:t>
            </a:r>
          </a:p>
          <a:p>
            <a:pPr lvl="1" indent="-328613"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Operations</a:t>
            </a:r>
          </a:p>
          <a:p>
            <a:pPr lvl="2" indent="-430213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Conduct operations</a:t>
            </a:r>
          </a:p>
          <a:p>
            <a:pPr lvl="1" indent="-328613"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Logistics</a:t>
            </a:r>
          </a:p>
          <a:p>
            <a:pPr lvl="2" indent="-430213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Providing logistical support</a:t>
            </a:r>
          </a:p>
          <a:p>
            <a:pPr lvl="1" indent="-328613" eaLnBrk="1" hangingPunct="1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Finances</a:t>
            </a:r>
          </a:p>
          <a:p>
            <a:pPr lvl="2" indent="-430213" eaLnBrk="1" hangingPunct="1"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Financial control and record keeping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lvl="2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marL="0" indent="0">
              <a:buNone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lvl="2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35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626" name="Titre 6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fr-FR" altLang="en-US" b="1" dirty="0" smtClean="0"/>
              <a:t>IMS</a:t>
            </a:r>
          </a:p>
        </p:txBody>
      </p:sp>
      <p:graphicFrame>
        <p:nvGraphicFramePr>
          <p:cNvPr id="9" name="Diagramme 8">
            <a:extLst/>
          </p:cNvPr>
          <p:cNvGraphicFramePr/>
          <p:nvPr/>
        </p:nvGraphicFramePr>
        <p:xfrm>
          <a:off x="1703512" y="1397000"/>
          <a:ext cx="878497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88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1992313" y="188914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>
          <a:xfrm>
            <a:off x="1123760" y="1120500"/>
            <a:ext cx="9007792" cy="5257800"/>
          </a:xfrm>
        </p:spPr>
        <p:txBody>
          <a:bodyPr/>
          <a:lstStyle/>
          <a:p>
            <a:pPr algn="just" eaLnBrk="1" hangingPunct="1"/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r>
              <a:rPr lang="en-US" altLang="en-US" sz="3200" dirty="0" smtClean="0"/>
              <a:t>Command function</a:t>
            </a:r>
          </a:p>
          <a:p>
            <a:pPr lvl="1" indent="-328613" algn="just" eaLnBrk="1" hangingPunct="1">
              <a:buFont typeface="Wingdings" panose="05000000000000000000" pitchFamily="2" charset="2"/>
              <a:buChar char="Ø"/>
            </a:pPr>
            <a:r>
              <a:rPr lang="en-US" altLang="en-US" sz="2800" b="1" u="sng" dirty="0" smtClean="0"/>
              <a:t>Responsible</a:t>
            </a:r>
            <a:r>
              <a:rPr lang="en-US" altLang="en-US" sz="2800" dirty="0" smtClean="0"/>
              <a:t> for overall management</a:t>
            </a:r>
          </a:p>
          <a:p>
            <a:pPr lvl="1" indent="-328613" algn="just"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Sets objectives and priorities</a:t>
            </a:r>
          </a:p>
          <a:p>
            <a:pPr lvl="1" indent="-328613" algn="just" eaLnBrk="1" hangingPunct="1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Establishes an appropriate organization</a:t>
            </a:r>
          </a:p>
          <a:p>
            <a:pPr lvl="1" indent="-328613" algn="just" eaLnBrk="1" hangingPunct="1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Ensures planning meetings are scheduled</a:t>
            </a:r>
          </a:p>
          <a:p>
            <a:pPr lvl="1" indent="-328613" algn="just" eaLnBrk="1" hangingPunct="1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Approves and authorizes the implementation of an Incident Action Plan</a:t>
            </a:r>
          </a:p>
          <a:p>
            <a:pPr lvl="1" indent="-328613" algn="just" eaLnBrk="1" hangingPunct="1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Ensures that adequate safety measures are in place</a:t>
            </a:r>
          </a:p>
          <a:p>
            <a:pPr lvl="1" indent="-328613" algn="just" eaLnBrk="1" hangingPunct="1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Coordinates with key people and officials</a:t>
            </a:r>
          </a:p>
          <a:p>
            <a:pPr lvl="2" algn="just" eaLnBrk="1" hangingPunct="1"/>
            <a:endParaRPr lang="en-US" altLang="en-US" dirty="0" smtClean="0"/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algn="just" eaLnBrk="1" hangingPunct="1"/>
            <a:endParaRPr lang="fr-FR" altLang="en-US" dirty="0" smtClean="0"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30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1992313" y="188914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19458" name="Rectangle 3">
            <a:extLst/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8001" y="1303062"/>
            <a:ext cx="10178224" cy="5257800"/>
          </a:xfrm>
        </p:spPr>
        <p:txBody>
          <a:bodyPr/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n-US" dirty="0">
                <a:ea typeface="ＭＳ Ｐゴシック" charset="0"/>
              </a:rPr>
              <a:t> </a:t>
            </a:r>
            <a:r>
              <a:rPr lang="en-US" sz="3200" dirty="0">
                <a:ea typeface="ＭＳ Ｐゴシック" charset="0"/>
              </a:rPr>
              <a:t>Command function</a:t>
            </a:r>
          </a:p>
          <a:p>
            <a:pPr lvl="1" indent="-328613" algn="just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en-GB" sz="2800" dirty="0">
                <a:ea typeface="ＭＳ Ｐゴシック" charset="0"/>
              </a:rPr>
              <a:t>Approves requests for additional resources or for the release of </a:t>
            </a:r>
            <a:r>
              <a:rPr lang="en-GB" sz="2800" dirty="0" smtClean="0">
                <a:ea typeface="ＭＳ Ｐゴシック" charset="0"/>
              </a:rPr>
              <a:t>resources</a:t>
            </a:r>
            <a:endParaRPr lang="en-GB" sz="2800" dirty="0">
              <a:ea typeface="ＭＳ Ｐゴシック" charset="0"/>
            </a:endParaRPr>
          </a:p>
          <a:p>
            <a:pPr lvl="1" indent="-328613" algn="just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en-GB" sz="2800" dirty="0">
                <a:ea typeface="ＭＳ Ｐゴシック" charset="0"/>
              </a:rPr>
              <a:t>Authorizes release of information to the news </a:t>
            </a:r>
            <a:r>
              <a:rPr lang="en-GB" sz="2800" dirty="0" smtClean="0">
                <a:ea typeface="ＭＳ Ｐゴシック" charset="0"/>
              </a:rPr>
              <a:t>media</a:t>
            </a:r>
            <a:endParaRPr lang="en-GB" sz="2800" dirty="0">
              <a:ea typeface="ＭＳ Ｐゴシック" charset="0"/>
            </a:endParaRPr>
          </a:p>
          <a:p>
            <a:pPr lvl="1" indent="-328613" algn="just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en-GB" sz="2800" dirty="0">
                <a:ea typeface="ＭＳ Ｐゴシック" charset="0"/>
              </a:rPr>
              <a:t>Orders the demobilization of the incident when </a:t>
            </a:r>
            <a:r>
              <a:rPr lang="en-GB" sz="2800" dirty="0" smtClean="0">
                <a:ea typeface="ＭＳ Ｐゴシック" charset="0"/>
              </a:rPr>
              <a:t>appropriate</a:t>
            </a:r>
            <a:endParaRPr lang="en-GB" sz="2800" dirty="0">
              <a:ea typeface="ＭＳ Ｐゴシック" charset="0"/>
            </a:endParaRPr>
          </a:p>
          <a:p>
            <a:pPr lvl="1" indent="-328613" algn="just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ea typeface="ＭＳ Ｐゴシック" charset="0"/>
              </a:rPr>
              <a:t>Can be one individual or a group</a:t>
            </a:r>
          </a:p>
          <a:p>
            <a:pPr lvl="2" indent="-430213" algn="just">
              <a:lnSpc>
                <a:spcPct val="11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dirty="0">
                <a:ea typeface="ＭＳ Ｐゴシック" charset="0"/>
              </a:rPr>
              <a:t>Legal and communication advisors</a:t>
            </a:r>
          </a:p>
          <a:p>
            <a:pPr lvl="2" algn="just">
              <a:lnSpc>
                <a:spcPct val="110000"/>
              </a:lnSpc>
              <a:buFont typeface="Arial" charset="0"/>
              <a:buChar char="•"/>
              <a:defRPr/>
            </a:pPr>
            <a:endParaRPr lang="en-US" dirty="0">
              <a:ea typeface="ＭＳ Ｐゴシック" charset="0"/>
            </a:endParaRPr>
          </a:p>
          <a:p>
            <a:pPr lvl="2"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marL="0" indent="0" algn="just">
              <a:buNone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lvl="2"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155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1992313" y="188914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19458" name="Rectangle 3">
            <a:extLst/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5200" y="955532"/>
            <a:ext cx="9565576" cy="5257800"/>
          </a:xfrm>
        </p:spPr>
        <p:txBody>
          <a:bodyPr/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n-US" dirty="0">
                <a:latin typeface="Arial" charset="0"/>
                <a:ea typeface="ＭＳ Ｐゴシック" charset="0"/>
              </a:rPr>
              <a:t> </a:t>
            </a:r>
            <a:r>
              <a:rPr lang="en-US" sz="3200" dirty="0">
                <a:ea typeface="ＭＳ Ｐゴシック" charset="0"/>
              </a:rPr>
              <a:t>Planning function</a:t>
            </a:r>
          </a:p>
          <a:p>
            <a:pPr lvl="1" indent="-3286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  <a:defRPr/>
            </a:pPr>
            <a:r>
              <a:rPr lang="en-GB" sz="2800" dirty="0">
                <a:ea typeface="ＭＳ Ｐゴシック" charset="0"/>
              </a:rPr>
              <a:t>Evaluation of situation</a:t>
            </a:r>
          </a:p>
          <a:p>
            <a:pPr lvl="2" indent="-4302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  <a:defRPr/>
            </a:pPr>
            <a:r>
              <a:rPr lang="en-GB" sz="2400" dirty="0">
                <a:ea typeface="ＭＳ Ｐゴシック" charset="0"/>
              </a:rPr>
              <a:t>Weather, oil trajectory, oil weathering</a:t>
            </a:r>
          </a:p>
          <a:p>
            <a:pPr lvl="1" indent="-3286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  <a:defRPr/>
            </a:pPr>
            <a:r>
              <a:rPr lang="en-GB" sz="2800" dirty="0">
                <a:ea typeface="ＭＳ Ｐゴシック" charset="0"/>
              </a:rPr>
              <a:t>Environment</a:t>
            </a:r>
          </a:p>
          <a:p>
            <a:pPr lvl="2" indent="-4302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  <a:defRPr/>
            </a:pPr>
            <a:r>
              <a:rPr lang="en-GB" sz="2400" dirty="0">
                <a:ea typeface="ＭＳ Ｐゴシック" charset="0"/>
              </a:rPr>
              <a:t>Sensitive resources, acceptable methods, wastes, end-points</a:t>
            </a:r>
          </a:p>
          <a:p>
            <a:pPr lvl="1" indent="-3286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  <a:defRPr/>
            </a:pPr>
            <a:r>
              <a:rPr lang="en-GB" sz="2800" dirty="0">
                <a:ea typeface="ＭＳ Ｐゴシック" charset="0"/>
              </a:rPr>
              <a:t>Develop response strategies</a:t>
            </a:r>
          </a:p>
          <a:p>
            <a:pPr lvl="2" indent="-4302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  <a:defRPr/>
            </a:pPr>
            <a:r>
              <a:rPr lang="en-GB" sz="2400" dirty="0">
                <a:ea typeface="ＭＳ Ｐゴシック" charset="0"/>
              </a:rPr>
              <a:t>Identify best response strategies based on situation and environmental sensitivities</a:t>
            </a:r>
          </a:p>
          <a:p>
            <a:pPr marL="0" indent="0" algn="just">
              <a:buNone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lvl="2"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en-US" dirty="0">
              <a:latin typeface="Arial" charset="0"/>
              <a:ea typeface="ＭＳ Ｐゴシック" charset="0"/>
            </a:endParaRPr>
          </a:p>
          <a:p>
            <a:pPr algn="just" eaLnBrk="1" hangingPunct="1">
              <a:buFont typeface="Arial" charset="0"/>
              <a:buChar char="•"/>
              <a:defRPr/>
            </a:pPr>
            <a:endParaRPr lang="fr-FR" dirty="0">
              <a:latin typeface="Arial" charset="0"/>
              <a:ea typeface="ＭＳ Ｐゴシック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813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Autofit/>
          </a:bodyPr>
          <a:lstStyle/>
          <a:p>
            <a:pPr algn="ctr"/>
            <a:r>
              <a:rPr lang="en-GB" altLang="en-US" sz="4000" b="1" dirty="0"/>
              <a:t>Planning </a:t>
            </a:r>
            <a:r>
              <a:rPr lang="en-GB" altLang="en-US" sz="4000" b="1" dirty="0" smtClean="0"/>
              <a:t>Function</a:t>
            </a:r>
            <a:endParaRPr lang="en-GB" altLang="en-US" sz="4000" b="1" dirty="0"/>
          </a:p>
        </p:txBody>
      </p:sp>
      <p:graphicFrame>
        <p:nvGraphicFramePr>
          <p:cNvPr id="4" name="Content Placeholder 3">
            <a:extLst/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2714950"/>
              </p:ext>
            </p:extLst>
          </p:nvPr>
        </p:nvGraphicFramePr>
        <p:xfrm>
          <a:off x="1631504" y="908721"/>
          <a:ext cx="8229600" cy="5218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972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>
                <a:latin typeface="Arial" panose="020B0604020202020204" pitchFamily="34" charset="0"/>
              </a:rPr>
              <a:t>IMS </a:t>
            </a:r>
            <a:r>
              <a:rPr lang="en-US" altLang="en-US" b="1" dirty="0" smtClean="0"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n-US" altLang="en-US" b="1" dirty="0" smtClean="0">
                <a:latin typeface="Arial" panose="020B0604020202020204" pitchFamily="34" charset="0"/>
              </a:rPr>
              <a:t>Planning</a:t>
            </a:r>
            <a:endParaRPr lang="en-CA" altLang="en-US" b="1" dirty="0" smtClean="0"/>
          </a:p>
        </p:txBody>
      </p:sp>
      <p:pic>
        <p:nvPicPr>
          <p:cNvPr id="32771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3319" y="1576325"/>
            <a:ext cx="5482336" cy="4111243"/>
          </a:xfrm>
        </p:spPr>
      </p:pic>
      <p:pic>
        <p:nvPicPr>
          <p:cNvPr id="3277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602" y="1576324"/>
            <a:ext cx="5485574" cy="4113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709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1992313" y="188914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>
          <a:xfrm>
            <a:off x="1145604" y="939803"/>
            <a:ext cx="10595292" cy="5257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r>
              <a:rPr lang="en-US" altLang="en-US" sz="3200" dirty="0" smtClean="0"/>
              <a:t>Operations function</a:t>
            </a:r>
          </a:p>
          <a:p>
            <a:pPr lvl="1" indent="-328613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Implement response action plan</a:t>
            </a:r>
          </a:p>
          <a:p>
            <a:pPr lvl="2" indent="-430213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Deployment of resources (people and equipment)</a:t>
            </a:r>
          </a:p>
          <a:p>
            <a:pPr lvl="1" indent="-328613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Management and coordination of response operations</a:t>
            </a:r>
          </a:p>
          <a:p>
            <a:pPr lvl="2" indent="-430213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Marine operations</a:t>
            </a:r>
          </a:p>
          <a:p>
            <a:pPr lvl="2" indent="-430213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Shoreline operations</a:t>
            </a:r>
          </a:p>
          <a:p>
            <a:pPr lvl="2" indent="-430213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Aerial operations</a:t>
            </a:r>
          </a:p>
          <a:p>
            <a:pPr lvl="2" indent="-430213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Wildlife response </a:t>
            </a:r>
          </a:p>
          <a:p>
            <a:pPr lvl="2" indent="-430213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Health and safety</a:t>
            </a:r>
            <a:endParaRPr lang="en-US" altLang="en-US" sz="2400" dirty="0" smtClean="0"/>
          </a:p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eaLnBrk="1" hangingPunct="1"/>
            <a:endParaRPr lang="fr-FR" altLang="en-US" dirty="0" smtClean="0"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31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1992313" y="188914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>
          <a:xfrm>
            <a:off x="1081596" y="1228090"/>
            <a:ext cx="10229532" cy="2712974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r>
              <a:rPr lang="en-US" altLang="en-US" sz="3200" dirty="0" smtClean="0"/>
              <a:t>Operations function</a:t>
            </a:r>
          </a:p>
          <a:p>
            <a:pPr marL="804863" lvl="1" indent="-447675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Operations can take place at multiple locations depending on scale of incident</a:t>
            </a:r>
          </a:p>
          <a:p>
            <a:pPr marL="804863" lvl="1" indent="-447675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Operations might be divided in multiple divisions and sub-divisions depending on requirements of incident.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38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Autofit/>
          </a:bodyPr>
          <a:lstStyle/>
          <a:p>
            <a:pPr algn="ctr"/>
            <a:r>
              <a:rPr lang="en-GB" altLang="en-US" sz="4000" b="1" dirty="0"/>
              <a:t>Operations </a:t>
            </a:r>
            <a:r>
              <a:rPr lang="en-GB" altLang="en-US" sz="4000" b="1" dirty="0" smtClean="0"/>
              <a:t>Function</a:t>
            </a:r>
            <a:endParaRPr lang="en-GB" altLang="en-US" sz="4000" b="1" dirty="0"/>
          </a:p>
        </p:txBody>
      </p:sp>
      <p:graphicFrame>
        <p:nvGraphicFramePr>
          <p:cNvPr id="4" name="Content Placeholder 3">
            <a:extLst/>
          </p:cNvPr>
          <p:cNvGraphicFramePr>
            <a:graphicFrameLocks noGrp="1"/>
          </p:cNvGraphicFramePr>
          <p:nvPr>
            <p:ph idx="1"/>
          </p:nvPr>
        </p:nvGraphicFramePr>
        <p:xfrm>
          <a:off x="1668016" y="980729"/>
          <a:ext cx="8892480" cy="4387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1957388" y="5516563"/>
            <a:ext cx="8075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A typical layout: Must be adjusted to fit your incident</a:t>
            </a: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589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IMS </a:t>
            </a:r>
            <a:r>
              <a:rPr lang="en-CA" altLang="en-US" b="1" dirty="0" smtClean="0">
                <a:sym typeface="Symbol" panose="05050102010706020507" pitchFamily="18" charset="2"/>
              </a:rPr>
              <a:t></a:t>
            </a:r>
            <a:r>
              <a:rPr lang="en-CA" altLang="en-US" b="1" dirty="0" smtClean="0"/>
              <a:t> Operations</a:t>
            </a:r>
          </a:p>
        </p:txBody>
      </p:sp>
      <p:pic>
        <p:nvPicPr>
          <p:cNvPr id="36867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161" y="1468162"/>
            <a:ext cx="5820746" cy="3905631"/>
          </a:xfrm>
        </p:spPr>
      </p:pic>
      <p:pic>
        <p:nvPicPr>
          <p:cNvPr id="36868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072" y="1468162"/>
            <a:ext cx="2945511" cy="392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566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xfrm>
            <a:off x="1992313" y="188914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>
          <a:xfrm>
            <a:off x="935292" y="955532"/>
            <a:ext cx="10357548" cy="5257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r>
              <a:rPr lang="en-US" altLang="en-US" sz="3200" dirty="0" smtClean="0"/>
              <a:t>Logistics function</a:t>
            </a:r>
          </a:p>
          <a:p>
            <a:pPr lvl="1" indent="-328613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Supports operations by providing and maintaining resources and services necessary for the response</a:t>
            </a:r>
          </a:p>
          <a:p>
            <a:pPr lvl="2" indent="-43021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Communication</a:t>
            </a:r>
          </a:p>
          <a:p>
            <a:pPr lvl="2" indent="-43021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Equipment and personnel</a:t>
            </a:r>
          </a:p>
          <a:p>
            <a:pPr lvl="2" indent="-43021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Transport and fuel</a:t>
            </a:r>
          </a:p>
          <a:p>
            <a:pPr lvl="2" indent="-43021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Lodging</a:t>
            </a:r>
          </a:p>
          <a:p>
            <a:pPr lvl="2" indent="-43021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Food and water</a:t>
            </a:r>
          </a:p>
          <a:p>
            <a:pPr lvl="2" indent="-43021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Toilets</a:t>
            </a:r>
          </a:p>
          <a:p>
            <a:pPr lvl="2" indent="-43021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Etc.</a:t>
            </a:r>
          </a:p>
          <a:p>
            <a:pPr lvl="1" indent="-328613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Ensures delivery and storage of supplies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26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sz="4000" b="1" dirty="0"/>
              <a:t>Logistics </a:t>
            </a:r>
            <a:r>
              <a:rPr lang="en-GB" altLang="en-US" sz="4000" b="1" dirty="0" smtClean="0"/>
              <a:t>Function</a:t>
            </a:r>
            <a:endParaRPr lang="en-GB" altLang="en-US" sz="4000" b="1" dirty="0"/>
          </a:p>
        </p:txBody>
      </p:sp>
      <p:graphicFrame>
        <p:nvGraphicFramePr>
          <p:cNvPr id="4" name="Content Placeholder 3">
            <a:extLst/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056885"/>
              </p:ext>
            </p:extLst>
          </p:nvPr>
        </p:nvGraphicFramePr>
        <p:xfrm>
          <a:off x="1524000" y="990347"/>
          <a:ext cx="8229600" cy="5218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780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993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051" y="1012826"/>
            <a:ext cx="3611563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IMS </a:t>
            </a:r>
            <a:r>
              <a:rPr lang="en-CA" altLang="en-US" b="1" dirty="0" smtClean="0">
                <a:sym typeface="Symbol" panose="05050102010706020507" pitchFamily="18" charset="2"/>
              </a:rPr>
              <a:t></a:t>
            </a:r>
            <a:r>
              <a:rPr lang="en-CA" altLang="en-US" b="1" dirty="0" smtClean="0"/>
              <a:t> Logistics</a:t>
            </a:r>
          </a:p>
        </p:txBody>
      </p:sp>
      <p:pic>
        <p:nvPicPr>
          <p:cNvPr id="39940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24076" y="1009651"/>
            <a:ext cx="3622675" cy="2716213"/>
          </a:xfrm>
        </p:spPr>
      </p:pic>
      <p:pic>
        <p:nvPicPr>
          <p:cNvPr id="39941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3" y="3249614"/>
            <a:ext cx="4248150" cy="284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895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xfrm>
            <a:off x="1992313" y="188914"/>
            <a:ext cx="8229600" cy="5619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>
          <a:xfrm>
            <a:off x="1163892" y="1104771"/>
            <a:ext cx="10266108" cy="5257800"/>
          </a:xfrm>
        </p:spPr>
        <p:txBody>
          <a:bodyPr/>
          <a:lstStyle/>
          <a:p>
            <a:pPr algn="just" eaLnBrk="1" hangingPunct="1"/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r>
              <a:rPr lang="en-US" altLang="en-US" sz="3200" dirty="0" smtClean="0"/>
              <a:t>Finance function</a:t>
            </a:r>
          </a:p>
          <a:p>
            <a:pPr lvl="1" indent="-3286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Manages financial and administrative aspects of response</a:t>
            </a:r>
          </a:p>
          <a:p>
            <a:pPr lvl="2" indent="-4302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Monitors and maintains records on costs incurred</a:t>
            </a:r>
          </a:p>
          <a:p>
            <a:pPr lvl="2" indent="-4302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Responsible for human resources</a:t>
            </a:r>
          </a:p>
          <a:p>
            <a:pPr lvl="2" indent="-4302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Makes payments to staff, contractors, suppliers</a:t>
            </a:r>
          </a:p>
          <a:p>
            <a:pPr lvl="1" indent="-3286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Compiles and prepares claims for costs recovery</a:t>
            </a:r>
          </a:p>
          <a:p>
            <a:pPr lvl="2" indent="-4302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To insurers</a:t>
            </a:r>
          </a:p>
          <a:p>
            <a:pPr lvl="2" indent="-430213" algn="just">
              <a:lnSpc>
                <a:spcPct val="110000"/>
              </a:lnSpc>
              <a:spcBef>
                <a:spcPct val="40000"/>
              </a:spcBef>
              <a:buFont typeface="Wingdings" panose="05000000000000000000" pitchFamily="2" charset="2"/>
              <a:buChar char="ü"/>
            </a:pPr>
            <a:r>
              <a:rPr lang="en-GB" altLang="en-US" sz="2400" dirty="0" smtClean="0"/>
              <a:t>To IOPC Fund</a:t>
            </a:r>
          </a:p>
          <a:p>
            <a:pPr lvl="1" algn="just">
              <a:lnSpc>
                <a:spcPct val="110000"/>
              </a:lnSpc>
              <a:spcBef>
                <a:spcPct val="40000"/>
              </a:spcBef>
            </a:pPr>
            <a:endParaRPr lang="en-GB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37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986" name="Titr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fr-FR" altLang="en-US" b="1" dirty="0" smtClean="0"/>
              <a:t>IMS</a:t>
            </a:r>
          </a:p>
        </p:txBody>
      </p:sp>
      <p:graphicFrame>
        <p:nvGraphicFramePr>
          <p:cNvPr id="5" name="Espace réservé du contenu 4">
            <a:extLst/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009607"/>
              </p:ext>
            </p:extLst>
          </p:nvPr>
        </p:nvGraphicFramePr>
        <p:xfrm>
          <a:off x="1981200" y="908051"/>
          <a:ext cx="8229600" cy="5218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69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1992313" y="188914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>
          <a:xfrm>
            <a:off x="1626680" y="963198"/>
            <a:ext cx="9547288" cy="5256213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</a:rPr>
              <a:t>W</a:t>
            </a:r>
            <a:r>
              <a:rPr lang="en-US" altLang="en-US" sz="3200" dirty="0" smtClean="0"/>
              <a:t>ho does it? – some examples</a:t>
            </a:r>
          </a:p>
          <a:p>
            <a:pPr lvl="1" indent="-328613"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/>
              <a:t>Command</a:t>
            </a:r>
          </a:p>
          <a:p>
            <a:pPr lvl="2" indent="-430213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/>
              <a:t>Designated national authority</a:t>
            </a:r>
          </a:p>
          <a:p>
            <a:pPr lvl="1" indent="-328613"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/>
              <a:t>Planning</a:t>
            </a:r>
          </a:p>
          <a:p>
            <a:pPr lvl="2" indent="-430213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/>
              <a:t>Weather services, environment, technical experts, fisheries, etc. </a:t>
            </a:r>
          </a:p>
          <a:p>
            <a:pPr lvl="1" indent="-328613"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/>
              <a:t>Operations</a:t>
            </a:r>
          </a:p>
          <a:p>
            <a:pPr lvl="2" indent="-430213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/>
              <a:t>Navy, air force, coast guards, civil defense, etc.</a:t>
            </a:r>
          </a:p>
          <a:p>
            <a:pPr lvl="1" indent="-328613"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/>
              <a:t>Logistics</a:t>
            </a:r>
          </a:p>
          <a:p>
            <a:pPr lvl="2" indent="-430213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/>
              <a:t>Coast guard, Min. of Equipment, etc. </a:t>
            </a:r>
          </a:p>
          <a:p>
            <a:pPr lvl="1" indent="-328613"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/>
              <a:t>Finances</a:t>
            </a:r>
          </a:p>
          <a:p>
            <a:pPr lvl="2" indent="-430213" eaLnBrk="1" hangingPunct="1">
              <a:buFont typeface="Wingdings" panose="05000000000000000000" pitchFamily="2" charset="2"/>
              <a:buChar char="ü"/>
            </a:pPr>
            <a:r>
              <a:rPr lang="en-US" altLang="en-US" sz="2400" dirty="0"/>
              <a:t>Min. of Finance, coast guards</a:t>
            </a:r>
          </a:p>
          <a:p>
            <a:pPr eaLnBrk="1" hangingPunct="1"/>
            <a:r>
              <a:rPr lang="en-US" altLang="en-US" sz="3200" dirty="0" smtClean="0"/>
              <a:t>Will be adapted for each country 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lvl="2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lvl="2"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  <a:p>
            <a:pPr eaLnBrk="1" hangingPunct="1"/>
            <a:endParaRPr lang="fr-FR" altLang="en-US" dirty="0" smtClean="0"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508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1992313" y="188914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IMS</a:t>
            </a:r>
          </a:p>
        </p:txBody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>
          <a:xfrm>
            <a:off x="1068896" y="1122087"/>
            <a:ext cx="10607992" cy="5256213"/>
          </a:xfrm>
        </p:spPr>
        <p:txBody>
          <a:bodyPr/>
          <a:lstStyle/>
          <a:p>
            <a:pPr algn="just" eaLnBrk="1" hangingPunct="1">
              <a:lnSpc>
                <a:spcPct val="100000"/>
              </a:lnSpc>
            </a:pPr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r>
              <a:rPr lang="en-US" altLang="en-US" sz="3200" dirty="0" smtClean="0"/>
              <a:t>Incident command </a:t>
            </a:r>
            <a:r>
              <a:rPr lang="en-US" altLang="en-US" sz="3200" dirty="0" err="1" smtClean="0"/>
              <a:t>centre</a:t>
            </a:r>
            <a:r>
              <a:rPr lang="en-US" altLang="en-US" sz="3200" dirty="0" smtClean="0"/>
              <a:t> </a:t>
            </a:r>
          </a:p>
          <a:p>
            <a:pPr lvl="1" indent="-328613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Physical location of the incident management team</a:t>
            </a:r>
          </a:p>
          <a:p>
            <a:pPr lvl="1" indent="-328613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Integrates all agencies and responders at one location</a:t>
            </a:r>
          </a:p>
          <a:p>
            <a:pPr lvl="1" indent="-328613" algn="just" eaLnBrk="1" hangingPunct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Basic requirements:</a:t>
            </a:r>
          </a:p>
          <a:p>
            <a:pPr lvl="2" indent="-430213" algn="just"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Communication systems (internet, phones, etc.)</a:t>
            </a:r>
          </a:p>
          <a:p>
            <a:pPr lvl="2" indent="-430213" algn="just"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Work area</a:t>
            </a:r>
          </a:p>
          <a:p>
            <a:pPr lvl="2" indent="-430213" algn="just"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Security and controlled access</a:t>
            </a:r>
          </a:p>
          <a:p>
            <a:pPr lvl="2" indent="-430213" algn="just"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Away from hazards</a:t>
            </a:r>
          </a:p>
          <a:p>
            <a:pPr lvl="2" indent="-430213" algn="just" eaLnBrk="1" hangingPunct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Ability to expand and adapt to incident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02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058" name="Titr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fr-FR" altLang="en-US" b="1" dirty="0" smtClean="0"/>
              <a:t>Incident </a:t>
            </a:r>
            <a:r>
              <a:rPr lang="fr-FR" altLang="en-US" b="1" dirty="0" smtClean="0"/>
              <a:t>Command </a:t>
            </a:r>
            <a:r>
              <a:rPr lang="fr-FR" altLang="en-US" b="1" dirty="0"/>
              <a:t>C</a:t>
            </a:r>
            <a:r>
              <a:rPr lang="fr-FR" altLang="en-US" b="1" dirty="0" smtClean="0"/>
              <a:t>entre</a:t>
            </a:r>
            <a:endParaRPr lang="fr-FR" altLang="en-US" b="1" dirty="0" smtClean="0"/>
          </a:p>
        </p:txBody>
      </p:sp>
      <p:pic>
        <p:nvPicPr>
          <p:cNvPr id="45059" name="Picture 2" descr="C:\Users\Joe\Desktop\IMO Received Material\Pictures from ITOPF\CommandCentre_NZ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893763"/>
            <a:ext cx="7348981" cy="5249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650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18288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xfrm>
            <a:off x="1975282" y="84033"/>
            <a:ext cx="8229600" cy="5619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 smtClean="0">
                <a:latin typeface="Arial" panose="020B0604020202020204" pitchFamily="34" charset="0"/>
              </a:rPr>
              <a:t>Conclusion</a:t>
            </a:r>
          </a:p>
        </p:txBody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>
          <a:xfrm>
            <a:off x="818090" y="1286361"/>
            <a:ext cx="10355878" cy="5256213"/>
          </a:xfrm>
        </p:spPr>
        <p:txBody>
          <a:bodyPr/>
          <a:lstStyle/>
          <a:p>
            <a:pPr algn="just" eaLnBrk="1" hangingPunct="1"/>
            <a:r>
              <a:rPr lang="en-US" altLang="en-US" dirty="0" smtClean="0"/>
              <a:t>It is very difficult to manage an oil spill without an incident management system (IMS)</a:t>
            </a:r>
          </a:p>
          <a:p>
            <a:pPr algn="just" eaLnBrk="1" hangingPunct="1"/>
            <a:r>
              <a:rPr lang="en-US" altLang="en-US" dirty="0" smtClean="0"/>
              <a:t>Ensures that all response functions are carried out</a:t>
            </a:r>
          </a:p>
          <a:p>
            <a:pPr algn="just" eaLnBrk="1" hangingPunct="1"/>
            <a:r>
              <a:rPr lang="en-US" altLang="en-US" dirty="0" smtClean="0"/>
              <a:t>Provides a framework for integration and coordination of resources</a:t>
            </a:r>
          </a:p>
          <a:p>
            <a:pPr algn="just" eaLnBrk="1" hangingPunct="1"/>
            <a:r>
              <a:rPr lang="en-US" altLang="en-US" dirty="0" smtClean="0"/>
              <a:t>Facilitates decision-making </a:t>
            </a:r>
          </a:p>
          <a:p>
            <a:pPr lvl="1" indent="-420688" algn="just" eaLnBrk="1" hangingPunct="1">
              <a:buFont typeface="Wingdings" panose="05000000000000000000" pitchFamily="2" charset="2"/>
              <a:buChar char="Ø"/>
            </a:pPr>
            <a:r>
              <a:rPr lang="en-US" altLang="en-US" sz="2600" dirty="0" smtClean="0"/>
              <a:t>Clear role and responsibilities</a:t>
            </a:r>
          </a:p>
          <a:p>
            <a:pPr algn="just" eaLnBrk="1" hangingPunct="1"/>
            <a:r>
              <a:rPr lang="en-US" altLang="en-US" dirty="0" smtClean="0"/>
              <a:t>Adaptable to your own circumstances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60012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32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1250</Words>
  <Application>Microsoft Office PowerPoint</Application>
  <PresentationFormat>Widescreen</PresentationFormat>
  <Paragraphs>300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MS PGothic</vt:lpstr>
      <vt:lpstr>MS PGothic</vt:lpstr>
      <vt:lpstr>Arial</vt:lpstr>
      <vt:lpstr>Calibri</vt:lpstr>
      <vt:lpstr>inherit</vt:lpstr>
      <vt:lpstr>Symbol</vt:lpstr>
      <vt:lpstr>Tahoma</vt:lpstr>
      <vt:lpstr>Wingdings</vt:lpstr>
      <vt:lpstr>Office Theme</vt:lpstr>
      <vt:lpstr>PowerPoint Presentation</vt:lpstr>
      <vt:lpstr>Objective</vt:lpstr>
      <vt:lpstr>IMS</vt:lpstr>
      <vt:lpstr>IMS</vt:lpstr>
      <vt:lpstr>IMS</vt:lpstr>
      <vt:lpstr>IMS</vt:lpstr>
      <vt:lpstr>IMS</vt:lpstr>
      <vt:lpstr>IMS</vt:lpstr>
      <vt:lpstr>IMS</vt:lpstr>
      <vt:lpstr>IMS</vt:lpstr>
      <vt:lpstr>IMS</vt:lpstr>
      <vt:lpstr>IMS</vt:lpstr>
      <vt:lpstr>IMS</vt:lpstr>
      <vt:lpstr>Planning Function</vt:lpstr>
      <vt:lpstr>IMS  Planning</vt:lpstr>
      <vt:lpstr>IMS</vt:lpstr>
      <vt:lpstr>IMS</vt:lpstr>
      <vt:lpstr>Operations Function</vt:lpstr>
      <vt:lpstr>IMS  Operations</vt:lpstr>
      <vt:lpstr>IMS</vt:lpstr>
      <vt:lpstr>Logistics Function</vt:lpstr>
      <vt:lpstr>IMS  Logistics</vt:lpstr>
      <vt:lpstr>IMS</vt:lpstr>
      <vt:lpstr>IMS</vt:lpstr>
      <vt:lpstr>IMS</vt:lpstr>
      <vt:lpstr>IMS</vt:lpstr>
      <vt:lpstr>Incident Command Centre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147</cp:revision>
  <dcterms:created xsi:type="dcterms:W3CDTF">2024-09-27T05:40:49Z</dcterms:created>
  <dcterms:modified xsi:type="dcterms:W3CDTF">2025-06-04T05:05:36Z</dcterms:modified>
</cp:coreProperties>
</file>